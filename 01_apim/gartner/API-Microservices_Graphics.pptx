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custom-properties" Target="docProps/custom.xml"/><Relationship Id="rId2" Type="http://schemas.openxmlformats.org/officeDocument/2006/relationships/officeDocument" Target="ppt/presentation.xml"/><Relationship Id="rId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firstSlideNum="0" strictFirstAndLastChars="0" saveSubsetFonts="1">
  <p:sldMasterIdLst>
    <p:sldMasterId id="2147483648" r:id="rId3"/>
    <p:sldMasterId id="2147483666" r:id="rId4"/>
    <p:sldMasterId id="2147483681" r:id="rId5"/>
    <p:sldMasterId id="214748369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y="6858000" cx="12192000"/>
  <p:notesSz cx="6954825" cy="9236075"/>
  <p:embeddedFontLst>
    <p:embeddedFont>
      <p:font typeface="Arial Black"/>
      <p:regular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jIUr9U2ezWcJDDLY00r9GWeDbL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font" Target="fonts/ArialBlack-regular.fntdata"/><Relationship Id="rId8" Type="http://schemas.openxmlformats.org/officeDocument/2006/relationships/slide" Target="slides/slide1.xml"/><Relationship Id="rId3" Type="http://schemas.openxmlformats.org/officeDocument/2006/relationships/slideMaster" Target="slideMasters/slideMaster1.xml"/><Relationship Id="rId21" Type="http://schemas.openxmlformats.org/officeDocument/2006/relationships/customXml" Target="../customXml/item2.xml"/><Relationship Id="rId12" Type="http://schemas.openxmlformats.org/officeDocument/2006/relationships/slide" Target="slides/slide5.xml"/><Relationship Id="rId17" Type="http://schemas.openxmlformats.org/officeDocument/2006/relationships/slide" Target="slides/slide10.xml"/><Relationship Id="rId7" Type="http://schemas.openxmlformats.org/officeDocument/2006/relationships/notesMaster" Target="notesMasters/notesMaster1.xml"/><Relationship Id="rId2" Type="http://schemas.openxmlformats.org/officeDocument/2006/relationships/presProps" Target="presProps.xml"/><Relationship Id="rId16" Type="http://schemas.openxmlformats.org/officeDocument/2006/relationships/slide" Target="slides/slide9.xml"/><Relationship Id="rId20" Type="http://schemas.openxmlformats.org/officeDocument/2006/relationships/customXml" Target="../customXml/item1.xml"/><Relationship Id="rId11" Type="http://schemas.openxmlformats.org/officeDocument/2006/relationships/slide" Target="slides/slide4.xml"/><Relationship Id="rId1" Type="http://schemas.openxmlformats.org/officeDocument/2006/relationships/theme" Target="theme/theme1.xml"/><Relationship Id="rId6" Type="http://schemas.openxmlformats.org/officeDocument/2006/relationships/slideMaster" Target="slideMasters/slideMaster4.xml"/><Relationship Id="rId15" Type="http://schemas.openxmlformats.org/officeDocument/2006/relationships/slide" Target="slides/slide8.xml"/><Relationship Id="rId5" Type="http://schemas.openxmlformats.org/officeDocument/2006/relationships/slideMaster" Target="slideMasters/slideMaster3.xml"/><Relationship Id="rId10" Type="http://schemas.openxmlformats.org/officeDocument/2006/relationships/slide" Target="slides/slide3.xml"/><Relationship Id="rId19" Type="http://customschemas.google.com/relationships/presentationmetadata" Target="metadata"/><Relationship Id="rId4" Type="http://schemas.openxmlformats.org/officeDocument/2006/relationships/slideMaster" Target="slideMasters/slideMaster2.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055688" y="719138"/>
            <a:ext cx="4843462" cy="2724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 name="Google Shape;4;n"/>
          <p:cNvSpPr txBox="1"/>
          <p:nvPr>
            <p:ph idx="1" type="body"/>
          </p:nvPr>
        </p:nvSpPr>
        <p:spPr>
          <a:xfrm>
            <a:off x="245794" y="3628710"/>
            <a:ext cx="6463251" cy="5287522"/>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indent="-304800" lvl="1" marL="914400" marR="0" rtl="0" algn="l">
              <a:lnSpc>
                <a:spcPct val="90000"/>
              </a:lnSpc>
              <a:spcBef>
                <a:spcPts val="600"/>
              </a:spcBef>
              <a:spcAft>
                <a:spcPts val="0"/>
              </a:spcAft>
              <a:buClr>
                <a:schemeClr val="dk1"/>
              </a:buClr>
              <a:buSzPts val="120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lnSpc>
                <a:spcPct val="90000"/>
              </a:lnSpc>
              <a:spcBef>
                <a:spcPts val="6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rtl="0" algn="l">
              <a:lnSpc>
                <a:spcPct val="90000"/>
              </a:lnSpc>
              <a:spcBef>
                <a:spcPts val="600"/>
              </a:spcBef>
              <a:spcAft>
                <a:spcPts val="0"/>
              </a:spcAft>
              <a:buClr>
                <a:schemeClr val="dk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lnSpc>
                <a:spcPct val="90000"/>
              </a:lnSpc>
              <a:spcBef>
                <a:spcPts val="6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228600" lvl="5" marL="2743200" marR="0" rtl="0" algn="l">
              <a:spcBef>
                <a:spcPts val="60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5" name="Google Shape;5;n"/>
          <p:cNvSpPr txBox="1"/>
          <p:nvPr/>
        </p:nvSpPr>
        <p:spPr>
          <a:xfrm rot="-5400000">
            <a:off x="-1060250" y="1997345"/>
            <a:ext cx="2752545" cy="140455"/>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en-US" sz="900" u="none" cap="none" strike="noStrike">
                <a:solidFill>
                  <a:srgbClr val="CDCDCD"/>
                </a:solidFill>
                <a:latin typeface="Arial"/>
                <a:ea typeface="Arial"/>
                <a:cs typeface="Arial"/>
                <a:sym typeface="Arial"/>
              </a:rPr>
              <a:t>— NOT FOR EXTERNAL DISTRIBUTION —</a:t>
            </a:r>
            <a:endParaRPr b="0" i="0" sz="900" u="none" cap="none" strike="noStrike">
              <a:solidFill>
                <a:srgbClr val="CDCDCD"/>
              </a:solidFill>
              <a:latin typeface="Arial"/>
              <a:ea typeface="Arial"/>
              <a:cs typeface="Arial"/>
              <a:sym typeface="Arial"/>
            </a:endParaRPr>
          </a:p>
        </p:txBody>
      </p:sp>
      <p:sp>
        <p:nvSpPr>
          <p:cNvPr id="6" name="Google Shape;6;n"/>
          <p:cNvSpPr txBox="1"/>
          <p:nvPr/>
        </p:nvSpPr>
        <p:spPr>
          <a:xfrm rot="5400000">
            <a:off x="5262545" y="1997345"/>
            <a:ext cx="2752545" cy="140455"/>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en-US" sz="900" u="none" cap="none" strike="noStrike">
                <a:solidFill>
                  <a:srgbClr val="CDCDCD"/>
                </a:solidFill>
                <a:latin typeface="Arial"/>
                <a:ea typeface="Arial"/>
                <a:cs typeface="Arial"/>
                <a:sym typeface="Arial"/>
              </a:rPr>
              <a:t>— NOT FOR EXTERNAL DISTRIBUTION —</a:t>
            </a:r>
            <a:endParaRPr b="0" i="0" sz="900" u="none" cap="none" strike="noStrike">
              <a:solidFill>
                <a:srgbClr val="CDCDCD"/>
              </a:solidFill>
              <a:latin typeface="Arial"/>
              <a:ea typeface="Arial"/>
              <a:cs typeface="Arial"/>
              <a:sym typeface="Arial"/>
            </a:endParaRPr>
          </a:p>
        </p:txBody>
      </p:sp>
      <p:sp>
        <p:nvSpPr>
          <p:cNvPr id="7" name="Google Shape;7;n"/>
          <p:cNvSpPr txBox="1"/>
          <p:nvPr/>
        </p:nvSpPr>
        <p:spPr>
          <a:xfrm>
            <a:off x="245796" y="129551"/>
            <a:ext cx="6415394" cy="261061"/>
          </a:xfrm>
          <a:prstGeom prst="rect">
            <a:avLst/>
          </a:prstGeom>
          <a:noFill/>
          <a:ln>
            <a:noFill/>
          </a:ln>
        </p:spPr>
        <p:txBody>
          <a:bodyPr anchorCtr="0" anchor="t" bIns="46200" lIns="0" spcFirstLastPara="1" rIns="92425" wrap="square" tIns="46200">
            <a:spAutoFit/>
          </a:bodyPr>
          <a:lstStyle/>
          <a:p>
            <a:pPr indent="0" lvl="0" marL="0" marR="0" rtl="0" algn="l">
              <a:lnSpc>
                <a:spcPct val="9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Presentation Title</a:t>
            </a:r>
            <a:endParaRPr/>
          </a:p>
        </p:txBody>
      </p:sp>
      <p:sp>
        <p:nvSpPr>
          <p:cNvPr id="8" name="Google Shape;8;n"/>
          <p:cNvSpPr txBox="1"/>
          <p:nvPr/>
        </p:nvSpPr>
        <p:spPr>
          <a:xfrm>
            <a:off x="245795" y="9007834"/>
            <a:ext cx="6463251" cy="93263"/>
          </a:xfrm>
          <a:prstGeom prst="rect">
            <a:avLst/>
          </a:prstGeom>
          <a:noFill/>
          <a:ln>
            <a:noFill/>
          </a:ln>
        </p:spPr>
        <p:txBody>
          <a:bodyPr anchorCtr="0" anchor="b" bIns="0" lIns="0" spcFirstLastPara="1" rIns="0" wrap="square" tIns="0">
            <a:spAutoFit/>
          </a:bodyPr>
          <a:lstStyle/>
          <a:p>
            <a:pPr indent="-231297" lvl="0" marL="231297" marR="0" rtl="0" algn="l">
              <a:lnSpc>
                <a:spcPct val="100000"/>
              </a:lnSpc>
              <a:spcBef>
                <a:spcPts val="0"/>
              </a:spcBef>
              <a:spcAft>
                <a:spcPts val="0"/>
              </a:spcAft>
              <a:buClr>
                <a:srgbClr val="979D9D"/>
              </a:buClr>
              <a:buSzPts val="600"/>
              <a:buFont typeface="Arial"/>
              <a:buNone/>
            </a:pPr>
            <a:fld id="{00000000-1234-1234-1234-123412341234}" type="slidenum">
              <a:rPr b="0" i="0" lang="en-US" sz="600" u="none" cap="none" strike="noStrike">
                <a:solidFill>
                  <a:srgbClr val="979D9D"/>
                </a:solidFill>
                <a:latin typeface="Arial"/>
                <a:ea typeface="Arial"/>
                <a:cs typeface="Arial"/>
                <a:sym typeface="Arial"/>
              </a:rPr>
              <a:t>‹#›</a:t>
            </a:fld>
            <a:r>
              <a:rPr b="0" i="0" lang="en-US" sz="600" u="none" cap="none" strike="noStrike">
                <a:solidFill>
                  <a:srgbClr val="979D9D"/>
                </a:solidFill>
                <a:latin typeface="Arial"/>
                <a:ea typeface="Arial"/>
                <a:cs typeface="Arial"/>
                <a:sym typeface="Arial"/>
              </a:rPr>
              <a:t>	© 2019 Gartner, Inc. and/or its affiliates. All rights reserved. Gartner is a registered trademark of Gartner, Inc. and its affiliates.</a:t>
            </a:r>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notes"/>
          <p:cNvSpPr txBox="1"/>
          <p:nvPr>
            <p:ph idx="1" type="body"/>
          </p:nvPr>
        </p:nvSpPr>
        <p:spPr>
          <a:xfrm>
            <a:off x="245794" y="3628710"/>
            <a:ext cx="6463251" cy="5287522"/>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1200"/>
              <a:buNone/>
            </a:pPr>
            <a:r>
              <a:t/>
            </a:r>
            <a:endParaRPr/>
          </a:p>
        </p:txBody>
      </p:sp>
      <p:sp>
        <p:nvSpPr>
          <p:cNvPr id="347" name="Google Shape;347;p1:notes"/>
          <p:cNvSpPr/>
          <p:nvPr/>
        </p:nvSpPr>
        <p:spPr>
          <a:xfrm>
            <a:off x="3916928" y="662011"/>
            <a:ext cx="2655395" cy="424817"/>
          </a:xfrm>
          <a:prstGeom prst="rect">
            <a:avLst/>
          </a:prstGeom>
          <a:noFill/>
          <a:ln>
            <a:noFill/>
          </a:ln>
        </p:spPr>
        <p:txBody>
          <a:bodyPr anchorCtr="0" anchor="t" bIns="25675" lIns="65775" spcFirstLastPara="1" rIns="65775" wrap="square" tIns="25675">
            <a:spAutoFit/>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Presenter's Name</a:t>
            </a:r>
            <a:endParaRPr/>
          </a:p>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Presenter's Name</a:t>
            </a:r>
            <a:endParaRPr/>
          </a:p>
        </p:txBody>
      </p:sp>
      <p:sp>
        <p:nvSpPr>
          <p:cNvPr id="348" name="Google Shape;348;p1:notes"/>
          <p:cNvSpPr/>
          <p:nvPr>
            <p:ph idx="2" type="sldImg"/>
          </p:nvPr>
        </p:nvSpPr>
        <p:spPr>
          <a:xfrm>
            <a:off x="1055688" y="719138"/>
            <a:ext cx="4843462" cy="2724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e5e973a543_0_6:notes"/>
          <p:cNvSpPr/>
          <p:nvPr>
            <p:ph idx="2" type="sldImg"/>
          </p:nvPr>
        </p:nvSpPr>
        <p:spPr>
          <a:xfrm>
            <a:off x="1055688" y="719138"/>
            <a:ext cx="4843500" cy="27243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2e5e973a543_0_6:notes"/>
          <p:cNvSpPr txBox="1"/>
          <p:nvPr>
            <p:ph idx="1" type="body"/>
          </p:nvPr>
        </p:nvSpPr>
        <p:spPr>
          <a:xfrm>
            <a:off x="245794" y="3628710"/>
            <a:ext cx="6463200" cy="5287500"/>
          </a:xfrm>
          <a:prstGeom prst="rect">
            <a:avLst/>
          </a:prstGeom>
        </p:spPr>
        <p:txBody>
          <a:bodyPr anchorCtr="0" anchor="t" bIns="0" lIns="0" spcFirstLastPara="1" rIns="0" wrap="square" tIns="0">
            <a:noAutofit/>
          </a:bodyPr>
          <a:lstStyle/>
          <a:p>
            <a:pPr indent="0" lvl="0" marL="0" rtl="0" algn="l">
              <a:spcBef>
                <a:spcPts val="0"/>
              </a:spcBef>
              <a:spcAft>
                <a:spcPts val="60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e5e973a543_0_11:notes"/>
          <p:cNvSpPr/>
          <p:nvPr>
            <p:ph idx="2" type="sldImg"/>
          </p:nvPr>
        </p:nvSpPr>
        <p:spPr>
          <a:xfrm>
            <a:off x="1055688" y="719138"/>
            <a:ext cx="4843500" cy="27243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2e5e973a543_0_11:notes"/>
          <p:cNvSpPr txBox="1"/>
          <p:nvPr>
            <p:ph idx="1" type="body"/>
          </p:nvPr>
        </p:nvSpPr>
        <p:spPr>
          <a:xfrm>
            <a:off x="245794" y="3628710"/>
            <a:ext cx="6463200" cy="5287500"/>
          </a:xfrm>
          <a:prstGeom prst="rect">
            <a:avLst/>
          </a:prstGeom>
        </p:spPr>
        <p:txBody>
          <a:bodyPr anchorCtr="0" anchor="t" bIns="0" lIns="0" spcFirstLastPara="1" rIns="0" wrap="square" tIns="0">
            <a:noAutofit/>
          </a:bodyPr>
          <a:lstStyle/>
          <a:p>
            <a:pPr indent="0" lvl="0" marL="0" rtl="0" algn="l">
              <a:spcBef>
                <a:spcPts val="0"/>
              </a:spcBef>
              <a:spcAft>
                <a:spcPts val="60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notes"/>
          <p:cNvSpPr/>
          <p:nvPr>
            <p:ph idx="2" type="sldImg"/>
          </p:nvPr>
        </p:nvSpPr>
        <p:spPr>
          <a:xfrm>
            <a:off x="1055688" y="719138"/>
            <a:ext cx="4843462" cy="2724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2:notes"/>
          <p:cNvSpPr txBox="1"/>
          <p:nvPr>
            <p:ph idx="1" type="body"/>
          </p:nvPr>
        </p:nvSpPr>
        <p:spPr>
          <a:xfrm>
            <a:off x="245794" y="3628710"/>
            <a:ext cx="6463251" cy="5287522"/>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12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notes"/>
          <p:cNvSpPr/>
          <p:nvPr>
            <p:ph idx="2" type="sldImg"/>
          </p:nvPr>
        </p:nvSpPr>
        <p:spPr>
          <a:xfrm>
            <a:off x="1055688" y="719138"/>
            <a:ext cx="4843462" cy="2724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3:notes"/>
          <p:cNvSpPr txBox="1"/>
          <p:nvPr>
            <p:ph idx="1" type="body"/>
          </p:nvPr>
        </p:nvSpPr>
        <p:spPr>
          <a:xfrm>
            <a:off x="245794" y="3628710"/>
            <a:ext cx="6463251" cy="5287522"/>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12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notes"/>
          <p:cNvSpPr/>
          <p:nvPr>
            <p:ph idx="2" type="sldImg"/>
          </p:nvPr>
        </p:nvSpPr>
        <p:spPr>
          <a:xfrm>
            <a:off x="1055688" y="719138"/>
            <a:ext cx="4843462" cy="2724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4:notes"/>
          <p:cNvSpPr txBox="1"/>
          <p:nvPr>
            <p:ph idx="1" type="body"/>
          </p:nvPr>
        </p:nvSpPr>
        <p:spPr>
          <a:xfrm>
            <a:off x="245794" y="3628710"/>
            <a:ext cx="6463251" cy="5287522"/>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12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5:notes"/>
          <p:cNvSpPr/>
          <p:nvPr>
            <p:ph idx="2" type="sldImg"/>
          </p:nvPr>
        </p:nvSpPr>
        <p:spPr>
          <a:xfrm>
            <a:off x="1055688" y="719138"/>
            <a:ext cx="4843462" cy="2724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5:notes"/>
          <p:cNvSpPr txBox="1"/>
          <p:nvPr>
            <p:ph idx="1" type="body"/>
          </p:nvPr>
        </p:nvSpPr>
        <p:spPr>
          <a:xfrm>
            <a:off x="245794" y="3628710"/>
            <a:ext cx="6463251" cy="5287522"/>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12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6:notes"/>
          <p:cNvSpPr/>
          <p:nvPr>
            <p:ph idx="2" type="sldImg"/>
          </p:nvPr>
        </p:nvSpPr>
        <p:spPr>
          <a:xfrm>
            <a:off x="1055688" y="719138"/>
            <a:ext cx="4843462" cy="2724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p6:notes"/>
          <p:cNvSpPr txBox="1"/>
          <p:nvPr>
            <p:ph idx="1" type="body"/>
          </p:nvPr>
        </p:nvSpPr>
        <p:spPr>
          <a:xfrm>
            <a:off x="245794" y="3628710"/>
            <a:ext cx="6463251" cy="5287522"/>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12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7:notes"/>
          <p:cNvSpPr/>
          <p:nvPr>
            <p:ph idx="2" type="sldImg"/>
          </p:nvPr>
        </p:nvSpPr>
        <p:spPr>
          <a:xfrm>
            <a:off x="1055688" y="719138"/>
            <a:ext cx="4843462" cy="2724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 name="Google Shape;396;p7:notes"/>
          <p:cNvSpPr txBox="1"/>
          <p:nvPr>
            <p:ph idx="1" type="body"/>
          </p:nvPr>
        </p:nvSpPr>
        <p:spPr>
          <a:xfrm>
            <a:off x="245794" y="3628710"/>
            <a:ext cx="6463251" cy="5287522"/>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12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8:notes"/>
          <p:cNvSpPr/>
          <p:nvPr>
            <p:ph idx="2" type="sldImg"/>
          </p:nvPr>
        </p:nvSpPr>
        <p:spPr>
          <a:xfrm>
            <a:off x="1055688" y="719138"/>
            <a:ext cx="4843462" cy="2724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p8:notes"/>
          <p:cNvSpPr txBox="1"/>
          <p:nvPr>
            <p:ph idx="1" type="body"/>
          </p:nvPr>
        </p:nvSpPr>
        <p:spPr>
          <a:xfrm>
            <a:off x="245794" y="3628710"/>
            <a:ext cx="6463251" cy="5287522"/>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12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showMasterSp="0">
  <p:cSld name="Title Slide 2">
    <p:bg>
      <p:bgPr>
        <a:solidFill>
          <a:schemeClr val="lt1"/>
        </a:solidFill>
      </p:bgPr>
    </p:bg>
    <p:spTree>
      <p:nvGrpSpPr>
        <p:cNvPr id="14" name="Shape 14"/>
        <p:cNvGrpSpPr/>
        <p:nvPr/>
      </p:nvGrpSpPr>
      <p:grpSpPr>
        <a:xfrm>
          <a:off x="0" y="0"/>
          <a:ext cx="0" cy="0"/>
          <a:chOff x="0" y="0"/>
          <a:chExt cx="0" cy="0"/>
        </a:xfrm>
      </p:grpSpPr>
      <p:sp>
        <p:nvSpPr>
          <p:cNvPr id="15" name="Google Shape;15;p10"/>
          <p:cNvSpPr txBox="1"/>
          <p:nvPr>
            <p:ph idx="1" type="body"/>
          </p:nvPr>
        </p:nvSpPr>
        <p:spPr>
          <a:xfrm>
            <a:off x="2166861" y="3804785"/>
            <a:ext cx="4545024" cy="553998"/>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620"/>
              <a:buNone/>
              <a:defRPr sz="1800">
                <a:solidFill>
                  <a:schemeClr val="accent1"/>
                </a:solidFill>
              </a:defRPr>
            </a:lvl1pPr>
            <a:lvl2pPr indent="-228600" lvl="1" marL="914400" algn="l">
              <a:lnSpc>
                <a:spcPct val="100000"/>
              </a:lnSpc>
              <a:spcBef>
                <a:spcPts val="0"/>
              </a:spcBef>
              <a:spcAft>
                <a:spcPts val="0"/>
              </a:spcAft>
              <a:buClr>
                <a:schemeClr val="dk1"/>
              </a:buClr>
              <a:buSzPts val="2160"/>
              <a:buNone/>
              <a:defRPr/>
            </a:lvl2pPr>
            <a:lvl3pPr indent="-228600" lvl="2" marL="1371600" algn="l">
              <a:lnSpc>
                <a:spcPct val="100000"/>
              </a:lnSpc>
              <a:spcBef>
                <a:spcPts val="1200"/>
              </a:spcBef>
              <a:spcAft>
                <a:spcPts val="0"/>
              </a:spcAft>
              <a:buClr>
                <a:schemeClr val="dk1"/>
              </a:buClr>
              <a:buSzPts val="2160"/>
              <a:buNone/>
              <a:defRPr/>
            </a:lvl3pPr>
            <a:lvl4pPr indent="-228600" lvl="3" marL="1828800" algn="l">
              <a:lnSpc>
                <a:spcPct val="100000"/>
              </a:lnSpc>
              <a:spcBef>
                <a:spcPts val="1200"/>
              </a:spcBef>
              <a:spcAft>
                <a:spcPts val="0"/>
              </a:spcAft>
              <a:buClr>
                <a:schemeClr val="dk1"/>
              </a:buClr>
              <a:buSzPts val="2160"/>
              <a:buNone/>
              <a:defRPr/>
            </a:lvl4pPr>
            <a:lvl5pPr indent="-228600" lvl="4" marL="2286000" algn="l">
              <a:lnSpc>
                <a:spcPct val="100000"/>
              </a:lnSpc>
              <a:spcBef>
                <a:spcPts val="1200"/>
              </a:spcBef>
              <a:spcAft>
                <a:spcPts val="0"/>
              </a:spcAft>
              <a:buClr>
                <a:schemeClr val="dk1"/>
              </a:buClr>
              <a:buSzPts val="216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10"/>
          <p:cNvSpPr txBox="1"/>
          <p:nvPr>
            <p:ph type="ctrTitle"/>
          </p:nvPr>
        </p:nvSpPr>
        <p:spPr>
          <a:xfrm>
            <a:off x="2166861" y="1687986"/>
            <a:ext cx="4545024" cy="1994392"/>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2"/>
              </a:buClr>
              <a:buSzPts val="3600"/>
              <a:buFont typeface="Arial Black"/>
              <a:buNone/>
              <a:defRPr sz="3600"/>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0"/>
          <p:cNvSpPr/>
          <p:nvPr/>
        </p:nvSpPr>
        <p:spPr>
          <a:xfrm>
            <a:off x="7058822" y="1343025"/>
            <a:ext cx="160433" cy="3291840"/>
          </a:xfrm>
          <a:prstGeom prst="rect">
            <a:avLst/>
          </a:prstGeom>
          <a:solidFill>
            <a:srgbClr val="009A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 name="Google Shape;18;p10"/>
          <p:cNvSpPr/>
          <p:nvPr/>
        </p:nvSpPr>
        <p:spPr>
          <a:xfrm>
            <a:off x="1588464" y="1343025"/>
            <a:ext cx="160433" cy="3291840"/>
          </a:xfrm>
          <a:prstGeom prst="rect">
            <a:avLst/>
          </a:prstGeom>
          <a:solidFill>
            <a:srgbClr val="009A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9" name="Google Shape;19;p10"/>
          <p:cNvPicPr preferRelativeResize="0"/>
          <p:nvPr/>
        </p:nvPicPr>
        <p:blipFill rotWithShape="1">
          <a:blip r:embed="rId2">
            <a:alphaModFix/>
          </a:blip>
          <a:srcRect b="0" l="0" r="0" t="0"/>
          <a:stretch/>
        </p:blipFill>
        <p:spPr>
          <a:xfrm>
            <a:off x="9689540" y="5975402"/>
            <a:ext cx="2050653" cy="469087"/>
          </a:xfrm>
          <a:prstGeom prst="rect">
            <a:avLst/>
          </a:prstGeom>
          <a:noFill/>
          <a:ln>
            <a:noFill/>
          </a:ln>
        </p:spPr>
      </p:pic>
      <p:sp>
        <p:nvSpPr>
          <p:cNvPr id="20" name="Google Shape;20;p10"/>
          <p:cNvSpPr txBox="1"/>
          <p:nvPr/>
        </p:nvSpPr>
        <p:spPr>
          <a:xfrm>
            <a:off x="460256" y="6134024"/>
            <a:ext cx="7098135" cy="32316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00" u="none" cap="none" strike="noStrike">
                <a:solidFill>
                  <a:srgbClr val="979D9D"/>
                </a:solidFill>
                <a:latin typeface="Arial"/>
                <a:ea typeface="Arial"/>
                <a:cs typeface="Arial"/>
                <a:sym typeface="Arial"/>
              </a:rPr>
              <a:t>© 2020 Gartner, Inc. and/or its affiliates. All rights reserved. Gartner is a registered trademark of Gartner, Inc. and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b="0" i="0" sz="700" u="none" cap="none" strike="noStrike">
              <a:solidFill>
                <a:srgbClr val="979D9D"/>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11"/>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1800"/>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chemeClr val="dk2"/>
        </a:solidFill>
      </p:bgPr>
    </p:bg>
    <p:spTree>
      <p:nvGrpSpPr>
        <p:cNvPr id="23" name="Shape 23"/>
        <p:cNvGrpSpPr/>
        <p:nvPr/>
      </p:nvGrpSpPr>
      <p:grpSpPr>
        <a:xfrm>
          <a:off x="0" y="0"/>
          <a:ext cx="0" cy="0"/>
          <a:chOff x="0" y="0"/>
          <a:chExt cx="0" cy="0"/>
        </a:xfrm>
      </p:grpSpPr>
      <p:sp>
        <p:nvSpPr>
          <p:cNvPr id="24" name="Google Shape;24;p12"/>
          <p:cNvSpPr txBox="1"/>
          <p:nvPr>
            <p:ph idx="1" type="body"/>
          </p:nvPr>
        </p:nvSpPr>
        <p:spPr>
          <a:xfrm>
            <a:off x="2166861" y="3804785"/>
            <a:ext cx="4545024" cy="553998"/>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620"/>
              <a:buNone/>
              <a:defRPr sz="1800"/>
            </a:lvl1pPr>
            <a:lvl2pPr indent="-228600" lvl="1" marL="914400" algn="l">
              <a:lnSpc>
                <a:spcPct val="100000"/>
              </a:lnSpc>
              <a:spcBef>
                <a:spcPts val="0"/>
              </a:spcBef>
              <a:spcAft>
                <a:spcPts val="0"/>
              </a:spcAft>
              <a:buClr>
                <a:schemeClr val="lt1"/>
              </a:buClr>
              <a:buSzPts val="2160"/>
              <a:buNone/>
              <a:defRPr/>
            </a:lvl2pPr>
            <a:lvl3pPr indent="-228600" lvl="2" marL="1371600" algn="l">
              <a:lnSpc>
                <a:spcPct val="100000"/>
              </a:lnSpc>
              <a:spcBef>
                <a:spcPts val="1200"/>
              </a:spcBef>
              <a:spcAft>
                <a:spcPts val="0"/>
              </a:spcAft>
              <a:buClr>
                <a:schemeClr val="lt1"/>
              </a:buClr>
              <a:buSzPts val="2160"/>
              <a:buNone/>
              <a:defRPr/>
            </a:lvl3pPr>
            <a:lvl4pPr indent="-228600" lvl="3" marL="1828800" algn="l">
              <a:lnSpc>
                <a:spcPct val="100000"/>
              </a:lnSpc>
              <a:spcBef>
                <a:spcPts val="1200"/>
              </a:spcBef>
              <a:spcAft>
                <a:spcPts val="0"/>
              </a:spcAft>
              <a:buClr>
                <a:schemeClr val="lt1"/>
              </a:buClr>
              <a:buSzPts val="2160"/>
              <a:buNone/>
              <a:defRPr/>
            </a:lvl4pPr>
            <a:lvl5pPr indent="-228600" lvl="4" marL="2286000" algn="l">
              <a:lnSpc>
                <a:spcPct val="100000"/>
              </a:lnSpc>
              <a:spcBef>
                <a:spcPts val="1200"/>
              </a:spcBef>
              <a:spcAft>
                <a:spcPts val="0"/>
              </a:spcAft>
              <a:buClr>
                <a:schemeClr val="lt1"/>
              </a:buClr>
              <a:buSzPts val="2160"/>
              <a:buNone/>
              <a:defRPr/>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5" name="Google Shape;25;p12"/>
          <p:cNvSpPr txBox="1"/>
          <p:nvPr>
            <p:ph type="ctrTitle"/>
          </p:nvPr>
        </p:nvSpPr>
        <p:spPr>
          <a:xfrm>
            <a:off x="2166861" y="1687986"/>
            <a:ext cx="4545024" cy="1994392"/>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2"/>
              </a:buClr>
              <a:buSzPts val="3600"/>
              <a:buFont typeface="Arial Black"/>
              <a:buNone/>
              <a:defRPr sz="3600"/>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2"/>
          <p:cNvSpPr/>
          <p:nvPr/>
        </p:nvSpPr>
        <p:spPr>
          <a:xfrm>
            <a:off x="7058822" y="1343025"/>
            <a:ext cx="160433" cy="3291840"/>
          </a:xfrm>
          <a:prstGeom prst="rect">
            <a:avLst/>
          </a:prstGeom>
          <a:solidFill>
            <a:srgbClr val="009A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 name="Google Shape;27;p12"/>
          <p:cNvSpPr/>
          <p:nvPr/>
        </p:nvSpPr>
        <p:spPr>
          <a:xfrm>
            <a:off x="1588464" y="1343025"/>
            <a:ext cx="160433" cy="3291840"/>
          </a:xfrm>
          <a:prstGeom prst="rect">
            <a:avLst/>
          </a:prstGeom>
          <a:solidFill>
            <a:srgbClr val="009A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28" name="Google Shape;28;p12"/>
          <p:cNvPicPr preferRelativeResize="0"/>
          <p:nvPr/>
        </p:nvPicPr>
        <p:blipFill rotWithShape="1">
          <a:blip r:embed="rId2">
            <a:alphaModFix/>
          </a:blip>
          <a:srcRect b="0" l="0" r="0" t="0"/>
          <a:stretch/>
        </p:blipFill>
        <p:spPr>
          <a:xfrm>
            <a:off x="9686167" y="5975402"/>
            <a:ext cx="2057400" cy="469087"/>
          </a:xfrm>
          <a:prstGeom prst="rect">
            <a:avLst/>
          </a:prstGeom>
          <a:noFill/>
          <a:ln>
            <a:noFill/>
          </a:ln>
        </p:spPr>
      </p:pic>
      <p:sp>
        <p:nvSpPr>
          <p:cNvPr id="29" name="Google Shape;29;p12"/>
          <p:cNvSpPr txBox="1"/>
          <p:nvPr/>
        </p:nvSpPr>
        <p:spPr>
          <a:xfrm>
            <a:off x="460256" y="6134024"/>
            <a:ext cx="7098135" cy="32316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00" u="none" cap="none" strike="noStrike">
                <a:solidFill>
                  <a:srgbClr val="D3D3D3"/>
                </a:solidFill>
                <a:latin typeface="Arial"/>
                <a:ea typeface="Arial"/>
                <a:cs typeface="Arial"/>
                <a:sym typeface="Arial"/>
              </a:rPr>
              <a:t>© 2020 Gartner, Inc. and/or its affiliates. All rights reserved. Gartner is a registered trademark of Gartner, Inc. and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b="0" i="0" sz="700" u="none" cap="none" strike="noStrike">
              <a:solidFill>
                <a:srgbClr val="D3D3D3"/>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 name="Shape 3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1" name="Shape 31"/>
        <p:cNvGrpSpPr/>
        <p:nvPr/>
      </p:nvGrpSpPr>
      <p:grpSpPr>
        <a:xfrm>
          <a:off x="0" y="0"/>
          <a:ext cx="0" cy="0"/>
          <a:chOff x="0" y="0"/>
          <a:chExt cx="0" cy="0"/>
        </a:xfrm>
      </p:grpSpPr>
      <p:sp>
        <p:nvSpPr>
          <p:cNvPr id="32" name="Google Shape;32;p14"/>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1800"/>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4"/>
          <p:cNvSpPr txBox="1"/>
          <p:nvPr>
            <p:ph idx="1" type="body"/>
          </p:nvPr>
        </p:nvSpPr>
        <p:spPr>
          <a:xfrm>
            <a:off x="457200" y="1527175"/>
            <a:ext cx="11276013" cy="4460873"/>
          </a:xfrm>
          <a:prstGeom prst="rect">
            <a:avLst/>
          </a:prstGeom>
          <a:noFill/>
          <a:ln>
            <a:noFill/>
          </a:ln>
        </p:spPr>
        <p:txBody>
          <a:bodyPr anchorCtr="0" anchor="t" bIns="0" lIns="0" spcFirstLastPara="1" rIns="0" wrap="square" tIns="0">
            <a:noAutofit/>
          </a:bodyPr>
          <a:lstStyle>
            <a:lvl1pPr indent="-331470" lvl="0" marL="457200" algn="l">
              <a:lnSpc>
                <a:spcPct val="100000"/>
              </a:lnSpc>
              <a:spcBef>
                <a:spcPts val="0"/>
              </a:spcBef>
              <a:spcAft>
                <a:spcPts val="0"/>
              </a:spcAft>
              <a:buSzPts val="1620"/>
              <a:buChar char="▪"/>
              <a:defRPr/>
            </a:lvl1pPr>
            <a:lvl2pPr indent="-331469" lvl="1" marL="914400" algn="l">
              <a:lnSpc>
                <a:spcPct val="100000"/>
              </a:lnSpc>
              <a:spcBef>
                <a:spcPts val="1200"/>
              </a:spcBef>
              <a:spcAft>
                <a:spcPts val="0"/>
              </a:spcAft>
              <a:buClr>
                <a:schemeClr val="dk1"/>
              </a:buClr>
              <a:buSzPts val="1620"/>
              <a:buChar char="–"/>
              <a:defRPr/>
            </a:lvl2pPr>
            <a:lvl3pPr indent="-331469" lvl="2" marL="1371600" algn="l">
              <a:lnSpc>
                <a:spcPct val="100000"/>
              </a:lnSpc>
              <a:spcBef>
                <a:spcPts val="1200"/>
              </a:spcBef>
              <a:spcAft>
                <a:spcPts val="0"/>
              </a:spcAft>
              <a:buClr>
                <a:schemeClr val="dk1"/>
              </a:buClr>
              <a:buSzPts val="1620"/>
              <a:buChar char="▪"/>
              <a:defRPr/>
            </a:lvl3pPr>
            <a:lvl4pPr indent="-331469" lvl="3" marL="1828800" algn="l">
              <a:lnSpc>
                <a:spcPct val="100000"/>
              </a:lnSpc>
              <a:spcBef>
                <a:spcPts val="1200"/>
              </a:spcBef>
              <a:spcAft>
                <a:spcPts val="0"/>
              </a:spcAft>
              <a:buClr>
                <a:schemeClr val="dk1"/>
              </a:buClr>
              <a:buSzPts val="1620"/>
              <a:buChar char="–"/>
              <a:defRPr/>
            </a:lvl4pPr>
            <a:lvl5pPr indent="-331470" lvl="4" marL="2286000" algn="l">
              <a:lnSpc>
                <a:spcPct val="100000"/>
              </a:lnSpc>
              <a:spcBef>
                <a:spcPts val="1200"/>
              </a:spcBef>
              <a:spcAft>
                <a:spcPts val="0"/>
              </a:spcAft>
              <a:buClr>
                <a:schemeClr val="dk1"/>
              </a:buClr>
              <a:buSzPts val="162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graphics right">
  <p:cSld name="Two column graphics right">
    <p:spTree>
      <p:nvGrpSpPr>
        <p:cNvPr id="34" name="Shape 34"/>
        <p:cNvGrpSpPr/>
        <p:nvPr/>
      </p:nvGrpSpPr>
      <p:grpSpPr>
        <a:xfrm>
          <a:off x="0" y="0"/>
          <a:ext cx="0" cy="0"/>
          <a:chOff x="0" y="0"/>
          <a:chExt cx="0" cy="0"/>
        </a:xfrm>
      </p:grpSpPr>
      <p:sp>
        <p:nvSpPr>
          <p:cNvPr id="35" name="Google Shape;35;p15"/>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1800"/>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5"/>
          <p:cNvSpPr txBox="1"/>
          <p:nvPr>
            <p:ph idx="1" type="body"/>
          </p:nvPr>
        </p:nvSpPr>
        <p:spPr>
          <a:xfrm>
            <a:off x="457201" y="1527174"/>
            <a:ext cx="5499100" cy="4460875"/>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0"/>
              </a:spcBef>
              <a:spcAft>
                <a:spcPts val="0"/>
              </a:spcAft>
              <a:buSzPts val="1800"/>
              <a:buChar char="▪"/>
              <a:defRPr sz="2000"/>
            </a:lvl1pPr>
            <a:lvl2pPr indent="-342900" lvl="1" marL="914400" algn="l">
              <a:lnSpc>
                <a:spcPct val="100000"/>
              </a:lnSpc>
              <a:spcBef>
                <a:spcPts val="1200"/>
              </a:spcBef>
              <a:spcAft>
                <a:spcPts val="0"/>
              </a:spcAft>
              <a:buClr>
                <a:schemeClr val="dk1"/>
              </a:buClr>
              <a:buSzPts val="1800"/>
              <a:buChar char="–"/>
              <a:defRPr sz="2000"/>
            </a:lvl2pPr>
            <a:lvl3pPr indent="-342900" lvl="2" marL="1371600" algn="l">
              <a:lnSpc>
                <a:spcPct val="100000"/>
              </a:lnSpc>
              <a:spcBef>
                <a:spcPts val="1200"/>
              </a:spcBef>
              <a:spcAft>
                <a:spcPts val="0"/>
              </a:spcAft>
              <a:buClr>
                <a:schemeClr val="dk1"/>
              </a:buClr>
              <a:buSzPts val="1800"/>
              <a:buChar char="▪"/>
              <a:defRPr sz="2000"/>
            </a:lvl3pPr>
            <a:lvl4pPr indent="-342900" lvl="3" marL="1828800" algn="l">
              <a:lnSpc>
                <a:spcPct val="100000"/>
              </a:lnSpc>
              <a:spcBef>
                <a:spcPts val="1200"/>
              </a:spcBef>
              <a:spcAft>
                <a:spcPts val="0"/>
              </a:spcAft>
              <a:buClr>
                <a:schemeClr val="dk1"/>
              </a:buClr>
              <a:buSzPts val="1800"/>
              <a:buChar char="–"/>
              <a:defRPr sz="2000"/>
            </a:lvl4pPr>
            <a:lvl5pPr indent="-342900" lvl="4" marL="2286000" algn="l">
              <a:lnSpc>
                <a:spcPct val="100000"/>
              </a:lnSpc>
              <a:spcBef>
                <a:spcPts val="1200"/>
              </a:spcBef>
              <a:spcAft>
                <a:spcPts val="0"/>
              </a:spcAft>
              <a:buClr>
                <a:schemeClr val="dk1"/>
              </a:buClr>
              <a:buSzPts val="18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type="twoObj">
  <p:cSld name="TWO_OBJECTS">
    <p:spTree>
      <p:nvGrpSpPr>
        <p:cNvPr id="37" name="Shape 37"/>
        <p:cNvGrpSpPr/>
        <p:nvPr/>
      </p:nvGrpSpPr>
      <p:grpSpPr>
        <a:xfrm>
          <a:off x="0" y="0"/>
          <a:ext cx="0" cy="0"/>
          <a:chOff x="0" y="0"/>
          <a:chExt cx="0" cy="0"/>
        </a:xfrm>
      </p:grpSpPr>
      <p:sp>
        <p:nvSpPr>
          <p:cNvPr id="38" name="Google Shape;38;p16"/>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1800"/>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6"/>
          <p:cNvSpPr txBox="1"/>
          <p:nvPr>
            <p:ph idx="1" type="body"/>
          </p:nvPr>
        </p:nvSpPr>
        <p:spPr>
          <a:xfrm>
            <a:off x="457201" y="1527174"/>
            <a:ext cx="5499100" cy="4460875"/>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0"/>
              </a:spcBef>
              <a:spcAft>
                <a:spcPts val="0"/>
              </a:spcAft>
              <a:buSzPts val="1800"/>
              <a:buChar char="▪"/>
              <a:defRPr sz="2000"/>
            </a:lvl1pPr>
            <a:lvl2pPr indent="-342900" lvl="1" marL="914400" algn="l">
              <a:lnSpc>
                <a:spcPct val="100000"/>
              </a:lnSpc>
              <a:spcBef>
                <a:spcPts val="1200"/>
              </a:spcBef>
              <a:spcAft>
                <a:spcPts val="0"/>
              </a:spcAft>
              <a:buClr>
                <a:schemeClr val="dk1"/>
              </a:buClr>
              <a:buSzPts val="1800"/>
              <a:buChar char="–"/>
              <a:defRPr sz="2000"/>
            </a:lvl2pPr>
            <a:lvl3pPr indent="-342900" lvl="2" marL="1371600" algn="l">
              <a:lnSpc>
                <a:spcPct val="100000"/>
              </a:lnSpc>
              <a:spcBef>
                <a:spcPts val="1200"/>
              </a:spcBef>
              <a:spcAft>
                <a:spcPts val="0"/>
              </a:spcAft>
              <a:buClr>
                <a:schemeClr val="dk1"/>
              </a:buClr>
              <a:buSzPts val="1800"/>
              <a:buChar char="▪"/>
              <a:defRPr sz="2000"/>
            </a:lvl3pPr>
            <a:lvl4pPr indent="-342900" lvl="3" marL="1828800" algn="l">
              <a:lnSpc>
                <a:spcPct val="100000"/>
              </a:lnSpc>
              <a:spcBef>
                <a:spcPts val="1200"/>
              </a:spcBef>
              <a:spcAft>
                <a:spcPts val="0"/>
              </a:spcAft>
              <a:buClr>
                <a:schemeClr val="dk1"/>
              </a:buClr>
              <a:buSzPts val="1800"/>
              <a:buChar char="–"/>
              <a:defRPr sz="2000"/>
            </a:lvl4pPr>
            <a:lvl5pPr indent="-342900" lvl="4" marL="2286000" algn="l">
              <a:lnSpc>
                <a:spcPct val="100000"/>
              </a:lnSpc>
              <a:spcBef>
                <a:spcPts val="1200"/>
              </a:spcBef>
              <a:spcAft>
                <a:spcPts val="0"/>
              </a:spcAft>
              <a:buClr>
                <a:schemeClr val="dk1"/>
              </a:buClr>
              <a:buSzPts val="18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2" type="body"/>
          </p:nvPr>
        </p:nvSpPr>
        <p:spPr>
          <a:xfrm>
            <a:off x="6234113" y="1527174"/>
            <a:ext cx="5499100" cy="4460875"/>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0"/>
              </a:spcBef>
              <a:spcAft>
                <a:spcPts val="0"/>
              </a:spcAft>
              <a:buSzPts val="1800"/>
              <a:buChar char="▪"/>
              <a:defRPr sz="2000"/>
            </a:lvl1pPr>
            <a:lvl2pPr indent="-342900" lvl="1" marL="914400" algn="l">
              <a:lnSpc>
                <a:spcPct val="100000"/>
              </a:lnSpc>
              <a:spcBef>
                <a:spcPts val="1200"/>
              </a:spcBef>
              <a:spcAft>
                <a:spcPts val="0"/>
              </a:spcAft>
              <a:buClr>
                <a:schemeClr val="dk1"/>
              </a:buClr>
              <a:buSzPts val="1800"/>
              <a:buChar char="–"/>
              <a:defRPr sz="2000"/>
            </a:lvl2pPr>
            <a:lvl3pPr indent="-342900" lvl="2" marL="1371600" algn="l">
              <a:lnSpc>
                <a:spcPct val="100000"/>
              </a:lnSpc>
              <a:spcBef>
                <a:spcPts val="1200"/>
              </a:spcBef>
              <a:spcAft>
                <a:spcPts val="0"/>
              </a:spcAft>
              <a:buClr>
                <a:schemeClr val="dk1"/>
              </a:buClr>
              <a:buSzPts val="1800"/>
              <a:buChar char="▪"/>
              <a:defRPr sz="2000"/>
            </a:lvl3pPr>
            <a:lvl4pPr indent="-342900" lvl="3" marL="1828800" algn="l">
              <a:lnSpc>
                <a:spcPct val="100000"/>
              </a:lnSpc>
              <a:spcBef>
                <a:spcPts val="1200"/>
              </a:spcBef>
              <a:spcAft>
                <a:spcPts val="0"/>
              </a:spcAft>
              <a:buClr>
                <a:schemeClr val="dk1"/>
              </a:buClr>
              <a:buSzPts val="1800"/>
              <a:buChar char="–"/>
              <a:defRPr sz="2000"/>
            </a:lvl4pPr>
            <a:lvl5pPr indent="-342900" lvl="4" marL="2286000" algn="l">
              <a:lnSpc>
                <a:spcPct val="100000"/>
              </a:lnSpc>
              <a:spcBef>
                <a:spcPts val="1200"/>
              </a:spcBef>
              <a:spcAft>
                <a:spcPts val="0"/>
              </a:spcAft>
              <a:buClr>
                <a:schemeClr val="dk1"/>
              </a:buClr>
              <a:buSzPts val="18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p:cSld name="Three column">
    <p:spTree>
      <p:nvGrpSpPr>
        <p:cNvPr id="41" name="Shape 41"/>
        <p:cNvGrpSpPr/>
        <p:nvPr/>
      </p:nvGrpSpPr>
      <p:grpSpPr>
        <a:xfrm>
          <a:off x="0" y="0"/>
          <a:ext cx="0" cy="0"/>
          <a:chOff x="0" y="0"/>
          <a:chExt cx="0" cy="0"/>
        </a:xfrm>
      </p:grpSpPr>
      <p:sp>
        <p:nvSpPr>
          <p:cNvPr id="42" name="Google Shape;42;p17"/>
          <p:cNvSpPr txBox="1"/>
          <p:nvPr>
            <p:ph idx="1" type="body"/>
          </p:nvPr>
        </p:nvSpPr>
        <p:spPr>
          <a:xfrm>
            <a:off x="4424193" y="1527175"/>
            <a:ext cx="3336925" cy="44608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dk2"/>
              </a:buClr>
              <a:buSzPts val="1800"/>
              <a:buFont typeface="Noto Sans Symbols"/>
              <a:buChar char="▪"/>
              <a:defRPr sz="2000"/>
            </a:lvl2pPr>
            <a:lvl3pPr indent="-342900" lvl="2" marL="1371600" algn="l">
              <a:lnSpc>
                <a:spcPct val="100000"/>
              </a:lnSpc>
              <a:spcBef>
                <a:spcPts val="1200"/>
              </a:spcBef>
              <a:spcAft>
                <a:spcPts val="0"/>
              </a:spcAft>
              <a:buClr>
                <a:schemeClr val="dk1"/>
              </a:buClr>
              <a:buSzPts val="1800"/>
              <a:buFont typeface="Arial"/>
              <a:buChar char="–"/>
              <a:defRPr sz="2000"/>
            </a:lvl3pPr>
            <a:lvl4pPr indent="-342900" lvl="3" marL="1828800" algn="l">
              <a:lnSpc>
                <a:spcPct val="100000"/>
              </a:lnSpc>
              <a:spcBef>
                <a:spcPts val="1200"/>
              </a:spcBef>
              <a:spcAft>
                <a:spcPts val="0"/>
              </a:spcAft>
              <a:buClr>
                <a:schemeClr val="dk1"/>
              </a:buClr>
              <a:buSzPts val="1800"/>
              <a:buFont typeface="Noto Sans Symbols"/>
              <a:buChar char="▪"/>
              <a:defRPr sz="2000"/>
            </a:lvl4pPr>
            <a:lvl5pPr indent="-342900" lvl="4" marL="2286000" algn="l">
              <a:lnSpc>
                <a:spcPct val="100000"/>
              </a:lnSpc>
              <a:spcBef>
                <a:spcPts val="1200"/>
              </a:spcBef>
              <a:spcAft>
                <a:spcPts val="0"/>
              </a:spcAft>
              <a:buClr>
                <a:schemeClr val="dk1"/>
              </a:buClr>
              <a:buSzPts val="1800"/>
              <a:buFont typeface="Arial"/>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17"/>
          <p:cNvSpPr txBox="1"/>
          <p:nvPr>
            <p:ph idx="2" type="body"/>
          </p:nvPr>
        </p:nvSpPr>
        <p:spPr>
          <a:xfrm>
            <a:off x="8391186" y="1527175"/>
            <a:ext cx="3336925" cy="44608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dk2"/>
              </a:buClr>
              <a:buSzPts val="1800"/>
              <a:buFont typeface="Noto Sans Symbols"/>
              <a:buChar char="▪"/>
              <a:defRPr sz="2000"/>
            </a:lvl2pPr>
            <a:lvl3pPr indent="-342900" lvl="2" marL="1371600" algn="l">
              <a:lnSpc>
                <a:spcPct val="100000"/>
              </a:lnSpc>
              <a:spcBef>
                <a:spcPts val="1200"/>
              </a:spcBef>
              <a:spcAft>
                <a:spcPts val="0"/>
              </a:spcAft>
              <a:buClr>
                <a:schemeClr val="dk1"/>
              </a:buClr>
              <a:buSzPts val="1800"/>
              <a:buFont typeface="Arial"/>
              <a:buChar char="–"/>
              <a:defRPr sz="2000"/>
            </a:lvl3pPr>
            <a:lvl4pPr indent="-342900" lvl="3" marL="1828800" algn="l">
              <a:lnSpc>
                <a:spcPct val="100000"/>
              </a:lnSpc>
              <a:spcBef>
                <a:spcPts val="1200"/>
              </a:spcBef>
              <a:spcAft>
                <a:spcPts val="0"/>
              </a:spcAft>
              <a:buClr>
                <a:schemeClr val="dk1"/>
              </a:buClr>
              <a:buSzPts val="1800"/>
              <a:buFont typeface="Noto Sans Symbols"/>
              <a:buChar char="▪"/>
              <a:defRPr sz="2000"/>
            </a:lvl4pPr>
            <a:lvl5pPr indent="-342900" lvl="4" marL="2286000" algn="l">
              <a:lnSpc>
                <a:spcPct val="100000"/>
              </a:lnSpc>
              <a:spcBef>
                <a:spcPts val="1200"/>
              </a:spcBef>
              <a:spcAft>
                <a:spcPts val="0"/>
              </a:spcAft>
              <a:buClr>
                <a:schemeClr val="dk1"/>
              </a:buClr>
              <a:buSzPts val="1800"/>
              <a:buFont typeface="Arial"/>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7"/>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1800"/>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17"/>
          <p:cNvSpPr txBox="1"/>
          <p:nvPr>
            <p:ph idx="3" type="body"/>
          </p:nvPr>
        </p:nvSpPr>
        <p:spPr>
          <a:xfrm>
            <a:off x="457200" y="1527175"/>
            <a:ext cx="3336925" cy="44608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dk2"/>
              </a:buClr>
              <a:buSzPts val="1800"/>
              <a:buFont typeface="Noto Sans Symbols"/>
              <a:buChar char="▪"/>
              <a:defRPr sz="2000"/>
            </a:lvl2pPr>
            <a:lvl3pPr indent="-342900" lvl="2" marL="1371600" algn="l">
              <a:lnSpc>
                <a:spcPct val="100000"/>
              </a:lnSpc>
              <a:spcBef>
                <a:spcPts val="1200"/>
              </a:spcBef>
              <a:spcAft>
                <a:spcPts val="0"/>
              </a:spcAft>
              <a:buClr>
                <a:schemeClr val="dk1"/>
              </a:buClr>
              <a:buSzPts val="1800"/>
              <a:buFont typeface="Arial"/>
              <a:buChar char="–"/>
              <a:defRPr sz="2000"/>
            </a:lvl3pPr>
            <a:lvl4pPr indent="-342900" lvl="3" marL="1828800" algn="l">
              <a:lnSpc>
                <a:spcPct val="100000"/>
              </a:lnSpc>
              <a:spcBef>
                <a:spcPts val="1200"/>
              </a:spcBef>
              <a:spcAft>
                <a:spcPts val="0"/>
              </a:spcAft>
              <a:buClr>
                <a:schemeClr val="dk1"/>
              </a:buClr>
              <a:buSzPts val="1800"/>
              <a:buFont typeface="Noto Sans Symbols"/>
              <a:buChar char="▪"/>
              <a:defRPr sz="2000"/>
            </a:lvl4pPr>
            <a:lvl5pPr indent="-342900" lvl="4" marL="2286000" algn="l">
              <a:lnSpc>
                <a:spcPct val="100000"/>
              </a:lnSpc>
              <a:spcBef>
                <a:spcPts val="1200"/>
              </a:spcBef>
              <a:spcAft>
                <a:spcPts val="0"/>
              </a:spcAft>
              <a:buClr>
                <a:schemeClr val="dk1"/>
              </a:buClr>
              <a:buSzPts val="1800"/>
              <a:buFont typeface="Arial"/>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shaded">
  <p:cSld name="Three column shaded">
    <p:spTree>
      <p:nvGrpSpPr>
        <p:cNvPr id="46" name="Shape 46"/>
        <p:cNvGrpSpPr/>
        <p:nvPr/>
      </p:nvGrpSpPr>
      <p:grpSpPr>
        <a:xfrm>
          <a:off x="0" y="0"/>
          <a:ext cx="0" cy="0"/>
          <a:chOff x="0" y="0"/>
          <a:chExt cx="0" cy="0"/>
        </a:xfrm>
      </p:grpSpPr>
      <p:sp>
        <p:nvSpPr>
          <p:cNvPr id="47" name="Google Shape;47;p18"/>
          <p:cNvSpPr txBox="1"/>
          <p:nvPr>
            <p:ph idx="1" type="body"/>
          </p:nvPr>
        </p:nvSpPr>
        <p:spPr>
          <a:xfrm>
            <a:off x="4424192" y="1527175"/>
            <a:ext cx="3336925" cy="4460875"/>
          </a:xfrm>
          <a:prstGeom prst="rect">
            <a:avLst/>
          </a:prstGeom>
          <a:solidFill>
            <a:srgbClr val="F4F4F4"/>
          </a:solidFill>
          <a:ln>
            <a:noFill/>
          </a:ln>
        </p:spPr>
        <p:txBody>
          <a:bodyPr anchorCtr="0" anchor="t" bIns="182875" lIns="182875" spcFirstLastPara="1" rIns="91425" wrap="square" tIns="182875">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dk2"/>
              </a:buClr>
              <a:buSzPts val="1800"/>
              <a:buFont typeface="Noto Sans Symbols"/>
              <a:buChar char="▪"/>
              <a:defRPr sz="2000"/>
            </a:lvl2pPr>
            <a:lvl3pPr indent="-342900" lvl="2" marL="1371600" algn="l">
              <a:lnSpc>
                <a:spcPct val="100000"/>
              </a:lnSpc>
              <a:spcBef>
                <a:spcPts val="1200"/>
              </a:spcBef>
              <a:spcAft>
                <a:spcPts val="0"/>
              </a:spcAft>
              <a:buClr>
                <a:schemeClr val="dk1"/>
              </a:buClr>
              <a:buSzPts val="1800"/>
              <a:buFont typeface="Arial"/>
              <a:buChar char="–"/>
              <a:defRPr sz="2000"/>
            </a:lvl3pPr>
            <a:lvl4pPr indent="-342900" lvl="3" marL="1828800" algn="l">
              <a:lnSpc>
                <a:spcPct val="100000"/>
              </a:lnSpc>
              <a:spcBef>
                <a:spcPts val="1200"/>
              </a:spcBef>
              <a:spcAft>
                <a:spcPts val="0"/>
              </a:spcAft>
              <a:buClr>
                <a:schemeClr val="dk1"/>
              </a:buClr>
              <a:buSzPts val="1800"/>
              <a:buFont typeface="Noto Sans Symbols"/>
              <a:buChar char="▪"/>
              <a:defRPr sz="2000"/>
            </a:lvl4pPr>
            <a:lvl5pPr indent="-342900" lvl="4" marL="2286000" algn="l">
              <a:lnSpc>
                <a:spcPct val="100000"/>
              </a:lnSpc>
              <a:spcBef>
                <a:spcPts val="1200"/>
              </a:spcBef>
              <a:spcAft>
                <a:spcPts val="0"/>
              </a:spcAft>
              <a:buClr>
                <a:schemeClr val="dk1"/>
              </a:buClr>
              <a:buSzPts val="1800"/>
              <a:buFont typeface="Arial"/>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8"/>
          <p:cNvSpPr txBox="1"/>
          <p:nvPr>
            <p:ph idx="2" type="body"/>
          </p:nvPr>
        </p:nvSpPr>
        <p:spPr>
          <a:xfrm>
            <a:off x="8391523" y="1527175"/>
            <a:ext cx="3336925" cy="4460875"/>
          </a:xfrm>
          <a:prstGeom prst="rect">
            <a:avLst/>
          </a:prstGeom>
          <a:solidFill>
            <a:srgbClr val="F4F4F4"/>
          </a:solidFill>
          <a:ln>
            <a:noFill/>
          </a:ln>
        </p:spPr>
        <p:txBody>
          <a:bodyPr anchorCtr="0" anchor="t" bIns="182875" lIns="182875" spcFirstLastPara="1" rIns="91425" wrap="square" tIns="182875">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dk2"/>
              </a:buClr>
              <a:buSzPts val="1800"/>
              <a:buFont typeface="Noto Sans Symbols"/>
              <a:buChar char="▪"/>
              <a:defRPr sz="2000"/>
            </a:lvl2pPr>
            <a:lvl3pPr indent="-342900" lvl="2" marL="1371600" algn="l">
              <a:lnSpc>
                <a:spcPct val="100000"/>
              </a:lnSpc>
              <a:spcBef>
                <a:spcPts val="1200"/>
              </a:spcBef>
              <a:spcAft>
                <a:spcPts val="0"/>
              </a:spcAft>
              <a:buClr>
                <a:schemeClr val="dk1"/>
              </a:buClr>
              <a:buSzPts val="1800"/>
              <a:buFont typeface="Arial"/>
              <a:buChar char="–"/>
              <a:defRPr sz="2000"/>
            </a:lvl3pPr>
            <a:lvl4pPr indent="-342900" lvl="3" marL="1828800" algn="l">
              <a:lnSpc>
                <a:spcPct val="100000"/>
              </a:lnSpc>
              <a:spcBef>
                <a:spcPts val="1200"/>
              </a:spcBef>
              <a:spcAft>
                <a:spcPts val="0"/>
              </a:spcAft>
              <a:buClr>
                <a:schemeClr val="dk1"/>
              </a:buClr>
              <a:buSzPts val="1800"/>
              <a:buFont typeface="Noto Sans Symbols"/>
              <a:buChar char="▪"/>
              <a:defRPr sz="2000"/>
            </a:lvl4pPr>
            <a:lvl5pPr indent="-342900" lvl="4" marL="2286000" algn="l">
              <a:lnSpc>
                <a:spcPct val="100000"/>
              </a:lnSpc>
              <a:spcBef>
                <a:spcPts val="1200"/>
              </a:spcBef>
              <a:spcAft>
                <a:spcPts val="0"/>
              </a:spcAft>
              <a:buClr>
                <a:schemeClr val="dk1"/>
              </a:buClr>
              <a:buSzPts val="1800"/>
              <a:buFont typeface="Arial"/>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8"/>
          <p:cNvSpPr txBox="1"/>
          <p:nvPr>
            <p:ph idx="3" type="body"/>
          </p:nvPr>
        </p:nvSpPr>
        <p:spPr>
          <a:xfrm>
            <a:off x="457200" y="1527175"/>
            <a:ext cx="3336925" cy="4460875"/>
          </a:xfrm>
          <a:prstGeom prst="rect">
            <a:avLst/>
          </a:prstGeom>
          <a:solidFill>
            <a:srgbClr val="F4F4F4"/>
          </a:solidFill>
          <a:ln>
            <a:noFill/>
          </a:ln>
        </p:spPr>
        <p:txBody>
          <a:bodyPr anchorCtr="0" anchor="t" bIns="182875" lIns="182875" spcFirstLastPara="1" rIns="91425" wrap="square" tIns="182875">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dk2"/>
              </a:buClr>
              <a:buSzPts val="1800"/>
              <a:buFont typeface="Noto Sans Symbols"/>
              <a:buChar char="▪"/>
              <a:defRPr sz="2000"/>
            </a:lvl2pPr>
            <a:lvl3pPr indent="-342900" lvl="2" marL="1371600" algn="l">
              <a:lnSpc>
                <a:spcPct val="100000"/>
              </a:lnSpc>
              <a:spcBef>
                <a:spcPts val="1200"/>
              </a:spcBef>
              <a:spcAft>
                <a:spcPts val="0"/>
              </a:spcAft>
              <a:buClr>
                <a:schemeClr val="dk1"/>
              </a:buClr>
              <a:buSzPts val="1800"/>
              <a:buFont typeface="Arial"/>
              <a:buChar char="–"/>
              <a:defRPr sz="2000"/>
            </a:lvl3pPr>
            <a:lvl4pPr indent="-342900" lvl="3" marL="1828800" algn="l">
              <a:lnSpc>
                <a:spcPct val="100000"/>
              </a:lnSpc>
              <a:spcBef>
                <a:spcPts val="1200"/>
              </a:spcBef>
              <a:spcAft>
                <a:spcPts val="0"/>
              </a:spcAft>
              <a:buClr>
                <a:schemeClr val="dk1"/>
              </a:buClr>
              <a:buSzPts val="1800"/>
              <a:buFont typeface="Noto Sans Symbols"/>
              <a:buChar char="▪"/>
              <a:defRPr sz="2000"/>
            </a:lvl4pPr>
            <a:lvl5pPr indent="-342900" lvl="4" marL="2286000" algn="l">
              <a:lnSpc>
                <a:spcPct val="100000"/>
              </a:lnSpc>
              <a:spcBef>
                <a:spcPts val="1200"/>
              </a:spcBef>
              <a:spcAft>
                <a:spcPts val="0"/>
              </a:spcAft>
              <a:buClr>
                <a:schemeClr val="dk1"/>
              </a:buClr>
              <a:buSzPts val="1800"/>
              <a:buFont typeface="Arial"/>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8"/>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1800"/>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p:cSld name="Four column">
    <p:spTree>
      <p:nvGrpSpPr>
        <p:cNvPr id="51" name="Shape 51"/>
        <p:cNvGrpSpPr/>
        <p:nvPr/>
      </p:nvGrpSpPr>
      <p:grpSpPr>
        <a:xfrm>
          <a:off x="0" y="0"/>
          <a:ext cx="0" cy="0"/>
          <a:chOff x="0" y="0"/>
          <a:chExt cx="0" cy="0"/>
        </a:xfrm>
      </p:grpSpPr>
      <p:sp>
        <p:nvSpPr>
          <p:cNvPr id="52" name="Google Shape;52;p19"/>
          <p:cNvSpPr txBox="1"/>
          <p:nvPr>
            <p:ph idx="1" type="body"/>
          </p:nvPr>
        </p:nvSpPr>
        <p:spPr>
          <a:xfrm>
            <a:off x="457200" y="1527175"/>
            <a:ext cx="2563495" cy="44608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dk2"/>
              </a:buClr>
              <a:buSzPts val="1800"/>
              <a:buFont typeface="Noto Sans Symbols"/>
              <a:buChar char="▪"/>
              <a:defRPr sz="2000"/>
            </a:lvl2pPr>
            <a:lvl3pPr indent="-342900" lvl="2" marL="1371600" algn="l">
              <a:lnSpc>
                <a:spcPct val="100000"/>
              </a:lnSpc>
              <a:spcBef>
                <a:spcPts val="1200"/>
              </a:spcBef>
              <a:spcAft>
                <a:spcPts val="0"/>
              </a:spcAft>
              <a:buClr>
                <a:schemeClr val="dk1"/>
              </a:buClr>
              <a:buSzPts val="1800"/>
              <a:buFont typeface="Arial"/>
              <a:buChar char="–"/>
              <a:defRPr sz="2000"/>
            </a:lvl3pPr>
            <a:lvl4pPr indent="-342900" lvl="3" marL="1828800" algn="l">
              <a:lnSpc>
                <a:spcPct val="100000"/>
              </a:lnSpc>
              <a:spcBef>
                <a:spcPts val="1200"/>
              </a:spcBef>
              <a:spcAft>
                <a:spcPts val="0"/>
              </a:spcAft>
              <a:buClr>
                <a:schemeClr val="dk1"/>
              </a:buClr>
              <a:buSzPts val="1800"/>
              <a:buFont typeface="Noto Sans Symbols"/>
              <a:buChar char="▪"/>
              <a:defRPr sz="2000"/>
            </a:lvl4pPr>
            <a:lvl5pPr indent="-342900" lvl="4" marL="2286000" algn="l">
              <a:lnSpc>
                <a:spcPct val="100000"/>
              </a:lnSpc>
              <a:spcBef>
                <a:spcPts val="1200"/>
              </a:spcBef>
              <a:spcAft>
                <a:spcPts val="0"/>
              </a:spcAft>
              <a:buClr>
                <a:schemeClr val="dk1"/>
              </a:buClr>
              <a:buSzPts val="1800"/>
              <a:buFont typeface="Arial"/>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9"/>
          <p:cNvSpPr txBox="1"/>
          <p:nvPr>
            <p:ph idx="2" type="body"/>
          </p:nvPr>
        </p:nvSpPr>
        <p:spPr>
          <a:xfrm>
            <a:off x="3375342" y="1527175"/>
            <a:ext cx="2563495" cy="44608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dk2"/>
              </a:buClr>
              <a:buSzPts val="1800"/>
              <a:buFont typeface="Noto Sans Symbols"/>
              <a:buChar char="▪"/>
              <a:defRPr sz="2000"/>
            </a:lvl2pPr>
            <a:lvl3pPr indent="-342900" lvl="2" marL="1371600" algn="l">
              <a:lnSpc>
                <a:spcPct val="100000"/>
              </a:lnSpc>
              <a:spcBef>
                <a:spcPts val="1200"/>
              </a:spcBef>
              <a:spcAft>
                <a:spcPts val="0"/>
              </a:spcAft>
              <a:buClr>
                <a:schemeClr val="dk1"/>
              </a:buClr>
              <a:buSzPts val="1800"/>
              <a:buFont typeface="Arial"/>
              <a:buChar char="–"/>
              <a:defRPr sz="2000"/>
            </a:lvl3pPr>
            <a:lvl4pPr indent="-342900" lvl="3" marL="1828800" algn="l">
              <a:lnSpc>
                <a:spcPct val="100000"/>
              </a:lnSpc>
              <a:spcBef>
                <a:spcPts val="1200"/>
              </a:spcBef>
              <a:spcAft>
                <a:spcPts val="0"/>
              </a:spcAft>
              <a:buClr>
                <a:schemeClr val="dk1"/>
              </a:buClr>
              <a:buSzPts val="1800"/>
              <a:buFont typeface="Noto Sans Symbols"/>
              <a:buChar char="▪"/>
              <a:defRPr sz="2000"/>
            </a:lvl4pPr>
            <a:lvl5pPr indent="-342900" lvl="4" marL="2286000" algn="l">
              <a:lnSpc>
                <a:spcPct val="100000"/>
              </a:lnSpc>
              <a:spcBef>
                <a:spcPts val="1200"/>
              </a:spcBef>
              <a:spcAft>
                <a:spcPts val="0"/>
              </a:spcAft>
              <a:buClr>
                <a:schemeClr val="dk1"/>
              </a:buClr>
              <a:buSzPts val="1800"/>
              <a:buFont typeface="Arial"/>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19"/>
          <p:cNvSpPr txBox="1"/>
          <p:nvPr>
            <p:ph idx="3" type="body"/>
          </p:nvPr>
        </p:nvSpPr>
        <p:spPr>
          <a:xfrm>
            <a:off x="6254752" y="1527175"/>
            <a:ext cx="2563495" cy="44608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dk2"/>
              </a:buClr>
              <a:buSzPts val="1800"/>
              <a:buFont typeface="Noto Sans Symbols"/>
              <a:buChar char="▪"/>
              <a:defRPr sz="2000"/>
            </a:lvl2pPr>
            <a:lvl3pPr indent="-342900" lvl="2" marL="1371600" algn="l">
              <a:lnSpc>
                <a:spcPct val="100000"/>
              </a:lnSpc>
              <a:spcBef>
                <a:spcPts val="1200"/>
              </a:spcBef>
              <a:spcAft>
                <a:spcPts val="0"/>
              </a:spcAft>
              <a:buClr>
                <a:schemeClr val="dk1"/>
              </a:buClr>
              <a:buSzPts val="1800"/>
              <a:buFont typeface="Arial"/>
              <a:buChar char="–"/>
              <a:defRPr sz="2000"/>
            </a:lvl3pPr>
            <a:lvl4pPr indent="-342900" lvl="3" marL="1828800" algn="l">
              <a:lnSpc>
                <a:spcPct val="100000"/>
              </a:lnSpc>
              <a:spcBef>
                <a:spcPts val="1200"/>
              </a:spcBef>
              <a:spcAft>
                <a:spcPts val="0"/>
              </a:spcAft>
              <a:buClr>
                <a:schemeClr val="dk1"/>
              </a:buClr>
              <a:buSzPts val="1800"/>
              <a:buFont typeface="Noto Sans Symbols"/>
              <a:buChar char="▪"/>
              <a:defRPr sz="2000"/>
            </a:lvl4pPr>
            <a:lvl5pPr indent="-342900" lvl="4" marL="2286000" algn="l">
              <a:lnSpc>
                <a:spcPct val="100000"/>
              </a:lnSpc>
              <a:spcBef>
                <a:spcPts val="1200"/>
              </a:spcBef>
              <a:spcAft>
                <a:spcPts val="0"/>
              </a:spcAft>
              <a:buClr>
                <a:schemeClr val="dk1"/>
              </a:buClr>
              <a:buSzPts val="1800"/>
              <a:buFont typeface="Arial"/>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19"/>
          <p:cNvSpPr txBox="1"/>
          <p:nvPr>
            <p:ph idx="4" type="body"/>
          </p:nvPr>
        </p:nvSpPr>
        <p:spPr>
          <a:xfrm>
            <a:off x="9169718" y="1527175"/>
            <a:ext cx="2563495" cy="44608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dk2"/>
              </a:buClr>
              <a:buSzPts val="1800"/>
              <a:buFont typeface="Noto Sans Symbols"/>
              <a:buChar char="▪"/>
              <a:defRPr sz="2000"/>
            </a:lvl2pPr>
            <a:lvl3pPr indent="-342900" lvl="2" marL="1371600" algn="l">
              <a:lnSpc>
                <a:spcPct val="100000"/>
              </a:lnSpc>
              <a:spcBef>
                <a:spcPts val="1200"/>
              </a:spcBef>
              <a:spcAft>
                <a:spcPts val="0"/>
              </a:spcAft>
              <a:buClr>
                <a:schemeClr val="dk1"/>
              </a:buClr>
              <a:buSzPts val="1800"/>
              <a:buFont typeface="Arial"/>
              <a:buChar char="–"/>
              <a:defRPr sz="2000"/>
            </a:lvl3pPr>
            <a:lvl4pPr indent="-342900" lvl="3" marL="1828800" algn="l">
              <a:lnSpc>
                <a:spcPct val="100000"/>
              </a:lnSpc>
              <a:spcBef>
                <a:spcPts val="1200"/>
              </a:spcBef>
              <a:spcAft>
                <a:spcPts val="0"/>
              </a:spcAft>
              <a:buClr>
                <a:schemeClr val="dk1"/>
              </a:buClr>
              <a:buSzPts val="1800"/>
              <a:buFont typeface="Noto Sans Symbols"/>
              <a:buChar char="▪"/>
              <a:defRPr sz="2000"/>
            </a:lvl4pPr>
            <a:lvl5pPr indent="-342900" lvl="4" marL="2286000" algn="l">
              <a:lnSpc>
                <a:spcPct val="100000"/>
              </a:lnSpc>
              <a:spcBef>
                <a:spcPts val="1200"/>
              </a:spcBef>
              <a:spcAft>
                <a:spcPts val="0"/>
              </a:spcAft>
              <a:buClr>
                <a:schemeClr val="dk1"/>
              </a:buClr>
              <a:buSzPts val="1800"/>
              <a:buFont typeface="Arial"/>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19"/>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1800"/>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shaded">
  <p:cSld name="Four column shaded">
    <p:spTree>
      <p:nvGrpSpPr>
        <p:cNvPr id="57" name="Shape 57"/>
        <p:cNvGrpSpPr/>
        <p:nvPr/>
      </p:nvGrpSpPr>
      <p:grpSpPr>
        <a:xfrm>
          <a:off x="0" y="0"/>
          <a:ext cx="0" cy="0"/>
          <a:chOff x="0" y="0"/>
          <a:chExt cx="0" cy="0"/>
        </a:xfrm>
      </p:grpSpPr>
      <p:sp>
        <p:nvSpPr>
          <p:cNvPr id="58" name="Google Shape;58;p20"/>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1800"/>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20"/>
          <p:cNvSpPr txBox="1"/>
          <p:nvPr>
            <p:ph idx="1" type="body"/>
          </p:nvPr>
        </p:nvSpPr>
        <p:spPr>
          <a:xfrm>
            <a:off x="457200" y="1527175"/>
            <a:ext cx="2563495" cy="4460875"/>
          </a:xfrm>
          <a:prstGeom prst="rect">
            <a:avLst/>
          </a:prstGeom>
          <a:solidFill>
            <a:srgbClr val="F4F4F4"/>
          </a:solidFill>
          <a:ln>
            <a:noFill/>
          </a:ln>
        </p:spPr>
        <p:txBody>
          <a:bodyPr anchorCtr="0" anchor="t" bIns="182875" lIns="182875" spcFirstLastPara="1" rIns="91425" wrap="square" tIns="182875">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dk2"/>
              </a:buClr>
              <a:buSzPts val="1800"/>
              <a:buFont typeface="Noto Sans Symbols"/>
              <a:buChar char="▪"/>
              <a:defRPr sz="2000"/>
            </a:lvl2pPr>
            <a:lvl3pPr indent="-342900" lvl="2" marL="1371600" algn="l">
              <a:lnSpc>
                <a:spcPct val="100000"/>
              </a:lnSpc>
              <a:spcBef>
                <a:spcPts val="1200"/>
              </a:spcBef>
              <a:spcAft>
                <a:spcPts val="0"/>
              </a:spcAft>
              <a:buClr>
                <a:schemeClr val="dk1"/>
              </a:buClr>
              <a:buSzPts val="1800"/>
              <a:buFont typeface="Arial"/>
              <a:buChar char="–"/>
              <a:defRPr sz="2000"/>
            </a:lvl3pPr>
            <a:lvl4pPr indent="-342900" lvl="3" marL="1828800" algn="l">
              <a:lnSpc>
                <a:spcPct val="100000"/>
              </a:lnSpc>
              <a:spcBef>
                <a:spcPts val="1200"/>
              </a:spcBef>
              <a:spcAft>
                <a:spcPts val="0"/>
              </a:spcAft>
              <a:buClr>
                <a:schemeClr val="dk1"/>
              </a:buClr>
              <a:buSzPts val="1800"/>
              <a:buFont typeface="Noto Sans Symbols"/>
              <a:buChar char="▪"/>
              <a:defRPr sz="2000"/>
            </a:lvl4pPr>
            <a:lvl5pPr indent="-342900" lvl="4" marL="2286000" algn="l">
              <a:lnSpc>
                <a:spcPct val="100000"/>
              </a:lnSpc>
              <a:spcBef>
                <a:spcPts val="1200"/>
              </a:spcBef>
              <a:spcAft>
                <a:spcPts val="0"/>
              </a:spcAft>
              <a:buClr>
                <a:schemeClr val="dk1"/>
              </a:buClr>
              <a:buSzPts val="1800"/>
              <a:buFont typeface="Arial"/>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20"/>
          <p:cNvSpPr txBox="1"/>
          <p:nvPr>
            <p:ph idx="2" type="body"/>
          </p:nvPr>
        </p:nvSpPr>
        <p:spPr>
          <a:xfrm>
            <a:off x="3363487" y="1527175"/>
            <a:ext cx="2563495" cy="4460875"/>
          </a:xfrm>
          <a:prstGeom prst="rect">
            <a:avLst/>
          </a:prstGeom>
          <a:solidFill>
            <a:srgbClr val="F4F4F4"/>
          </a:solidFill>
          <a:ln>
            <a:noFill/>
          </a:ln>
        </p:spPr>
        <p:txBody>
          <a:bodyPr anchorCtr="0" anchor="t" bIns="182875" lIns="182875" spcFirstLastPara="1" rIns="91425" wrap="square" tIns="182875">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dk2"/>
              </a:buClr>
              <a:buSzPts val="1800"/>
              <a:buFont typeface="Noto Sans Symbols"/>
              <a:buChar char="▪"/>
              <a:defRPr sz="2000"/>
            </a:lvl2pPr>
            <a:lvl3pPr indent="-342900" lvl="2" marL="1371600" algn="l">
              <a:lnSpc>
                <a:spcPct val="100000"/>
              </a:lnSpc>
              <a:spcBef>
                <a:spcPts val="1200"/>
              </a:spcBef>
              <a:spcAft>
                <a:spcPts val="0"/>
              </a:spcAft>
              <a:buClr>
                <a:schemeClr val="dk1"/>
              </a:buClr>
              <a:buSzPts val="1800"/>
              <a:buFont typeface="Arial"/>
              <a:buChar char="–"/>
              <a:defRPr sz="2000"/>
            </a:lvl3pPr>
            <a:lvl4pPr indent="-342900" lvl="3" marL="1828800" algn="l">
              <a:lnSpc>
                <a:spcPct val="100000"/>
              </a:lnSpc>
              <a:spcBef>
                <a:spcPts val="1200"/>
              </a:spcBef>
              <a:spcAft>
                <a:spcPts val="0"/>
              </a:spcAft>
              <a:buClr>
                <a:schemeClr val="dk1"/>
              </a:buClr>
              <a:buSzPts val="1800"/>
              <a:buFont typeface="Noto Sans Symbols"/>
              <a:buChar char="▪"/>
              <a:defRPr sz="2000"/>
            </a:lvl4pPr>
            <a:lvl5pPr indent="-342900" lvl="4" marL="2286000" algn="l">
              <a:lnSpc>
                <a:spcPct val="100000"/>
              </a:lnSpc>
              <a:spcBef>
                <a:spcPts val="1200"/>
              </a:spcBef>
              <a:spcAft>
                <a:spcPts val="0"/>
              </a:spcAft>
              <a:buClr>
                <a:schemeClr val="dk1"/>
              </a:buClr>
              <a:buSzPts val="1800"/>
              <a:buFont typeface="Arial"/>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20"/>
          <p:cNvSpPr txBox="1"/>
          <p:nvPr>
            <p:ph idx="3" type="body"/>
          </p:nvPr>
        </p:nvSpPr>
        <p:spPr>
          <a:xfrm>
            <a:off x="6266602" y="1527175"/>
            <a:ext cx="2563495" cy="4460875"/>
          </a:xfrm>
          <a:prstGeom prst="rect">
            <a:avLst/>
          </a:prstGeom>
          <a:solidFill>
            <a:srgbClr val="F4F4F4"/>
          </a:solidFill>
          <a:ln>
            <a:noFill/>
          </a:ln>
        </p:spPr>
        <p:txBody>
          <a:bodyPr anchorCtr="0" anchor="t" bIns="182875" lIns="182875" spcFirstLastPara="1" rIns="91425" wrap="square" tIns="182875">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dk2"/>
              </a:buClr>
              <a:buSzPts val="1800"/>
              <a:buFont typeface="Noto Sans Symbols"/>
              <a:buChar char="▪"/>
              <a:defRPr sz="2000"/>
            </a:lvl2pPr>
            <a:lvl3pPr indent="-342900" lvl="2" marL="1371600" algn="l">
              <a:lnSpc>
                <a:spcPct val="100000"/>
              </a:lnSpc>
              <a:spcBef>
                <a:spcPts val="1200"/>
              </a:spcBef>
              <a:spcAft>
                <a:spcPts val="0"/>
              </a:spcAft>
              <a:buClr>
                <a:schemeClr val="dk1"/>
              </a:buClr>
              <a:buSzPts val="1800"/>
              <a:buFont typeface="Arial"/>
              <a:buChar char="–"/>
              <a:defRPr sz="2000"/>
            </a:lvl3pPr>
            <a:lvl4pPr indent="-342900" lvl="3" marL="1828800" algn="l">
              <a:lnSpc>
                <a:spcPct val="100000"/>
              </a:lnSpc>
              <a:spcBef>
                <a:spcPts val="1200"/>
              </a:spcBef>
              <a:spcAft>
                <a:spcPts val="0"/>
              </a:spcAft>
              <a:buClr>
                <a:schemeClr val="dk1"/>
              </a:buClr>
              <a:buSzPts val="1800"/>
              <a:buFont typeface="Noto Sans Symbols"/>
              <a:buChar char="▪"/>
              <a:defRPr sz="2000"/>
            </a:lvl4pPr>
            <a:lvl5pPr indent="-342900" lvl="4" marL="2286000" algn="l">
              <a:lnSpc>
                <a:spcPct val="100000"/>
              </a:lnSpc>
              <a:spcBef>
                <a:spcPts val="1200"/>
              </a:spcBef>
              <a:spcAft>
                <a:spcPts val="0"/>
              </a:spcAft>
              <a:buClr>
                <a:schemeClr val="dk1"/>
              </a:buClr>
              <a:buSzPts val="1800"/>
              <a:buFont typeface="Arial"/>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20"/>
          <p:cNvSpPr txBox="1"/>
          <p:nvPr>
            <p:ph idx="4" type="body"/>
          </p:nvPr>
        </p:nvSpPr>
        <p:spPr>
          <a:xfrm>
            <a:off x="9166542" y="1527175"/>
            <a:ext cx="2563495" cy="4460875"/>
          </a:xfrm>
          <a:prstGeom prst="rect">
            <a:avLst/>
          </a:prstGeom>
          <a:solidFill>
            <a:srgbClr val="F4F4F4"/>
          </a:solidFill>
          <a:ln>
            <a:noFill/>
          </a:ln>
        </p:spPr>
        <p:txBody>
          <a:bodyPr anchorCtr="0" anchor="t" bIns="182875" lIns="182875" spcFirstLastPara="1" rIns="91425" wrap="square" tIns="182875">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dk2"/>
              </a:buClr>
              <a:buSzPts val="1800"/>
              <a:buFont typeface="Noto Sans Symbols"/>
              <a:buChar char="▪"/>
              <a:defRPr sz="2000"/>
            </a:lvl2pPr>
            <a:lvl3pPr indent="-342900" lvl="2" marL="1371600" algn="l">
              <a:lnSpc>
                <a:spcPct val="100000"/>
              </a:lnSpc>
              <a:spcBef>
                <a:spcPts val="1200"/>
              </a:spcBef>
              <a:spcAft>
                <a:spcPts val="0"/>
              </a:spcAft>
              <a:buClr>
                <a:schemeClr val="dk1"/>
              </a:buClr>
              <a:buSzPts val="1800"/>
              <a:buFont typeface="Arial"/>
              <a:buChar char="–"/>
              <a:defRPr sz="2000"/>
            </a:lvl3pPr>
            <a:lvl4pPr indent="-342900" lvl="3" marL="1828800" algn="l">
              <a:lnSpc>
                <a:spcPct val="100000"/>
              </a:lnSpc>
              <a:spcBef>
                <a:spcPts val="1200"/>
              </a:spcBef>
              <a:spcAft>
                <a:spcPts val="0"/>
              </a:spcAft>
              <a:buClr>
                <a:schemeClr val="dk1"/>
              </a:buClr>
              <a:buSzPts val="1800"/>
              <a:buFont typeface="Noto Sans Symbols"/>
              <a:buChar char="▪"/>
              <a:defRPr sz="2000"/>
            </a:lvl4pPr>
            <a:lvl5pPr indent="-342900" lvl="4" marL="2286000" algn="l">
              <a:lnSpc>
                <a:spcPct val="100000"/>
              </a:lnSpc>
              <a:spcBef>
                <a:spcPts val="1200"/>
              </a:spcBef>
              <a:spcAft>
                <a:spcPts val="0"/>
              </a:spcAft>
              <a:buClr>
                <a:schemeClr val="dk1"/>
              </a:buClr>
              <a:buSzPts val="1800"/>
              <a:buFont typeface="Arial"/>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p:cSld name="Divider Slide">
    <p:spTree>
      <p:nvGrpSpPr>
        <p:cNvPr id="63" name="Shape 63"/>
        <p:cNvGrpSpPr/>
        <p:nvPr/>
      </p:nvGrpSpPr>
      <p:grpSpPr>
        <a:xfrm>
          <a:off x="0" y="0"/>
          <a:ext cx="0" cy="0"/>
          <a:chOff x="0" y="0"/>
          <a:chExt cx="0" cy="0"/>
        </a:xfrm>
      </p:grpSpPr>
      <p:sp>
        <p:nvSpPr>
          <p:cNvPr id="64" name="Google Shape;64;p21"/>
          <p:cNvSpPr/>
          <p:nvPr/>
        </p:nvSpPr>
        <p:spPr>
          <a:xfrm>
            <a:off x="7140899" y="1354039"/>
            <a:ext cx="5051100" cy="328692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5" name="Google Shape;65;p21"/>
          <p:cNvSpPr txBox="1"/>
          <p:nvPr>
            <p:ph type="title"/>
          </p:nvPr>
        </p:nvSpPr>
        <p:spPr>
          <a:xfrm>
            <a:off x="2055247" y="1527176"/>
            <a:ext cx="4906765" cy="2937249"/>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002856"/>
              </a:buClr>
              <a:buSzPts val="3200"/>
              <a:buFont typeface="Arial Black"/>
              <a:buNone/>
              <a:defRPr b="0" sz="3200">
                <a:solidFill>
                  <a:srgbClr val="002856"/>
                </a:solidFill>
                <a:latin typeface="Arial Black"/>
                <a:ea typeface="Arial Black"/>
                <a:cs typeface="Arial Black"/>
                <a:sym typeface="Arial Black"/>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21"/>
          <p:cNvSpPr/>
          <p:nvPr/>
        </p:nvSpPr>
        <p:spPr>
          <a:xfrm>
            <a:off x="-2" y="1354039"/>
            <a:ext cx="1753954" cy="328692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1_Sky">
  <p:cSld name="Divider W1_Sky">
    <p:spTree>
      <p:nvGrpSpPr>
        <p:cNvPr id="67" name="Shape 67"/>
        <p:cNvGrpSpPr/>
        <p:nvPr/>
      </p:nvGrpSpPr>
      <p:grpSpPr>
        <a:xfrm>
          <a:off x="0" y="0"/>
          <a:ext cx="0" cy="0"/>
          <a:chOff x="0" y="0"/>
          <a:chExt cx="0" cy="0"/>
        </a:xfrm>
      </p:grpSpPr>
      <p:sp>
        <p:nvSpPr>
          <p:cNvPr id="68" name="Google Shape;68;p22"/>
          <p:cNvSpPr/>
          <p:nvPr/>
        </p:nvSpPr>
        <p:spPr>
          <a:xfrm>
            <a:off x="7140899" y="1354039"/>
            <a:ext cx="5051100" cy="3286926"/>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9" name="Google Shape;69;p22"/>
          <p:cNvSpPr/>
          <p:nvPr/>
        </p:nvSpPr>
        <p:spPr>
          <a:xfrm>
            <a:off x="-2" y="1354039"/>
            <a:ext cx="1753954" cy="3286926"/>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0" name="Google Shape;70;p22"/>
          <p:cNvSpPr txBox="1"/>
          <p:nvPr>
            <p:ph type="title"/>
          </p:nvPr>
        </p:nvSpPr>
        <p:spPr>
          <a:xfrm>
            <a:off x="2055247" y="1527176"/>
            <a:ext cx="4906765" cy="2937249"/>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accent1"/>
              </a:buClr>
              <a:buSzPts val="3200"/>
              <a:buFont typeface="Arial Black"/>
              <a:buNone/>
              <a:defRPr b="0" sz="3200">
                <a:solidFill>
                  <a:schemeClr val="accent1"/>
                </a:solidFill>
                <a:latin typeface="Arial Black"/>
                <a:ea typeface="Arial Black"/>
                <a:cs typeface="Arial Black"/>
                <a:sym typeface="Arial Black"/>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71" name="Shape 71"/>
        <p:cNvGrpSpPr/>
        <p:nvPr/>
      </p:nvGrpSpPr>
      <p:grpSpPr>
        <a:xfrm>
          <a:off x="0" y="0"/>
          <a:ext cx="0" cy="0"/>
          <a:chOff x="0" y="0"/>
          <a:chExt cx="0" cy="0"/>
        </a:xfrm>
      </p:grpSpPr>
      <p:sp>
        <p:nvSpPr>
          <p:cNvPr id="72" name="Google Shape;72;p23"/>
          <p:cNvSpPr txBox="1"/>
          <p:nvPr>
            <p:ph type="title"/>
          </p:nvPr>
        </p:nvSpPr>
        <p:spPr>
          <a:xfrm>
            <a:off x="1167116" y="920688"/>
            <a:ext cx="7842706" cy="464029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dk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3"/>
          <p:cNvSpPr/>
          <p:nvPr/>
        </p:nvSpPr>
        <p:spPr>
          <a:xfrm>
            <a:off x="474077" y="920687"/>
            <a:ext cx="246952" cy="50657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4" name="Google Shape;74;p23"/>
          <p:cNvSpPr/>
          <p:nvPr/>
        </p:nvSpPr>
        <p:spPr>
          <a:xfrm>
            <a:off x="9422804" y="920687"/>
            <a:ext cx="246952" cy="50657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5" name="Google Shape;75;p23"/>
          <p:cNvSpPr txBox="1"/>
          <p:nvPr>
            <p:ph idx="1" type="body"/>
          </p:nvPr>
        </p:nvSpPr>
        <p:spPr>
          <a:xfrm>
            <a:off x="1167117" y="5583239"/>
            <a:ext cx="7842704" cy="4032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dk1"/>
                </a:solidFill>
              </a:defRPr>
            </a:lvl1pPr>
            <a:lvl2pPr indent="-331469" lvl="1" marL="914400" algn="l">
              <a:lnSpc>
                <a:spcPct val="100000"/>
              </a:lnSpc>
              <a:spcBef>
                <a:spcPts val="1200"/>
              </a:spcBef>
              <a:spcAft>
                <a:spcPts val="0"/>
              </a:spcAft>
              <a:buClr>
                <a:schemeClr val="dk1"/>
              </a:buClr>
              <a:buSzPts val="1620"/>
              <a:buChar char="–"/>
              <a:defRPr/>
            </a:lvl2pPr>
            <a:lvl3pPr indent="-331469" lvl="2" marL="1371600" algn="l">
              <a:lnSpc>
                <a:spcPct val="100000"/>
              </a:lnSpc>
              <a:spcBef>
                <a:spcPts val="1200"/>
              </a:spcBef>
              <a:spcAft>
                <a:spcPts val="0"/>
              </a:spcAft>
              <a:buClr>
                <a:schemeClr val="dk1"/>
              </a:buClr>
              <a:buSzPts val="1620"/>
              <a:buChar char="▪"/>
              <a:defRPr/>
            </a:lvl3pPr>
            <a:lvl4pPr indent="-331469" lvl="3" marL="1828800" algn="l">
              <a:lnSpc>
                <a:spcPct val="100000"/>
              </a:lnSpc>
              <a:spcBef>
                <a:spcPts val="1200"/>
              </a:spcBef>
              <a:spcAft>
                <a:spcPts val="0"/>
              </a:spcAft>
              <a:buClr>
                <a:schemeClr val="dk1"/>
              </a:buClr>
              <a:buSzPts val="1620"/>
              <a:buChar char="–"/>
              <a:defRPr/>
            </a:lvl4pPr>
            <a:lvl5pPr indent="-331470" lvl="4" marL="2286000" algn="l">
              <a:lnSpc>
                <a:spcPct val="100000"/>
              </a:lnSpc>
              <a:spcBef>
                <a:spcPts val="1200"/>
              </a:spcBef>
              <a:spcAft>
                <a:spcPts val="0"/>
              </a:spcAft>
              <a:buClr>
                <a:schemeClr val="dk1"/>
              </a:buClr>
              <a:buSzPts val="162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1_Sky">
  <p:cSld name="Quote W1_Sky">
    <p:spTree>
      <p:nvGrpSpPr>
        <p:cNvPr id="76" name="Shape 76"/>
        <p:cNvGrpSpPr/>
        <p:nvPr/>
      </p:nvGrpSpPr>
      <p:grpSpPr>
        <a:xfrm>
          <a:off x="0" y="0"/>
          <a:ext cx="0" cy="0"/>
          <a:chOff x="0" y="0"/>
          <a:chExt cx="0" cy="0"/>
        </a:xfrm>
      </p:grpSpPr>
      <p:sp>
        <p:nvSpPr>
          <p:cNvPr id="77" name="Google Shape;77;p24"/>
          <p:cNvSpPr txBox="1"/>
          <p:nvPr>
            <p:ph type="title"/>
          </p:nvPr>
        </p:nvSpPr>
        <p:spPr>
          <a:xfrm>
            <a:off x="1167116" y="920688"/>
            <a:ext cx="7842706" cy="464029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dk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24"/>
          <p:cNvSpPr/>
          <p:nvPr/>
        </p:nvSpPr>
        <p:spPr>
          <a:xfrm>
            <a:off x="474077" y="920687"/>
            <a:ext cx="246952" cy="5065776"/>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9" name="Google Shape;79;p24"/>
          <p:cNvSpPr/>
          <p:nvPr/>
        </p:nvSpPr>
        <p:spPr>
          <a:xfrm>
            <a:off x="9422804" y="920687"/>
            <a:ext cx="246952" cy="5065776"/>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0" name="Google Shape;80;p24"/>
          <p:cNvSpPr txBox="1"/>
          <p:nvPr>
            <p:ph idx="1" type="body"/>
          </p:nvPr>
        </p:nvSpPr>
        <p:spPr>
          <a:xfrm>
            <a:off x="1167117" y="5583239"/>
            <a:ext cx="7842704" cy="4032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dk1"/>
                </a:solidFill>
              </a:defRPr>
            </a:lvl1pPr>
            <a:lvl2pPr indent="-331469" lvl="1" marL="914400" algn="l">
              <a:lnSpc>
                <a:spcPct val="100000"/>
              </a:lnSpc>
              <a:spcBef>
                <a:spcPts val="1200"/>
              </a:spcBef>
              <a:spcAft>
                <a:spcPts val="0"/>
              </a:spcAft>
              <a:buClr>
                <a:schemeClr val="dk1"/>
              </a:buClr>
              <a:buSzPts val="1620"/>
              <a:buChar char="–"/>
              <a:defRPr/>
            </a:lvl2pPr>
            <a:lvl3pPr indent="-331469" lvl="2" marL="1371600" algn="l">
              <a:lnSpc>
                <a:spcPct val="100000"/>
              </a:lnSpc>
              <a:spcBef>
                <a:spcPts val="1200"/>
              </a:spcBef>
              <a:spcAft>
                <a:spcPts val="0"/>
              </a:spcAft>
              <a:buClr>
                <a:schemeClr val="dk1"/>
              </a:buClr>
              <a:buSzPts val="1620"/>
              <a:buChar char="▪"/>
              <a:defRPr/>
            </a:lvl3pPr>
            <a:lvl4pPr indent="-331469" lvl="3" marL="1828800" algn="l">
              <a:lnSpc>
                <a:spcPct val="100000"/>
              </a:lnSpc>
              <a:spcBef>
                <a:spcPts val="1200"/>
              </a:spcBef>
              <a:spcAft>
                <a:spcPts val="0"/>
              </a:spcAft>
              <a:buClr>
                <a:schemeClr val="dk1"/>
              </a:buClr>
              <a:buSzPts val="1620"/>
              <a:buChar char="–"/>
              <a:defRPr/>
            </a:lvl4pPr>
            <a:lvl5pPr indent="-331470" lvl="4" marL="2286000" algn="l">
              <a:lnSpc>
                <a:spcPct val="100000"/>
              </a:lnSpc>
              <a:spcBef>
                <a:spcPts val="1200"/>
              </a:spcBef>
              <a:spcAft>
                <a:spcPts val="0"/>
              </a:spcAft>
              <a:buClr>
                <a:schemeClr val="dk1"/>
              </a:buClr>
              <a:buSzPts val="162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photo">
  <p:cSld name="Quote with photo">
    <p:spTree>
      <p:nvGrpSpPr>
        <p:cNvPr id="81" name="Shape 81"/>
        <p:cNvGrpSpPr/>
        <p:nvPr/>
      </p:nvGrpSpPr>
      <p:grpSpPr>
        <a:xfrm>
          <a:off x="0" y="0"/>
          <a:ext cx="0" cy="0"/>
          <a:chOff x="0" y="0"/>
          <a:chExt cx="0" cy="0"/>
        </a:xfrm>
      </p:grpSpPr>
      <p:sp>
        <p:nvSpPr>
          <p:cNvPr id="82" name="Google Shape;82;p25"/>
          <p:cNvSpPr/>
          <p:nvPr>
            <p:ph idx="2" type="pic"/>
          </p:nvPr>
        </p:nvSpPr>
        <p:spPr>
          <a:xfrm>
            <a:off x="7043912" y="1343025"/>
            <a:ext cx="4689182" cy="4298950"/>
          </a:xfrm>
          <a:prstGeom prst="rect">
            <a:avLst/>
          </a:prstGeom>
          <a:noFill/>
          <a:ln>
            <a:noFill/>
          </a:ln>
        </p:spPr>
      </p:sp>
      <p:sp>
        <p:nvSpPr>
          <p:cNvPr id="83" name="Google Shape;83;p25"/>
          <p:cNvSpPr txBox="1"/>
          <p:nvPr>
            <p:ph idx="1" type="body"/>
          </p:nvPr>
        </p:nvSpPr>
        <p:spPr>
          <a:xfrm>
            <a:off x="1092084" y="5469731"/>
            <a:ext cx="4962768" cy="3444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dk1"/>
                </a:solidFill>
              </a:defRPr>
            </a:lvl1pPr>
            <a:lvl2pPr indent="-331469" lvl="1" marL="914400" algn="l">
              <a:lnSpc>
                <a:spcPct val="100000"/>
              </a:lnSpc>
              <a:spcBef>
                <a:spcPts val="1200"/>
              </a:spcBef>
              <a:spcAft>
                <a:spcPts val="0"/>
              </a:spcAft>
              <a:buClr>
                <a:schemeClr val="dk1"/>
              </a:buClr>
              <a:buSzPts val="1620"/>
              <a:buChar char="–"/>
              <a:defRPr/>
            </a:lvl2pPr>
            <a:lvl3pPr indent="-331469" lvl="2" marL="1371600" algn="l">
              <a:lnSpc>
                <a:spcPct val="100000"/>
              </a:lnSpc>
              <a:spcBef>
                <a:spcPts val="1200"/>
              </a:spcBef>
              <a:spcAft>
                <a:spcPts val="0"/>
              </a:spcAft>
              <a:buClr>
                <a:schemeClr val="dk1"/>
              </a:buClr>
              <a:buSzPts val="1620"/>
              <a:buChar char="▪"/>
              <a:defRPr/>
            </a:lvl3pPr>
            <a:lvl4pPr indent="-331469" lvl="3" marL="1828800" algn="l">
              <a:lnSpc>
                <a:spcPct val="100000"/>
              </a:lnSpc>
              <a:spcBef>
                <a:spcPts val="1200"/>
              </a:spcBef>
              <a:spcAft>
                <a:spcPts val="0"/>
              </a:spcAft>
              <a:buClr>
                <a:schemeClr val="dk1"/>
              </a:buClr>
              <a:buSzPts val="1620"/>
              <a:buChar char="–"/>
              <a:defRPr/>
            </a:lvl4pPr>
            <a:lvl5pPr indent="-331470" lvl="4" marL="2286000" algn="l">
              <a:lnSpc>
                <a:spcPct val="100000"/>
              </a:lnSpc>
              <a:spcBef>
                <a:spcPts val="1200"/>
              </a:spcBef>
              <a:spcAft>
                <a:spcPts val="0"/>
              </a:spcAft>
              <a:buClr>
                <a:schemeClr val="dk1"/>
              </a:buClr>
              <a:buSzPts val="162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25"/>
          <p:cNvSpPr txBox="1"/>
          <p:nvPr>
            <p:ph type="title"/>
          </p:nvPr>
        </p:nvSpPr>
        <p:spPr>
          <a:xfrm>
            <a:off x="1092085" y="923926"/>
            <a:ext cx="4962768" cy="4545804"/>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dk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25"/>
          <p:cNvSpPr/>
          <p:nvPr/>
        </p:nvSpPr>
        <p:spPr>
          <a:xfrm>
            <a:off x="6426219" y="920687"/>
            <a:ext cx="246952" cy="50657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6" name="Google Shape;86;p25"/>
          <p:cNvSpPr/>
          <p:nvPr/>
        </p:nvSpPr>
        <p:spPr>
          <a:xfrm>
            <a:off x="473765" y="920687"/>
            <a:ext cx="246952" cy="50657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1_Sky with photo">
  <p:cSld name="Quote W1_Sky with photo">
    <p:spTree>
      <p:nvGrpSpPr>
        <p:cNvPr id="87" name="Shape 87"/>
        <p:cNvGrpSpPr/>
        <p:nvPr/>
      </p:nvGrpSpPr>
      <p:grpSpPr>
        <a:xfrm>
          <a:off x="0" y="0"/>
          <a:ext cx="0" cy="0"/>
          <a:chOff x="0" y="0"/>
          <a:chExt cx="0" cy="0"/>
        </a:xfrm>
      </p:grpSpPr>
      <p:sp>
        <p:nvSpPr>
          <p:cNvPr id="88" name="Google Shape;88;p26"/>
          <p:cNvSpPr/>
          <p:nvPr>
            <p:ph idx="2" type="pic"/>
          </p:nvPr>
        </p:nvSpPr>
        <p:spPr>
          <a:xfrm>
            <a:off x="7043912" y="1343025"/>
            <a:ext cx="4689182" cy="4298950"/>
          </a:xfrm>
          <a:prstGeom prst="rect">
            <a:avLst/>
          </a:prstGeom>
          <a:noFill/>
          <a:ln>
            <a:noFill/>
          </a:ln>
        </p:spPr>
      </p:sp>
      <p:sp>
        <p:nvSpPr>
          <p:cNvPr id="89" name="Google Shape;89;p26"/>
          <p:cNvSpPr txBox="1"/>
          <p:nvPr>
            <p:ph idx="1" type="body"/>
          </p:nvPr>
        </p:nvSpPr>
        <p:spPr>
          <a:xfrm>
            <a:off x="1092084" y="5469731"/>
            <a:ext cx="4962768" cy="3444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dk1"/>
                </a:solidFill>
              </a:defRPr>
            </a:lvl1pPr>
            <a:lvl2pPr indent="-331469" lvl="1" marL="914400" algn="l">
              <a:lnSpc>
                <a:spcPct val="100000"/>
              </a:lnSpc>
              <a:spcBef>
                <a:spcPts val="1200"/>
              </a:spcBef>
              <a:spcAft>
                <a:spcPts val="0"/>
              </a:spcAft>
              <a:buClr>
                <a:schemeClr val="dk1"/>
              </a:buClr>
              <a:buSzPts val="1620"/>
              <a:buChar char="–"/>
              <a:defRPr/>
            </a:lvl2pPr>
            <a:lvl3pPr indent="-331469" lvl="2" marL="1371600" algn="l">
              <a:lnSpc>
                <a:spcPct val="100000"/>
              </a:lnSpc>
              <a:spcBef>
                <a:spcPts val="1200"/>
              </a:spcBef>
              <a:spcAft>
                <a:spcPts val="0"/>
              </a:spcAft>
              <a:buClr>
                <a:schemeClr val="dk1"/>
              </a:buClr>
              <a:buSzPts val="1620"/>
              <a:buChar char="▪"/>
              <a:defRPr/>
            </a:lvl3pPr>
            <a:lvl4pPr indent="-331469" lvl="3" marL="1828800" algn="l">
              <a:lnSpc>
                <a:spcPct val="100000"/>
              </a:lnSpc>
              <a:spcBef>
                <a:spcPts val="1200"/>
              </a:spcBef>
              <a:spcAft>
                <a:spcPts val="0"/>
              </a:spcAft>
              <a:buClr>
                <a:schemeClr val="dk1"/>
              </a:buClr>
              <a:buSzPts val="1620"/>
              <a:buChar char="–"/>
              <a:defRPr/>
            </a:lvl4pPr>
            <a:lvl5pPr indent="-331470" lvl="4" marL="2286000" algn="l">
              <a:lnSpc>
                <a:spcPct val="100000"/>
              </a:lnSpc>
              <a:spcBef>
                <a:spcPts val="1200"/>
              </a:spcBef>
              <a:spcAft>
                <a:spcPts val="0"/>
              </a:spcAft>
              <a:buClr>
                <a:schemeClr val="dk1"/>
              </a:buClr>
              <a:buSzPts val="162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26"/>
          <p:cNvSpPr/>
          <p:nvPr/>
        </p:nvSpPr>
        <p:spPr>
          <a:xfrm>
            <a:off x="6426219" y="920687"/>
            <a:ext cx="246952" cy="5065776"/>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 name="Google Shape;91;p26"/>
          <p:cNvSpPr/>
          <p:nvPr/>
        </p:nvSpPr>
        <p:spPr>
          <a:xfrm>
            <a:off x="473765" y="920687"/>
            <a:ext cx="246952" cy="5065776"/>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2" name="Google Shape;92;p26"/>
          <p:cNvSpPr txBox="1"/>
          <p:nvPr>
            <p:ph type="title"/>
          </p:nvPr>
        </p:nvSpPr>
        <p:spPr>
          <a:xfrm>
            <a:off x="1092085" y="923926"/>
            <a:ext cx="4962768" cy="4545804"/>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dk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sp>
        <p:nvSpPr>
          <p:cNvPr id="100" name="Google Shape;100;p29"/>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1800"/>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01" name="Shape 101"/>
        <p:cNvGrpSpPr/>
        <p:nvPr/>
      </p:nvGrpSpPr>
      <p:grpSpPr>
        <a:xfrm>
          <a:off x="0" y="0"/>
          <a:ext cx="0" cy="0"/>
          <a:chOff x="0" y="0"/>
          <a:chExt cx="0" cy="0"/>
        </a:xfrm>
      </p:grpSpPr>
      <p:sp>
        <p:nvSpPr>
          <p:cNvPr id="102" name="Google Shape;102;p30"/>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1800"/>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30"/>
          <p:cNvSpPr txBox="1"/>
          <p:nvPr>
            <p:ph idx="1" type="body"/>
          </p:nvPr>
        </p:nvSpPr>
        <p:spPr>
          <a:xfrm>
            <a:off x="457200" y="1527175"/>
            <a:ext cx="11276013" cy="4460873"/>
          </a:xfrm>
          <a:prstGeom prst="rect">
            <a:avLst/>
          </a:prstGeom>
          <a:noFill/>
          <a:ln>
            <a:noFill/>
          </a:ln>
        </p:spPr>
        <p:txBody>
          <a:bodyPr anchorCtr="0" anchor="t" bIns="0" lIns="0" spcFirstLastPara="1" rIns="0" wrap="square" tIns="0">
            <a:noAutofit/>
          </a:bodyPr>
          <a:lstStyle>
            <a:lvl1pPr indent="-331470" lvl="0" marL="457200" algn="l">
              <a:lnSpc>
                <a:spcPct val="100000"/>
              </a:lnSpc>
              <a:spcBef>
                <a:spcPts val="0"/>
              </a:spcBef>
              <a:spcAft>
                <a:spcPts val="0"/>
              </a:spcAft>
              <a:buSzPts val="1620"/>
              <a:buChar char="▪"/>
              <a:defRPr/>
            </a:lvl1pPr>
            <a:lvl2pPr indent="-331469" lvl="1" marL="914400" algn="l">
              <a:lnSpc>
                <a:spcPct val="100000"/>
              </a:lnSpc>
              <a:spcBef>
                <a:spcPts val="1200"/>
              </a:spcBef>
              <a:spcAft>
                <a:spcPts val="0"/>
              </a:spcAft>
              <a:buClr>
                <a:schemeClr val="lt1"/>
              </a:buClr>
              <a:buSzPts val="1620"/>
              <a:buChar char="–"/>
              <a:defRPr/>
            </a:lvl2pPr>
            <a:lvl3pPr indent="-331469" lvl="2" marL="1371600" algn="l">
              <a:lnSpc>
                <a:spcPct val="100000"/>
              </a:lnSpc>
              <a:spcBef>
                <a:spcPts val="1200"/>
              </a:spcBef>
              <a:spcAft>
                <a:spcPts val="0"/>
              </a:spcAft>
              <a:buClr>
                <a:schemeClr val="lt1"/>
              </a:buClr>
              <a:buSzPts val="1620"/>
              <a:buChar char="▪"/>
              <a:defRPr/>
            </a:lvl3pPr>
            <a:lvl4pPr indent="-331469" lvl="3" marL="1828800" algn="l">
              <a:lnSpc>
                <a:spcPct val="100000"/>
              </a:lnSpc>
              <a:spcBef>
                <a:spcPts val="1200"/>
              </a:spcBef>
              <a:spcAft>
                <a:spcPts val="0"/>
              </a:spcAft>
              <a:buClr>
                <a:schemeClr val="lt1"/>
              </a:buClr>
              <a:buSzPts val="1620"/>
              <a:buChar char="–"/>
              <a:defRPr/>
            </a:lvl4pPr>
            <a:lvl5pPr indent="-331470" lvl="4" marL="2286000" algn="l">
              <a:lnSpc>
                <a:spcPct val="100000"/>
              </a:lnSpc>
              <a:spcBef>
                <a:spcPts val="1200"/>
              </a:spcBef>
              <a:spcAft>
                <a:spcPts val="0"/>
              </a:spcAft>
              <a:buClr>
                <a:schemeClr val="lt1"/>
              </a:buClr>
              <a:buSzPts val="1620"/>
              <a:buChar char="▪"/>
              <a:defRPr/>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graphics right">
  <p:cSld name="Two column graphics right">
    <p:spTree>
      <p:nvGrpSpPr>
        <p:cNvPr id="104" name="Shape 104"/>
        <p:cNvGrpSpPr/>
        <p:nvPr/>
      </p:nvGrpSpPr>
      <p:grpSpPr>
        <a:xfrm>
          <a:off x="0" y="0"/>
          <a:ext cx="0" cy="0"/>
          <a:chOff x="0" y="0"/>
          <a:chExt cx="0" cy="0"/>
        </a:xfrm>
      </p:grpSpPr>
      <p:sp>
        <p:nvSpPr>
          <p:cNvPr id="105" name="Google Shape;105;p31"/>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1800"/>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31"/>
          <p:cNvSpPr txBox="1"/>
          <p:nvPr>
            <p:ph idx="1" type="body"/>
          </p:nvPr>
        </p:nvSpPr>
        <p:spPr>
          <a:xfrm>
            <a:off x="457201" y="1527174"/>
            <a:ext cx="5499100" cy="4460875"/>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0"/>
              </a:spcBef>
              <a:spcAft>
                <a:spcPts val="0"/>
              </a:spcAft>
              <a:buSzPts val="1800"/>
              <a:buChar char="▪"/>
              <a:defRPr sz="2000"/>
            </a:lvl1pPr>
            <a:lvl2pPr indent="-342900" lvl="1" marL="914400" algn="l">
              <a:lnSpc>
                <a:spcPct val="100000"/>
              </a:lnSpc>
              <a:spcBef>
                <a:spcPts val="1200"/>
              </a:spcBef>
              <a:spcAft>
                <a:spcPts val="0"/>
              </a:spcAft>
              <a:buClr>
                <a:schemeClr val="lt1"/>
              </a:buClr>
              <a:buSzPts val="1800"/>
              <a:buChar char="–"/>
              <a:defRPr sz="2000"/>
            </a:lvl2pPr>
            <a:lvl3pPr indent="-342900" lvl="2" marL="1371600" algn="l">
              <a:lnSpc>
                <a:spcPct val="100000"/>
              </a:lnSpc>
              <a:spcBef>
                <a:spcPts val="1200"/>
              </a:spcBef>
              <a:spcAft>
                <a:spcPts val="0"/>
              </a:spcAft>
              <a:buClr>
                <a:schemeClr val="lt1"/>
              </a:buClr>
              <a:buSzPts val="1800"/>
              <a:buChar char="▪"/>
              <a:defRPr sz="2000"/>
            </a:lvl3pPr>
            <a:lvl4pPr indent="-342900" lvl="3" marL="1828800" algn="l">
              <a:lnSpc>
                <a:spcPct val="100000"/>
              </a:lnSpc>
              <a:spcBef>
                <a:spcPts val="1200"/>
              </a:spcBef>
              <a:spcAft>
                <a:spcPts val="0"/>
              </a:spcAft>
              <a:buClr>
                <a:schemeClr val="lt1"/>
              </a:buClr>
              <a:buSzPts val="1800"/>
              <a:buChar char="–"/>
              <a:defRPr sz="2000"/>
            </a:lvl4pPr>
            <a:lvl5pPr indent="-342900" lvl="4" marL="2286000" algn="l">
              <a:lnSpc>
                <a:spcPct val="100000"/>
              </a:lnSpc>
              <a:spcBef>
                <a:spcPts val="1200"/>
              </a:spcBef>
              <a:spcAft>
                <a:spcPts val="0"/>
              </a:spcAft>
              <a:buClr>
                <a:schemeClr val="lt1"/>
              </a:buClr>
              <a:buSzPts val="1800"/>
              <a:buChar char="▪"/>
              <a:defRPr sz="20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type="twoObj">
  <p:cSld name="TWO_OBJECTS">
    <p:spTree>
      <p:nvGrpSpPr>
        <p:cNvPr id="107" name="Shape 107"/>
        <p:cNvGrpSpPr/>
        <p:nvPr/>
      </p:nvGrpSpPr>
      <p:grpSpPr>
        <a:xfrm>
          <a:off x="0" y="0"/>
          <a:ext cx="0" cy="0"/>
          <a:chOff x="0" y="0"/>
          <a:chExt cx="0" cy="0"/>
        </a:xfrm>
      </p:grpSpPr>
      <p:sp>
        <p:nvSpPr>
          <p:cNvPr id="108" name="Google Shape;108;p32"/>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1800"/>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32"/>
          <p:cNvSpPr txBox="1"/>
          <p:nvPr>
            <p:ph idx="1" type="body"/>
          </p:nvPr>
        </p:nvSpPr>
        <p:spPr>
          <a:xfrm>
            <a:off x="457201" y="1527174"/>
            <a:ext cx="5499100" cy="4460875"/>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0"/>
              </a:spcBef>
              <a:spcAft>
                <a:spcPts val="0"/>
              </a:spcAft>
              <a:buSzPts val="1800"/>
              <a:buChar char="▪"/>
              <a:defRPr sz="2000"/>
            </a:lvl1pPr>
            <a:lvl2pPr indent="-342900" lvl="1" marL="914400" algn="l">
              <a:lnSpc>
                <a:spcPct val="100000"/>
              </a:lnSpc>
              <a:spcBef>
                <a:spcPts val="1200"/>
              </a:spcBef>
              <a:spcAft>
                <a:spcPts val="0"/>
              </a:spcAft>
              <a:buClr>
                <a:schemeClr val="lt1"/>
              </a:buClr>
              <a:buSzPts val="1800"/>
              <a:buChar char="–"/>
              <a:defRPr sz="2000"/>
            </a:lvl2pPr>
            <a:lvl3pPr indent="-342900" lvl="2" marL="1371600" algn="l">
              <a:lnSpc>
                <a:spcPct val="100000"/>
              </a:lnSpc>
              <a:spcBef>
                <a:spcPts val="1200"/>
              </a:spcBef>
              <a:spcAft>
                <a:spcPts val="0"/>
              </a:spcAft>
              <a:buClr>
                <a:schemeClr val="lt1"/>
              </a:buClr>
              <a:buSzPts val="1800"/>
              <a:buChar char="▪"/>
              <a:defRPr sz="2000"/>
            </a:lvl3pPr>
            <a:lvl4pPr indent="-342900" lvl="3" marL="1828800" algn="l">
              <a:lnSpc>
                <a:spcPct val="100000"/>
              </a:lnSpc>
              <a:spcBef>
                <a:spcPts val="1200"/>
              </a:spcBef>
              <a:spcAft>
                <a:spcPts val="0"/>
              </a:spcAft>
              <a:buClr>
                <a:schemeClr val="lt1"/>
              </a:buClr>
              <a:buSzPts val="1800"/>
              <a:buChar char="–"/>
              <a:defRPr sz="2000"/>
            </a:lvl4pPr>
            <a:lvl5pPr indent="-342900" lvl="4" marL="2286000" algn="l">
              <a:lnSpc>
                <a:spcPct val="100000"/>
              </a:lnSpc>
              <a:spcBef>
                <a:spcPts val="1200"/>
              </a:spcBef>
              <a:spcAft>
                <a:spcPts val="0"/>
              </a:spcAft>
              <a:buClr>
                <a:schemeClr val="lt1"/>
              </a:buClr>
              <a:buSzPts val="1800"/>
              <a:buChar char="▪"/>
              <a:defRPr sz="20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0" name="Google Shape;110;p32"/>
          <p:cNvSpPr txBox="1"/>
          <p:nvPr>
            <p:ph idx="2" type="body"/>
          </p:nvPr>
        </p:nvSpPr>
        <p:spPr>
          <a:xfrm>
            <a:off x="6234113" y="1527174"/>
            <a:ext cx="5499100" cy="4460875"/>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0"/>
              </a:spcBef>
              <a:spcAft>
                <a:spcPts val="0"/>
              </a:spcAft>
              <a:buSzPts val="1800"/>
              <a:buChar char="▪"/>
              <a:defRPr sz="2000"/>
            </a:lvl1pPr>
            <a:lvl2pPr indent="-342900" lvl="1" marL="914400" algn="l">
              <a:lnSpc>
                <a:spcPct val="100000"/>
              </a:lnSpc>
              <a:spcBef>
                <a:spcPts val="1200"/>
              </a:spcBef>
              <a:spcAft>
                <a:spcPts val="0"/>
              </a:spcAft>
              <a:buClr>
                <a:schemeClr val="lt1"/>
              </a:buClr>
              <a:buSzPts val="1800"/>
              <a:buChar char="–"/>
              <a:defRPr sz="2000"/>
            </a:lvl2pPr>
            <a:lvl3pPr indent="-342900" lvl="2" marL="1371600" algn="l">
              <a:lnSpc>
                <a:spcPct val="100000"/>
              </a:lnSpc>
              <a:spcBef>
                <a:spcPts val="1200"/>
              </a:spcBef>
              <a:spcAft>
                <a:spcPts val="0"/>
              </a:spcAft>
              <a:buClr>
                <a:schemeClr val="lt1"/>
              </a:buClr>
              <a:buSzPts val="1800"/>
              <a:buChar char="▪"/>
              <a:defRPr sz="2000"/>
            </a:lvl3pPr>
            <a:lvl4pPr indent="-342900" lvl="3" marL="1828800" algn="l">
              <a:lnSpc>
                <a:spcPct val="100000"/>
              </a:lnSpc>
              <a:spcBef>
                <a:spcPts val="1200"/>
              </a:spcBef>
              <a:spcAft>
                <a:spcPts val="0"/>
              </a:spcAft>
              <a:buClr>
                <a:schemeClr val="lt1"/>
              </a:buClr>
              <a:buSzPts val="1800"/>
              <a:buChar char="–"/>
              <a:defRPr sz="2000"/>
            </a:lvl4pPr>
            <a:lvl5pPr indent="-342900" lvl="4" marL="2286000" algn="l">
              <a:lnSpc>
                <a:spcPct val="100000"/>
              </a:lnSpc>
              <a:spcBef>
                <a:spcPts val="1200"/>
              </a:spcBef>
              <a:spcAft>
                <a:spcPts val="0"/>
              </a:spcAft>
              <a:buClr>
                <a:schemeClr val="lt1"/>
              </a:buClr>
              <a:buSzPts val="1800"/>
              <a:buChar char="▪"/>
              <a:defRPr sz="20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p:cSld name="Three column">
    <p:spTree>
      <p:nvGrpSpPr>
        <p:cNvPr id="111" name="Shape 111"/>
        <p:cNvGrpSpPr/>
        <p:nvPr/>
      </p:nvGrpSpPr>
      <p:grpSpPr>
        <a:xfrm>
          <a:off x="0" y="0"/>
          <a:ext cx="0" cy="0"/>
          <a:chOff x="0" y="0"/>
          <a:chExt cx="0" cy="0"/>
        </a:xfrm>
      </p:grpSpPr>
      <p:sp>
        <p:nvSpPr>
          <p:cNvPr id="112" name="Google Shape;112;p33"/>
          <p:cNvSpPr txBox="1"/>
          <p:nvPr>
            <p:ph idx="1" type="body"/>
          </p:nvPr>
        </p:nvSpPr>
        <p:spPr>
          <a:xfrm>
            <a:off x="4424193" y="1527175"/>
            <a:ext cx="3336925" cy="44608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lt2"/>
              </a:buClr>
              <a:buSzPts val="1800"/>
              <a:buFont typeface="Noto Sans Symbols"/>
              <a:buChar char="▪"/>
              <a:defRPr sz="2000"/>
            </a:lvl2pPr>
            <a:lvl3pPr indent="-342900" lvl="2" marL="1371600" algn="l">
              <a:lnSpc>
                <a:spcPct val="100000"/>
              </a:lnSpc>
              <a:spcBef>
                <a:spcPts val="1200"/>
              </a:spcBef>
              <a:spcAft>
                <a:spcPts val="0"/>
              </a:spcAft>
              <a:buClr>
                <a:schemeClr val="lt1"/>
              </a:buClr>
              <a:buSzPts val="1800"/>
              <a:buFont typeface="Arial"/>
              <a:buChar char="–"/>
              <a:defRPr sz="2000"/>
            </a:lvl3pPr>
            <a:lvl4pPr indent="-342900" lvl="3" marL="1828800" algn="l">
              <a:lnSpc>
                <a:spcPct val="100000"/>
              </a:lnSpc>
              <a:spcBef>
                <a:spcPts val="1200"/>
              </a:spcBef>
              <a:spcAft>
                <a:spcPts val="0"/>
              </a:spcAft>
              <a:buClr>
                <a:schemeClr val="lt1"/>
              </a:buClr>
              <a:buSzPts val="1800"/>
              <a:buFont typeface="Noto Sans Symbols"/>
              <a:buChar char="▪"/>
              <a:defRPr sz="2000"/>
            </a:lvl4pPr>
            <a:lvl5pPr indent="-342900" lvl="4" marL="2286000" algn="l">
              <a:lnSpc>
                <a:spcPct val="100000"/>
              </a:lnSpc>
              <a:spcBef>
                <a:spcPts val="1200"/>
              </a:spcBef>
              <a:spcAft>
                <a:spcPts val="0"/>
              </a:spcAft>
              <a:buClr>
                <a:schemeClr val="lt1"/>
              </a:buClr>
              <a:buSzPts val="1800"/>
              <a:buFont typeface="Arial"/>
              <a:buChar char="–"/>
              <a:defRPr sz="20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3" name="Google Shape;113;p33"/>
          <p:cNvSpPr txBox="1"/>
          <p:nvPr>
            <p:ph idx="2" type="body"/>
          </p:nvPr>
        </p:nvSpPr>
        <p:spPr>
          <a:xfrm>
            <a:off x="8391186" y="1527175"/>
            <a:ext cx="3336925" cy="44608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lt2"/>
              </a:buClr>
              <a:buSzPts val="1800"/>
              <a:buFont typeface="Noto Sans Symbols"/>
              <a:buChar char="▪"/>
              <a:defRPr sz="2000"/>
            </a:lvl2pPr>
            <a:lvl3pPr indent="-342900" lvl="2" marL="1371600" algn="l">
              <a:lnSpc>
                <a:spcPct val="100000"/>
              </a:lnSpc>
              <a:spcBef>
                <a:spcPts val="1200"/>
              </a:spcBef>
              <a:spcAft>
                <a:spcPts val="0"/>
              </a:spcAft>
              <a:buClr>
                <a:schemeClr val="lt1"/>
              </a:buClr>
              <a:buSzPts val="1800"/>
              <a:buFont typeface="Arial"/>
              <a:buChar char="–"/>
              <a:defRPr sz="2000"/>
            </a:lvl3pPr>
            <a:lvl4pPr indent="-342900" lvl="3" marL="1828800" algn="l">
              <a:lnSpc>
                <a:spcPct val="100000"/>
              </a:lnSpc>
              <a:spcBef>
                <a:spcPts val="1200"/>
              </a:spcBef>
              <a:spcAft>
                <a:spcPts val="0"/>
              </a:spcAft>
              <a:buClr>
                <a:schemeClr val="lt1"/>
              </a:buClr>
              <a:buSzPts val="1800"/>
              <a:buFont typeface="Noto Sans Symbols"/>
              <a:buChar char="▪"/>
              <a:defRPr sz="2000"/>
            </a:lvl4pPr>
            <a:lvl5pPr indent="-342900" lvl="4" marL="2286000" algn="l">
              <a:lnSpc>
                <a:spcPct val="100000"/>
              </a:lnSpc>
              <a:spcBef>
                <a:spcPts val="1200"/>
              </a:spcBef>
              <a:spcAft>
                <a:spcPts val="0"/>
              </a:spcAft>
              <a:buClr>
                <a:schemeClr val="lt1"/>
              </a:buClr>
              <a:buSzPts val="1800"/>
              <a:buFont typeface="Arial"/>
              <a:buChar char="–"/>
              <a:defRPr sz="20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4" name="Google Shape;114;p33"/>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1800"/>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33"/>
          <p:cNvSpPr txBox="1"/>
          <p:nvPr>
            <p:ph idx="3" type="body"/>
          </p:nvPr>
        </p:nvSpPr>
        <p:spPr>
          <a:xfrm>
            <a:off x="457200" y="1527175"/>
            <a:ext cx="3336925" cy="44608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lt2"/>
              </a:buClr>
              <a:buSzPts val="1800"/>
              <a:buFont typeface="Noto Sans Symbols"/>
              <a:buChar char="▪"/>
              <a:defRPr sz="2000"/>
            </a:lvl2pPr>
            <a:lvl3pPr indent="-342900" lvl="2" marL="1371600" algn="l">
              <a:lnSpc>
                <a:spcPct val="100000"/>
              </a:lnSpc>
              <a:spcBef>
                <a:spcPts val="1200"/>
              </a:spcBef>
              <a:spcAft>
                <a:spcPts val="0"/>
              </a:spcAft>
              <a:buClr>
                <a:schemeClr val="lt1"/>
              </a:buClr>
              <a:buSzPts val="1800"/>
              <a:buFont typeface="Arial"/>
              <a:buChar char="–"/>
              <a:defRPr sz="2000"/>
            </a:lvl3pPr>
            <a:lvl4pPr indent="-342900" lvl="3" marL="1828800" algn="l">
              <a:lnSpc>
                <a:spcPct val="100000"/>
              </a:lnSpc>
              <a:spcBef>
                <a:spcPts val="1200"/>
              </a:spcBef>
              <a:spcAft>
                <a:spcPts val="0"/>
              </a:spcAft>
              <a:buClr>
                <a:schemeClr val="lt1"/>
              </a:buClr>
              <a:buSzPts val="1800"/>
              <a:buFont typeface="Noto Sans Symbols"/>
              <a:buChar char="▪"/>
              <a:defRPr sz="2000"/>
            </a:lvl4pPr>
            <a:lvl5pPr indent="-342900" lvl="4" marL="2286000" algn="l">
              <a:lnSpc>
                <a:spcPct val="100000"/>
              </a:lnSpc>
              <a:spcBef>
                <a:spcPts val="1200"/>
              </a:spcBef>
              <a:spcAft>
                <a:spcPts val="0"/>
              </a:spcAft>
              <a:buClr>
                <a:schemeClr val="lt1"/>
              </a:buClr>
              <a:buSzPts val="1800"/>
              <a:buFont typeface="Arial"/>
              <a:buChar char="–"/>
              <a:defRPr sz="20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shaded">
  <p:cSld name="Three column shaded">
    <p:spTree>
      <p:nvGrpSpPr>
        <p:cNvPr id="116" name="Shape 116"/>
        <p:cNvGrpSpPr/>
        <p:nvPr/>
      </p:nvGrpSpPr>
      <p:grpSpPr>
        <a:xfrm>
          <a:off x="0" y="0"/>
          <a:ext cx="0" cy="0"/>
          <a:chOff x="0" y="0"/>
          <a:chExt cx="0" cy="0"/>
        </a:xfrm>
      </p:grpSpPr>
      <p:sp>
        <p:nvSpPr>
          <p:cNvPr id="117" name="Google Shape;117;p34"/>
          <p:cNvSpPr txBox="1"/>
          <p:nvPr>
            <p:ph idx="1" type="body"/>
          </p:nvPr>
        </p:nvSpPr>
        <p:spPr>
          <a:xfrm>
            <a:off x="4424192" y="1527175"/>
            <a:ext cx="3336925" cy="4460875"/>
          </a:xfrm>
          <a:prstGeom prst="rect">
            <a:avLst/>
          </a:prstGeom>
          <a:solidFill>
            <a:srgbClr val="26486F"/>
          </a:solidFill>
          <a:ln>
            <a:noFill/>
          </a:ln>
        </p:spPr>
        <p:txBody>
          <a:bodyPr anchorCtr="0" anchor="t" bIns="182875" lIns="182875" spcFirstLastPara="1" rIns="91425" wrap="square" tIns="182875">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lt2"/>
              </a:buClr>
              <a:buSzPts val="1800"/>
              <a:buFont typeface="Noto Sans Symbols"/>
              <a:buChar char="▪"/>
              <a:defRPr sz="2000"/>
            </a:lvl2pPr>
            <a:lvl3pPr indent="-342900" lvl="2" marL="1371600" algn="l">
              <a:lnSpc>
                <a:spcPct val="100000"/>
              </a:lnSpc>
              <a:spcBef>
                <a:spcPts val="1200"/>
              </a:spcBef>
              <a:spcAft>
                <a:spcPts val="0"/>
              </a:spcAft>
              <a:buClr>
                <a:schemeClr val="lt1"/>
              </a:buClr>
              <a:buSzPts val="1800"/>
              <a:buFont typeface="Arial"/>
              <a:buChar char="–"/>
              <a:defRPr sz="2000"/>
            </a:lvl3pPr>
            <a:lvl4pPr indent="-342900" lvl="3" marL="1828800" algn="l">
              <a:lnSpc>
                <a:spcPct val="100000"/>
              </a:lnSpc>
              <a:spcBef>
                <a:spcPts val="1200"/>
              </a:spcBef>
              <a:spcAft>
                <a:spcPts val="0"/>
              </a:spcAft>
              <a:buClr>
                <a:schemeClr val="lt1"/>
              </a:buClr>
              <a:buSzPts val="1800"/>
              <a:buFont typeface="Noto Sans Symbols"/>
              <a:buChar char="▪"/>
              <a:defRPr sz="2000"/>
            </a:lvl4pPr>
            <a:lvl5pPr indent="-342900" lvl="4" marL="2286000" algn="l">
              <a:lnSpc>
                <a:spcPct val="100000"/>
              </a:lnSpc>
              <a:spcBef>
                <a:spcPts val="1200"/>
              </a:spcBef>
              <a:spcAft>
                <a:spcPts val="0"/>
              </a:spcAft>
              <a:buClr>
                <a:schemeClr val="lt1"/>
              </a:buClr>
              <a:buSzPts val="1800"/>
              <a:buFont typeface="Arial"/>
              <a:buChar char="–"/>
              <a:defRPr sz="20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8" name="Google Shape;118;p34"/>
          <p:cNvSpPr txBox="1"/>
          <p:nvPr>
            <p:ph idx="2" type="body"/>
          </p:nvPr>
        </p:nvSpPr>
        <p:spPr>
          <a:xfrm>
            <a:off x="8391523" y="1527175"/>
            <a:ext cx="3336925" cy="4460875"/>
          </a:xfrm>
          <a:prstGeom prst="rect">
            <a:avLst/>
          </a:prstGeom>
          <a:solidFill>
            <a:srgbClr val="26486F"/>
          </a:solidFill>
          <a:ln>
            <a:noFill/>
          </a:ln>
        </p:spPr>
        <p:txBody>
          <a:bodyPr anchorCtr="0" anchor="t" bIns="182875" lIns="182875" spcFirstLastPara="1" rIns="91425" wrap="square" tIns="182875">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lt2"/>
              </a:buClr>
              <a:buSzPts val="1800"/>
              <a:buFont typeface="Noto Sans Symbols"/>
              <a:buChar char="▪"/>
              <a:defRPr sz="2000"/>
            </a:lvl2pPr>
            <a:lvl3pPr indent="-342900" lvl="2" marL="1371600" algn="l">
              <a:lnSpc>
                <a:spcPct val="100000"/>
              </a:lnSpc>
              <a:spcBef>
                <a:spcPts val="1200"/>
              </a:spcBef>
              <a:spcAft>
                <a:spcPts val="0"/>
              </a:spcAft>
              <a:buClr>
                <a:schemeClr val="lt1"/>
              </a:buClr>
              <a:buSzPts val="1800"/>
              <a:buFont typeface="Arial"/>
              <a:buChar char="–"/>
              <a:defRPr sz="2000"/>
            </a:lvl3pPr>
            <a:lvl4pPr indent="-342900" lvl="3" marL="1828800" algn="l">
              <a:lnSpc>
                <a:spcPct val="100000"/>
              </a:lnSpc>
              <a:spcBef>
                <a:spcPts val="1200"/>
              </a:spcBef>
              <a:spcAft>
                <a:spcPts val="0"/>
              </a:spcAft>
              <a:buClr>
                <a:schemeClr val="lt1"/>
              </a:buClr>
              <a:buSzPts val="1800"/>
              <a:buFont typeface="Noto Sans Symbols"/>
              <a:buChar char="▪"/>
              <a:defRPr sz="2000"/>
            </a:lvl4pPr>
            <a:lvl5pPr indent="-342900" lvl="4" marL="2286000" algn="l">
              <a:lnSpc>
                <a:spcPct val="100000"/>
              </a:lnSpc>
              <a:spcBef>
                <a:spcPts val="1200"/>
              </a:spcBef>
              <a:spcAft>
                <a:spcPts val="0"/>
              </a:spcAft>
              <a:buClr>
                <a:schemeClr val="lt1"/>
              </a:buClr>
              <a:buSzPts val="1800"/>
              <a:buFont typeface="Arial"/>
              <a:buChar char="–"/>
              <a:defRPr sz="20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9" name="Google Shape;119;p34"/>
          <p:cNvSpPr txBox="1"/>
          <p:nvPr>
            <p:ph idx="3" type="body"/>
          </p:nvPr>
        </p:nvSpPr>
        <p:spPr>
          <a:xfrm>
            <a:off x="457200" y="1527175"/>
            <a:ext cx="3336925" cy="4460875"/>
          </a:xfrm>
          <a:prstGeom prst="rect">
            <a:avLst/>
          </a:prstGeom>
          <a:solidFill>
            <a:srgbClr val="26486F"/>
          </a:solidFill>
          <a:ln>
            <a:noFill/>
          </a:ln>
        </p:spPr>
        <p:txBody>
          <a:bodyPr anchorCtr="0" anchor="t" bIns="182875" lIns="182875" spcFirstLastPara="1" rIns="91425" wrap="square" tIns="182875">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lt2"/>
              </a:buClr>
              <a:buSzPts val="1800"/>
              <a:buFont typeface="Noto Sans Symbols"/>
              <a:buChar char="▪"/>
              <a:defRPr sz="2000"/>
            </a:lvl2pPr>
            <a:lvl3pPr indent="-342900" lvl="2" marL="1371600" algn="l">
              <a:lnSpc>
                <a:spcPct val="100000"/>
              </a:lnSpc>
              <a:spcBef>
                <a:spcPts val="1200"/>
              </a:spcBef>
              <a:spcAft>
                <a:spcPts val="0"/>
              </a:spcAft>
              <a:buClr>
                <a:schemeClr val="lt1"/>
              </a:buClr>
              <a:buSzPts val="1800"/>
              <a:buFont typeface="Arial"/>
              <a:buChar char="–"/>
              <a:defRPr sz="2000"/>
            </a:lvl3pPr>
            <a:lvl4pPr indent="-342900" lvl="3" marL="1828800" algn="l">
              <a:lnSpc>
                <a:spcPct val="100000"/>
              </a:lnSpc>
              <a:spcBef>
                <a:spcPts val="1200"/>
              </a:spcBef>
              <a:spcAft>
                <a:spcPts val="0"/>
              </a:spcAft>
              <a:buClr>
                <a:schemeClr val="lt1"/>
              </a:buClr>
              <a:buSzPts val="1800"/>
              <a:buFont typeface="Noto Sans Symbols"/>
              <a:buChar char="▪"/>
              <a:defRPr sz="2000"/>
            </a:lvl4pPr>
            <a:lvl5pPr indent="-342900" lvl="4" marL="2286000" algn="l">
              <a:lnSpc>
                <a:spcPct val="100000"/>
              </a:lnSpc>
              <a:spcBef>
                <a:spcPts val="1200"/>
              </a:spcBef>
              <a:spcAft>
                <a:spcPts val="0"/>
              </a:spcAft>
              <a:buClr>
                <a:schemeClr val="lt1"/>
              </a:buClr>
              <a:buSzPts val="1800"/>
              <a:buFont typeface="Arial"/>
              <a:buChar char="–"/>
              <a:defRPr sz="20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20" name="Google Shape;120;p34"/>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1800"/>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p:cSld name="Four column">
    <p:spTree>
      <p:nvGrpSpPr>
        <p:cNvPr id="121" name="Shape 121"/>
        <p:cNvGrpSpPr/>
        <p:nvPr/>
      </p:nvGrpSpPr>
      <p:grpSpPr>
        <a:xfrm>
          <a:off x="0" y="0"/>
          <a:ext cx="0" cy="0"/>
          <a:chOff x="0" y="0"/>
          <a:chExt cx="0" cy="0"/>
        </a:xfrm>
      </p:grpSpPr>
      <p:sp>
        <p:nvSpPr>
          <p:cNvPr id="122" name="Google Shape;122;p35"/>
          <p:cNvSpPr txBox="1"/>
          <p:nvPr>
            <p:ph idx="1" type="body"/>
          </p:nvPr>
        </p:nvSpPr>
        <p:spPr>
          <a:xfrm>
            <a:off x="457200" y="1527175"/>
            <a:ext cx="2563495" cy="44608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lt2"/>
              </a:buClr>
              <a:buSzPts val="1800"/>
              <a:buFont typeface="Noto Sans Symbols"/>
              <a:buChar char="▪"/>
              <a:defRPr sz="2000"/>
            </a:lvl2pPr>
            <a:lvl3pPr indent="-342900" lvl="2" marL="1371600" algn="l">
              <a:lnSpc>
                <a:spcPct val="100000"/>
              </a:lnSpc>
              <a:spcBef>
                <a:spcPts val="1200"/>
              </a:spcBef>
              <a:spcAft>
                <a:spcPts val="0"/>
              </a:spcAft>
              <a:buClr>
                <a:schemeClr val="lt1"/>
              </a:buClr>
              <a:buSzPts val="1800"/>
              <a:buFont typeface="Arial"/>
              <a:buChar char="–"/>
              <a:defRPr sz="2000"/>
            </a:lvl3pPr>
            <a:lvl4pPr indent="-342900" lvl="3" marL="1828800" algn="l">
              <a:lnSpc>
                <a:spcPct val="100000"/>
              </a:lnSpc>
              <a:spcBef>
                <a:spcPts val="1200"/>
              </a:spcBef>
              <a:spcAft>
                <a:spcPts val="0"/>
              </a:spcAft>
              <a:buClr>
                <a:schemeClr val="lt1"/>
              </a:buClr>
              <a:buSzPts val="1800"/>
              <a:buFont typeface="Noto Sans Symbols"/>
              <a:buChar char="▪"/>
              <a:defRPr sz="2000"/>
            </a:lvl4pPr>
            <a:lvl5pPr indent="-342900" lvl="4" marL="2286000" algn="l">
              <a:lnSpc>
                <a:spcPct val="100000"/>
              </a:lnSpc>
              <a:spcBef>
                <a:spcPts val="1200"/>
              </a:spcBef>
              <a:spcAft>
                <a:spcPts val="0"/>
              </a:spcAft>
              <a:buClr>
                <a:schemeClr val="lt1"/>
              </a:buClr>
              <a:buSzPts val="1800"/>
              <a:buFont typeface="Arial"/>
              <a:buChar char="–"/>
              <a:defRPr sz="20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23" name="Google Shape;123;p35"/>
          <p:cNvSpPr txBox="1"/>
          <p:nvPr>
            <p:ph idx="2" type="body"/>
          </p:nvPr>
        </p:nvSpPr>
        <p:spPr>
          <a:xfrm>
            <a:off x="3375342" y="1527175"/>
            <a:ext cx="2563495" cy="44608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lt2"/>
              </a:buClr>
              <a:buSzPts val="1800"/>
              <a:buFont typeface="Noto Sans Symbols"/>
              <a:buChar char="▪"/>
              <a:defRPr sz="2000"/>
            </a:lvl2pPr>
            <a:lvl3pPr indent="-342900" lvl="2" marL="1371600" algn="l">
              <a:lnSpc>
                <a:spcPct val="100000"/>
              </a:lnSpc>
              <a:spcBef>
                <a:spcPts val="1200"/>
              </a:spcBef>
              <a:spcAft>
                <a:spcPts val="0"/>
              </a:spcAft>
              <a:buClr>
                <a:schemeClr val="lt1"/>
              </a:buClr>
              <a:buSzPts val="1800"/>
              <a:buFont typeface="Arial"/>
              <a:buChar char="–"/>
              <a:defRPr sz="2000"/>
            </a:lvl3pPr>
            <a:lvl4pPr indent="-342900" lvl="3" marL="1828800" algn="l">
              <a:lnSpc>
                <a:spcPct val="100000"/>
              </a:lnSpc>
              <a:spcBef>
                <a:spcPts val="1200"/>
              </a:spcBef>
              <a:spcAft>
                <a:spcPts val="0"/>
              </a:spcAft>
              <a:buClr>
                <a:schemeClr val="lt1"/>
              </a:buClr>
              <a:buSzPts val="1800"/>
              <a:buFont typeface="Noto Sans Symbols"/>
              <a:buChar char="▪"/>
              <a:defRPr sz="2000"/>
            </a:lvl4pPr>
            <a:lvl5pPr indent="-342900" lvl="4" marL="2286000" algn="l">
              <a:lnSpc>
                <a:spcPct val="100000"/>
              </a:lnSpc>
              <a:spcBef>
                <a:spcPts val="1200"/>
              </a:spcBef>
              <a:spcAft>
                <a:spcPts val="0"/>
              </a:spcAft>
              <a:buClr>
                <a:schemeClr val="lt1"/>
              </a:buClr>
              <a:buSzPts val="1800"/>
              <a:buFont typeface="Arial"/>
              <a:buChar char="–"/>
              <a:defRPr sz="20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24" name="Google Shape;124;p35"/>
          <p:cNvSpPr txBox="1"/>
          <p:nvPr>
            <p:ph idx="3" type="body"/>
          </p:nvPr>
        </p:nvSpPr>
        <p:spPr>
          <a:xfrm>
            <a:off x="6254752" y="1527175"/>
            <a:ext cx="2563495" cy="44608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lt2"/>
              </a:buClr>
              <a:buSzPts val="1800"/>
              <a:buFont typeface="Noto Sans Symbols"/>
              <a:buChar char="▪"/>
              <a:defRPr sz="2000"/>
            </a:lvl2pPr>
            <a:lvl3pPr indent="-342900" lvl="2" marL="1371600" algn="l">
              <a:lnSpc>
                <a:spcPct val="100000"/>
              </a:lnSpc>
              <a:spcBef>
                <a:spcPts val="1200"/>
              </a:spcBef>
              <a:spcAft>
                <a:spcPts val="0"/>
              </a:spcAft>
              <a:buClr>
                <a:schemeClr val="lt1"/>
              </a:buClr>
              <a:buSzPts val="1800"/>
              <a:buFont typeface="Arial"/>
              <a:buChar char="–"/>
              <a:defRPr sz="2000"/>
            </a:lvl3pPr>
            <a:lvl4pPr indent="-342900" lvl="3" marL="1828800" algn="l">
              <a:lnSpc>
                <a:spcPct val="100000"/>
              </a:lnSpc>
              <a:spcBef>
                <a:spcPts val="1200"/>
              </a:spcBef>
              <a:spcAft>
                <a:spcPts val="0"/>
              </a:spcAft>
              <a:buClr>
                <a:schemeClr val="lt1"/>
              </a:buClr>
              <a:buSzPts val="1800"/>
              <a:buFont typeface="Noto Sans Symbols"/>
              <a:buChar char="▪"/>
              <a:defRPr sz="2000"/>
            </a:lvl4pPr>
            <a:lvl5pPr indent="-342900" lvl="4" marL="2286000" algn="l">
              <a:lnSpc>
                <a:spcPct val="100000"/>
              </a:lnSpc>
              <a:spcBef>
                <a:spcPts val="1200"/>
              </a:spcBef>
              <a:spcAft>
                <a:spcPts val="0"/>
              </a:spcAft>
              <a:buClr>
                <a:schemeClr val="lt1"/>
              </a:buClr>
              <a:buSzPts val="1800"/>
              <a:buFont typeface="Arial"/>
              <a:buChar char="–"/>
              <a:defRPr sz="20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25" name="Google Shape;125;p35"/>
          <p:cNvSpPr txBox="1"/>
          <p:nvPr>
            <p:ph idx="4" type="body"/>
          </p:nvPr>
        </p:nvSpPr>
        <p:spPr>
          <a:xfrm>
            <a:off x="9169718" y="1527175"/>
            <a:ext cx="2563495" cy="44608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lt2"/>
              </a:buClr>
              <a:buSzPts val="1800"/>
              <a:buFont typeface="Noto Sans Symbols"/>
              <a:buChar char="▪"/>
              <a:defRPr sz="2000"/>
            </a:lvl2pPr>
            <a:lvl3pPr indent="-342900" lvl="2" marL="1371600" algn="l">
              <a:lnSpc>
                <a:spcPct val="100000"/>
              </a:lnSpc>
              <a:spcBef>
                <a:spcPts val="1200"/>
              </a:spcBef>
              <a:spcAft>
                <a:spcPts val="0"/>
              </a:spcAft>
              <a:buClr>
                <a:schemeClr val="lt1"/>
              </a:buClr>
              <a:buSzPts val="1800"/>
              <a:buFont typeface="Arial"/>
              <a:buChar char="–"/>
              <a:defRPr sz="2000"/>
            </a:lvl3pPr>
            <a:lvl4pPr indent="-342900" lvl="3" marL="1828800" algn="l">
              <a:lnSpc>
                <a:spcPct val="100000"/>
              </a:lnSpc>
              <a:spcBef>
                <a:spcPts val="1200"/>
              </a:spcBef>
              <a:spcAft>
                <a:spcPts val="0"/>
              </a:spcAft>
              <a:buClr>
                <a:schemeClr val="lt1"/>
              </a:buClr>
              <a:buSzPts val="1800"/>
              <a:buFont typeface="Noto Sans Symbols"/>
              <a:buChar char="▪"/>
              <a:defRPr sz="2000"/>
            </a:lvl4pPr>
            <a:lvl5pPr indent="-342900" lvl="4" marL="2286000" algn="l">
              <a:lnSpc>
                <a:spcPct val="100000"/>
              </a:lnSpc>
              <a:spcBef>
                <a:spcPts val="1200"/>
              </a:spcBef>
              <a:spcAft>
                <a:spcPts val="0"/>
              </a:spcAft>
              <a:buClr>
                <a:schemeClr val="lt1"/>
              </a:buClr>
              <a:buSzPts val="1800"/>
              <a:buFont typeface="Arial"/>
              <a:buChar char="–"/>
              <a:defRPr sz="20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26" name="Google Shape;126;p35"/>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1800"/>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shaded">
  <p:cSld name="Four column shaded">
    <p:spTree>
      <p:nvGrpSpPr>
        <p:cNvPr id="127" name="Shape 127"/>
        <p:cNvGrpSpPr/>
        <p:nvPr/>
      </p:nvGrpSpPr>
      <p:grpSpPr>
        <a:xfrm>
          <a:off x="0" y="0"/>
          <a:ext cx="0" cy="0"/>
          <a:chOff x="0" y="0"/>
          <a:chExt cx="0" cy="0"/>
        </a:xfrm>
      </p:grpSpPr>
      <p:sp>
        <p:nvSpPr>
          <p:cNvPr id="128" name="Google Shape;128;p36"/>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1800"/>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 name="Google Shape;129;p36"/>
          <p:cNvSpPr txBox="1"/>
          <p:nvPr>
            <p:ph idx="1" type="body"/>
          </p:nvPr>
        </p:nvSpPr>
        <p:spPr>
          <a:xfrm>
            <a:off x="457200" y="1527175"/>
            <a:ext cx="2563495" cy="4460875"/>
          </a:xfrm>
          <a:prstGeom prst="rect">
            <a:avLst/>
          </a:prstGeom>
          <a:solidFill>
            <a:srgbClr val="26486F"/>
          </a:solidFill>
          <a:ln>
            <a:noFill/>
          </a:ln>
        </p:spPr>
        <p:txBody>
          <a:bodyPr anchorCtr="0" anchor="t" bIns="182875" lIns="182875" spcFirstLastPara="1" rIns="91425" wrap="square" tIns="182875">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lt2"/>
              </a:buClr>
              <a:buSzPts val="1800"/>
              <a:buFont typeface="Noto Sans Symbols"/>
              <a:buChar char="▪"/>
              <a:defRPr sz="2000"/>
            </a:lvl2pPr>
            <a:lvl3pPr indent="-342900" lvl="2" marL="1371600" algn="l">
              <a:lnSpc>
                <a:spcPct val="100000"/>
              </a:lnSpc>
              <a:spcBef>
                <a:spcPts val="1200"/>
              </a:spcBef>
              <a:spcAft>
                <a:spcPts val="0"/>
              </a:spcAft>
              <a:buClr>
                <a:schemeClr val="lt1"/>
              </a:buClr>
              <a:buSzPts val="1800"/>
              <a:buFont typeface="Arial"/>
              <a:buChar char="–"/>
              <a:defRPr sz="2000"/>
            </a:lvl3pPr>
            <a:lvl4pPr indent="-342900" lvl="3" marL="1828800" algn="l">
              <a:lnSpc>
                <a:spcPct val="100000"/>
              </a:lnSpc>
              <a:spcBef>
                <a:spcPts val="1200"/>
              </a:spcBef>
              <a:spcAft>
                <a:spcPts val="0"/>
              </a:spcAft>
              <a:buClr>
                <a:schemeClr val="lt1"/>
              </a:buClr>
              <a:buSzPts val="1800"/>
              <a:buFont typeface="Noto Sans Symbols"/>
              <a:buChar char="▪"/>
              <a:defRPr sz="2000"/>
            </a:lvl4pPr>
            <a:lvl5pPr indent="-342900" lvl="4" marL="2286000" algn="l">
              <a:lnSpc>
                <a:spcPct val="100000"/>
              </a:lnSpc>
              <a:spcBef>
                <a:spcPts val="1200"/>
              </a:spcBef>
              <a:spcAft>
                <a:spcPts val="0"/>
              </a:spcAft>
              <a:buClr>
                <a:schemeClr val="lt1"/>
              </a:buClr>
              <a:buSzPts val="1800"/>
              <a:buFont typeface="Arial"/>
              <a:buChar char="–"/>
              <a:defRPr sz="20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0" name="Google Shape;130;p36"/>
          <p:cNvSpPr txBox="1"/>
          <p:nvPr>
            <p:ph idx="2" type="body"/>
          </p:nvPr>
        </p:nvSpPr>
        <p:spPr>
          <a:xfrm>
            <a:off x="3363487" y="1527175"/>
            <a:ext cx="2563495" cy="4460875"/>
          </a:xfrm>
          <a:prstGeom prst="rect">
            <a:avLst/>
          </a:prstGeom>
          <a:solidFill>
            <a:srgbClr val="26486F"/>
          </a:solidFill>
          <a:ln>
            <a:noFill/>
          </a:ln>
        </p:spPr>
        <p:txBody>
          <a:bodyPr anchorCtr="0" anchor="t" bIns="182875" lIns="182875" spcFirstLastPara="1" rIns="91425" wrap="square" tIns="182875">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lt2"/>
              </a:buClr>
              <a:buSzPts val="1800"/>
              <a:buFont typeface="Noto Sans Symbols"/>
              <a:buChar char="▪"/>
              <a:defRPr sz="2000"/>
            </a:lvl2pPr>
            <a:lvl3pPr indent="-342900" lvl="2" marL="1371600" algn="l">
              <a:lnSpc>
                <a:spcPct val="100000"/>
              </a:lnSpc>
              <a:spcBef>
                <a:spcPts val="1200"/>
              </a:spcBef>
              <a:spcAft>
                <a:spcPts val="0"/>
              </a:spcAft>
              <a:buClr>
                <a:schemeClr val="lt1"/>
              </a:buClr>
              <a:buSzPts val="1800"/>
              <a:buFont typeface="Arial"/>
              <a:buChar char="–"/>
              <a:defRPr sz="2000"/>
            </a:lvl3pPr>
            <a:lvl4pPr indent="-342900" lvl="3" marL="1828800" algn="l">
              <a:lnSpc>
                <a:spcPct val="100000"/>
              </a:lnSpc>
              <a:spcBef>
                <a:spcPts val="1200"/>
              </a:spcBef>
              <a:spcAft>
                <a:spcPts val="0"/>
              </a:spcAft>
              <a:buClr>
                <a:schemeClr val="lt1"/>
              </a:buClr>
              <a:buSzPts val="1800"/>
              <a:buFont typeface="Noto Sans Symbols"/>
              <a:buChar char="▪"/>
              <a:defRPr sz="2000"/>
            </a:lvl4pPr>
            <a:lvl5pPr indent="-342900" lvl="4" marL="2286000" algn="l">
              <a:lnSpc>
                <a:spcPct val="100000"/>
              </a:lnSpc>
              <a:spcBef>
                <a:spcPts val="1200"/>
              </a:spcBef>
              <a:spcAft>
                <a:spcPts val="0"/>
              </a:spcAft>
              <a:buClr>
                <a:schemeClr val="lt1"/>
              </a:buClr>
              <a:buSzPts val="1800"/>
              <a:buFont typeface="Arial"/>
              <a:buChar char="–"/>
              <a:defRPr sz="20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1" name="Google Shape;131;p36"/>
          <p:cNvSpPr txBox="1"/>
          <p:nvPr>
            <p:ph idx="3" type="body"/>
          </p:nvPr>
        </p:nvSpPr>
        <p:spPr>
          <a:xfrm>
            <a:off x="6266602" y="1527175"/>
            <a:ext cx="2563495" cy="4460875"/>
          </a:xfrm>
          <a:prstGeom prst="rect">
            <a:avLst/>
          </a:prstGeom>
          <a:solidFill>
            <a:srgbClr val="26486F"/>
          </a:solidFill>
          <a:ln>
            <a:noFill/>
          </a:ln>
        </p:spPr>
        <p:txBody>
          <a:bodyPr anchorCtr="0" anchor="t" bIns="182875" lIns="182875" spcFirstLastPara="1" rIns="91425" wrap="square" tIns="182875">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lt2"/>
              </a:buClr>
              <a:buSzPts val="1800"/>
              <a:buFont typeface="Noto Sans Symbols"/>
              <a:buChar char="▪"/>
              <a:defRPr sz="2000"/>
            </a:lvl2pPr>
            <a:lvl3pPr indent="-342900" lvl="2" marL="1371600" algn="l">
              <a:lnSpc>
                <a:spcPct val="100000"/>
              </a:lnSpc>
              <a:spcBef>
                <a:spcPts val="1200"/>
              </a:spcBef>
              <a:spcAft>
                <a:spcPts val="0"/>
              </a:spcAft>
              <a:buClr>
                <a:schemeClr val="lt1"/>
              </a:buClr>
              <a:buSzPts val="1800"/>
              <a:buFont typeface="Arial"/>
              <a:buChar char="–"/>
              <a:defRPr sz="2000"/>
            </a:lvl3pPr>
            <a:lvl4pPr indent="-342900" lvl="3" marL="1828800" algn="l">
              <a:lnSpc>
                <a:spcPct val="100000"/>
              </a:lnSpc>
              <a:spcBef>
                <a:spcPts val="1200"/>
              </a:spcBef>
              <a:spcAft>
                <a:spcPts val="0"/>
              </a:spcAft>
              <a:buClr>
                <a:schemeClr val="lt1"/>
              </a:buClr>
              <a:buSzPts val="1800"/>
              <a:buFont typeface="Noto Sans Symbols"/>
              <a:buChar char="▪"/>
              <a:defRPr sz="2000"/>
            </a:lvl4pPr>
            <a:lvl5pPr indent="-342900" lvl="4" marL="2286000" algn="l">
              <a:lnSpc>
                <a:spcPct val="100000"/>
              </a:lnSpc>
              <a:spcBef>
                <a:spcPts val="1200"/>
              </a:spcBef>
              <a:spcAft>
                <a:spcPts val="0"/>
              </a:spcAft>
              <a:buClr>
                <a:schemeClr val="lt1"/>
              </a:buClr>
              <a:buSzPts val="1800"/>
              <a:buFont typeface="Arial"/>
              <a:buChar char="–"/>
              <a:defRPr sz="20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2" name="Google Shape;132;p36"/>
          <p:cNvSpPr txBox="1"/>
          <p:nvPr>
            <p:ph idx="4" type="body"/>
          </p:nvPr>
        </p:nvSpPr>
        <p:spPr>
          <a:xfrm>
            <a:off x="9166542" y="1527175"/>
            <a:ext cx="2563495" cy="4460875"/>
          </a:xfrm>
          <a:prstGeom prst="rect">
            <a:avLst/>
          </a:prstGeom>
          <a:solidFill>
            <a:srgbClr val="26486F"/>
          </a:solidFill>
          <a:ln>
            <a:noFill/>
          </a:ln>
        </p:spPr>
        <p:txBody>
          <a:bodyPr anchorCtr="0" anchor="t" bIns="182875" lIns="182875" spcFirstLastPara="1" rIns="91425" wrap="square" tIns="182875">
            <a:noAutofit/>
          </a:bodyPr>
          <a:lstStyle>
            <a:lvl1pPr indent="-228600" lvl="0" marL="457200" algn="l">
              <a:lnSpc>
                <a:spcPct val="100000"/>
              </a:lnSpc>
              <a:spcBef>
                <a:spcPts val="0"/>
              </a:spcBef>
              <a:spcAft>
                <a:spcPts val="0"/>
              </a:spcAft>
              <a:buSzPts val="1800"/>
              <a:buNone/>
              <a:defRPr b="1" sz="2000"/>
            </a:lvl1pPr>
            <a:lvl2pPr indent="-342900" lvl="1" marL="914400" algn="l">
              <a:lnSpc>
                <a:spcPct val="100000"/>
              </a:lnSpc>
              <a:spcBef>
                <a:spcPts val="1200"/>
              </a:spcBef>
              <a:spcAft>
                <a:spcPts val="0"/>
              </a:spcAft>
              <a:buClr>
                <a:schemeClr val="lt2"/>
              </a:buClr>
              <a:buSzPts val="1800"/>
              <a:buFont typeface="Noto Sans Symbols"/>
              <a:buChar char="▪"/>
              <a:defRPr sz="2000"/>
            </a:lvl2pPr>
            <a:lvl3pPr indent="-342900" lvl="2" marL="1371600" algn="l">
              <a:lnSpc>
                <a:spcPct val="100000"/>
              </a:lnSpc>
              <a:spcBef>
                <a:spcPts val="1200"/>
              </a:spcBef>
              <a:spcAft>
                <a:spcPts val="0"/>
              </a:spcAft>
              <a:buClr>
                <a:schemeClr val="lt1"/>
              </a:buClr>
              <a:buSzPts val="1800"/>
              <a:buFont typeface="Arial"/>
              <a:buChar char="–"/>
              <a:defRPr sz="2000"/>
            </a:lvl3pPr>
            <a:lvl4pPr indent="-342900" lvl="3" marL="1828800" algn="l">
              <a:lnSpc>
                <a:spcPct val="100000"/>
              </a:lnSpc>
              <a:spcBef>
                <a:spcPts val="1200"/>
              </a:spcBef>
              <a:spcAft>
                <a:spcPts val="0"/>
              </a:spcAft>
              <a:buClr>
                <a:schemeClr val="lt1"/>
              </a:buClr>
              <a:buSzPts val="1800"/>
              <a:buFont typeface="Noto Sans Symbols"/>
              <a:buChar char="▪"/>
              <a:defRPr sz="2000"/>
            </a:lvl4pPr>
            <a:lvl5pPr indent="-342900" lvl="4" marL="2286000" algn="l">
              <a:lnSpc>
                <a:spcPct val="100000"/>
              </a:lnSpc>
              <a:spcBef>
                <a:spcPts val="1200"/>
              </a:spcBef>
              <a:spcAft>
                <a:spcPts val="0"/>
              </a:spcAft>
              <a:buClr>
                <a:schemeClr val="lt1"/>
              </a:buClr>
              <a:buSzPts val="1800"/>
              <a:buFont typeface="Arial"/>
              <a:buChar char="–"/>
              <a:defRPr sz="20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B1_Sky">
  <p:cSld name="Divider B1_Sky">
    <p:spTree>
      <p:nvGrpSpPr>
        <p:cNvPr id="133" name="Shape 133"/>
        <p:cNvGrpSpPr/>
        <p:nvPr/>
      </p:nvGrpSpPr>
      <p:grpSpPr>
        <a:xfrm>
          <a:off x="0" y="0"/>
          <a:ext cx="0" cy="0"/>
          <a:chOff x="0" y="0"/>
          <a:chExt cx="0" cy="0"/>
        </a:xfrm>
      </p:grpSpPr>
      <p:sp>
        <p:nvSpPr>
          <p:cNvPr id="134" name="Google Shape;134;p37"/>
          <p:cNvSpPr/>
          <p:nvPr/>
        </p:nvSpPr>
        <p:spPr>
          <a:xfrm>
            <a:off x="7140899" y="1354039"/>
            <a:ext cx="5051100" cy="3286926"/>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5" name="Google Shape;135;p37"/>
          <p:cNvSpPr/>
          <p:nvPr/>
        </p:nvSpPr>
        <p:spPr>
          <a:xfrm>
            <a:off x="-2" y="1354039"/>
            <a:ext cx="1753954" cy="3286926"/>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6" name="Google Shape;136;p37"/>
          <p:cNvSpPr txBox="1"/>
          <p:nvPr>
            <p:ph type="title"/>
          </p:nvPr>
        </p:nvSpPr>
        <p:spPr>
          <a:xfrm>
            <a:off x="2055247" y="1527176"/>
            <a:ext cx="4906765" cy="2937249"/>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accent1"/>
              </a:buClr>
              <a:buSzPts val="3200"/>
              <a:buFont typeface="Arial Black"/>
              <a:buNone/>
              <a:defRPr b="0" sz="3200">
                <a:solidFill>
                  <a:schemeClr val="accent1"/>
                </a:solidFill>
                <a:latin typeface="Arial Black"/>
                <a:ea typeface="Arial Black"/>
                <a:cs typeface="Arial Black"/>
                <a:sym typeface="Arial Black"/>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137" name="Shape 137"/>
        <p:cNvGrpSpPr/>
        <p:nvPr/>
      </p:nvGrpSpPr>
      <p:grpSpPr>
        <a:xfrm>
          <a:off x="0" y="0"/>
          <a:ext cx="0" cy="0"/>
          <a:chOff x="0" y="0"/>
          <a:chExt cx="0" cy="0"/>
        </a:xfrm>
      </p:grpSpPr>
      <p:sp>
        <p:nvSpPr>
          <p:cNvPr id="138" name="Google Shape;138;p38"/>
          <p:cNvSpPr txBox="1"/>
          <p:nvPr>
            <p:ph type="title"/>
          </p:nvPr>
        </p:nvSpPr>
        <p:spPr>
          <a:xfrm>
            <a:off x="1167116" y="920688"/>
            <a:ext cx="7842706" cy="464029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 name="Google Shape;139;p38"/>
          <p:cNvSpPr/>
          <p:nvPr/>
        </p:nvSpPr>
        <p:spPr>
          <a:xfrm>
            <a:off x="474077" y="920687"/>
            <a:ext cx="246952" cy="50657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0" name="Google Shape;140;p38"/>
          <p:cNvSpPr/>
          <p:nvPr/>
        </p:nvSpPr>
        <p:spPr>
          <a:xfrm>
            <a:off x="9422804" y="920687"/>
            <a:ext cx="246952" cy="50657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1" name="Google Shape;141;p38"/>
          <p:cNvSpPr txBox="1"/>
          <p:nvPr>
            <p:ph idx="1" type="body"/>
          </p:nvPr>
        </p:nvSpPr>
        <p:spPr>
          <a:xfrm>
            <a:off x="1167117" y="5583239"/>
            <a:ext cx="7842704" cy="4032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lt1"/>
                </a:solidFill>
              </a:defRPr>
            </a:lvl1pPr>
            <a:lvl2pPr indent="-331469" lvl="1" marL="914400" algn="l">
              <a:lnSpc>
                <a:spcPct val="100000"/>
              </a:lnSpc>
              <a:spcBef>
                <a:spcPts val="1200"/>
              </a:spcBef>
              <a:spcAft>
                <a:spcPts val="0"/>
              </a:spcAft>
              <a:buClr>
                <a:schemeClr val="lt1"/>
              </a:buClr>
              <a:buSzPts val="1620"/>
              <a:buChar char="–"/>
              <a:defRPr/>
            </a:lvl2pPr>
            <a:lvl3pPr indent="-331469" lvl="2" marL="1371600" algn="l">
              <a:lnSpc>
                <a:spcPct val="100000"/>
              </a:lnSpc>
              <a:spcBef>
                <a:spcPts val="1200"/>
              </a:spcBef>
              <a:spcAft>
                <a:spcPts val="0"/>
              </a:spcAft>
              <a:buClr>
                <a:schemeClr val="lt1"/>
              </a:buClr>
              <a:buSzPts val="1620"/>
              <a:buChar char="▪"/>
              <a:defRPr/>
            </a:lvl3pPr>
            <a:lvl4pPr indent="-331469" lvl="3" marL="1828800" algn="l">
              <a:lnSpc>
                <a:spcPct val="100000"/>
              </a:lnSpc>
              <a:spcBef>
                <a:spcPts val="1200"/>
              </a:spcBef>
              <a:spcAft>
                <a:spcPts val="0"/>
              </a:spcAft>
              <a:buClr>
                <a:schemeClr val="lt1"/>
              </a:buClr>
              <a:buSzPts val="1620"/>
              <a:buChar char="–"/>
              <a:defRPr/>
            </a:lvl4pPr>
            <a:lvl5pPr indent="-331470" lvl="4" marL="2286000" algn="l">
              <a:lnSpc>
                <a:spcPct val="100000"/>
              </a:lnSpc>
              <a:spcBef>
                <a:spcPts val="1200"/>
              </a:spcBef>
              <a:spcAft>
                <a:spcPts val="0"/>
              </a:spcAft>
              <a:buClr>
                <a:schemeClr val="lt1"/>
              </a:buClr>
              <a:buSzPts val="1620"/>
              <a:buChar char="▪"/>
              <a:defRPr/>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B1_Sky">
  <p:cSld name="Quote B1_Sky">
    <p:spTree>
      <p:nvGrpSpPr>
        <p:cNvPr id="142" name="Shape 142"/>
        <p:cNvGrpSpPr/>
        <p:nvPr/>
      </p:nvGrpSpPr>
      <p:grpSpPr>
        <a:xfrm>
          <a:off x="0" y="0"/>
          <a:ext cx="0" cy="0"/>
          <a:chOff x="0" y="0"/>
          <a:chExt cx="0" cy="0"/>
        </a:xfrm>
      </p:grpSpPr>
      <p:sp>
        <p:nvSpPr>
          <p:cNvPr id="143" name="Google Shape;143;p39"/>
          <p:cNvSpPr txBox="1"/>
          <p:nvPr>
            <p:ph type="title"/>
          </p:nvPr>
        </p:nvSpPr>
        <p:spPr>
          <a:xfrm>
            <a:off x="1167116" y="920688"/>
            <a:ext cx="7842706" cy="464029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39"/>
          <p:cNvSpPr/>
          <p:nvPr/>
        </p:nvSpPr>
        <p:spPr>
          <a:xfrm>
            <a:off x="474077" y="920687"/>
            <a:ext cx="246952" cy="5065776"/>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5" name="Google Shape;145;p39"/>
          <p:cNvSpPr/>
          <p:nvPr/>
        </p:nvSpPr>
        <p:spPr>
          <a:xfrm>
            <a:off x="9422804" y="920687"/>
            <a:ext cx="246952" cy="5065776"/>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6" name="Google Shape;146;p39"/>
          <p:cNvSpPr txBox="1"/>
          <p:nvPr>
            <p:ph idx="1" type="body"/>
          </p:nvPr>
        </p:nvSpPr>
        <p:spPr>
          <a:xfrm>
            <a:off x="1167117" y="5583239"/>
            <a:ext cx="7842704" cy="4032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lt1"/>
                </a:solidFill>
              </a:defRPr>
            </a:lvl1pPr>
            <a:lvl2pPr indent="-331469" lvl="1" marL="914400" algn="l">
              <a:lnSpc>
                <a:spcPct val="100000"/>
              </a:lnSpc>
              <a:spcBef>
                <a:spcPts val="1200"/>
              </a:spcBef>
              <a:spcAft>
                <a:spcPts val="0"/>
              </a:spcAft>
              <a:buClr>
                <a:schemeClr val="lt1"/>
              </a:buClr>
              <a:buSzPts val="1620"/>
              <a:buChar char="–"/>
              <a:defRPr/>
            </a:lvl2pPr>
            <a:lvl3pPr indent="-331469" lvl="2" marL="1371600" algn="l">
              <a:lnSpc>
                <a:spcPct val="100000"/>
              </a:lnSpc>
              <a:spcBef>
                <a:spcPts val="1200"/>
              </a:spcBef>
              <a:spcAft>
                <a:spcPts val="0"/>
              </a:spcAft>
              <a:buClr>
                <a:schemeClr val="lt1"/>
              </a:buClr>
              <a:buSzPts val="1620"/>
              <a:buChar char="▪"/>
              <a:defRPr/>
            </a:lvl3pPr>
            <a:lvl4pPr indent="-331469" lvl="3" marL="1828800" algn="l">
              <a:lnSpc>
                <a:spcPct val="100000"/>
              </a:lnSpc>
              <a:spcBef>
                <a:spcPts val="1200"/>
              </a:spcBef>
              <a:spcAft>
                <a:spcPts val="0"/>
              </a:spcAft>
              <a:buClr>
                <a:schemeClr val="lt1"/>
              </a:buClr>
              <a:buSzPts val="1620"/>
              <a:buChar char="–"/>
              <a:defRPr/>
            </a:lvl4pPr>
            <a:lvl5pPr indent="-331470" lvl="4" marL="2286000" algn="l">
              <a:lnSpc>
                <a:spcPct val="100000"/>
              </a:lnSpc>
              <a:spcBef>
                <a:spcPts val="1200"/>
              </a:spcBef>
              <a:spcAft>
                <a:spcPts val="0"/>
              </a:spcAft>
              <a:buClr>
                <a:schemeClr val="lt1"/>
              </a:buClr>
              <a:buSzPts val="1620"/>
              <a:buChar char="▪"/>
              <a:defRPr/>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photo">
  <p:cSld name="Quote with photo">
    <p:spTree>
      <p:nvGrpSpPr>
        <p:cNvPr id="147" name="Shape 147"/>
        <p:cNvGrpSpPr/>
        <p:nvPr/>
      </p:nvGrpSpPr>
      <p:grpSpPr>
        <a:xfrm>
          <a:off x="0" y="0"/>
          <a:ext cx="0" cy="0"/>
          <a:chOff x="0" y="0"/>
          <a:chExt cx="0" cy="0"/>
        </a:xfrm>
      </p:grpSpPr>
      <p:sp>
        <p:nvSpPr>
          <p:cNvPr id="148" name="Google Shape;148;p40"/>
          <p:cNvSpPr/>
          <p:nvPr>
            <p:ph idx="2" type="pic"/>
          </p:nvPr>
        </p:nvSpPr>
        <p:spPr>
          <a:xfrm>
            <a:off x="7043912" y="1343025"/>
            <a:ext cx="4689182" cy="4298950"/>
          </a:xfrm>
          <a:prstGeom prst="rect">
            <a:avLst/>
          </a:prstGeom>
          <a:noFill/>
          <a:ln>
            <a:noFill/>
          </a:ln>
        </p:spPr>
      </p:sp>
      <p:sp>
        <p:nvSpPr>
          <p:cNvPr id="149" name="Google Shape;149;p40"/>
          <p:cNvSpPr txBox="1"/>
          <p:nvPr>
            <p:ph idx="1" type="body"/>
          </p:nvPr>
        </p:nvSpPr>
        <p:spPr>
          <a:xfrm>
            <a:off x="1092084" y="5469731"/>
            <a:ext cx="4962768" cy="3444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lt1"/>
                </a:solidFill>
              </a:defRPr>
            </a:lvl1pPr>
            <a:lvl2pPr indent="-331469" lvl="1" marL="914400" algn="l">
              <a:lnSpc>
                <a:spcPct val="100000"/>
              </a:lnSpc>
              <a:spcBef>
                <a:spcPts val="1200"/>
              </a:spcBef>
              <a:spcAft>
                <a:spcPts val="0"/>
              </a:spcAft>
              <a:buClr>
                <a:schemeClr val="lt1"/>
              </a:buClr>
              <a:buSzPts val="1620"/>
              <a:buChar char="–"/>
              <a:defRPr/>
            </a:lvl2pPr>
            <a:lvl3pPr indent="-331469" lvl="2" marL="1371600" algn="l">
              <a:lnSpc>
                <a:spcPct val="100000"/>
              </a:lnSpc>
              <a:spcBef>
                <a:spcPts val="1200"/>
              </a:spcBef>
              <a:spcAft>
                <a:spcPts val="0"/>
              </a:spcAft>
              <a:buClr>
                <a:schemeClr val="lt1"/>
              </a:buClr>
              <a:buSzPts val="1620"/>
              <a:buChar char="▪"/>
              <a:defRPr/>
            </a:lvl3pPr>
            <a:lvl4pPr indent="-331469" lvl="3" marL="1828800" algn="l">
              <a:lnSpc>
                <a:spcPct val="100000"/>
              </a:lnSpc>
              <a:spcBef>
                <a:spcPts val="1200"/>
              </a:spcBef>
              <a:spcAft>
                <a:spcPts val="0"/>
              </a:spcAft>
              <a:buClr>
                <a:schemeClr val="lt1"/>
              </a:buClr>
              <a:buSzPts val="1620"/>
              <a:buChar char="–"/>
              <a:defRPr/>
            </a:lvl4pPr>
            <a:lvl5pPr indent="-331470" lvl="4" marL="2286000" algn="l">
              <a:lnSpc>
                <a:spcPct val="100000"/>
              </a:lnSpc>
              <a:spcBef>
                <a:spcPts val="1200"/>
              </a:spcBef>
              <a:spcAft>
                <a:spcPts val="0"/>
              </a:spcAft>
              <a:buClr>
                <a:schemeClr val="lt1"/>
              </a:buClr>
              <a:buSzPts val="1620"/>
              <a:buChar char="▪"/>
              <a:defRPr/>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50" name="Google Shape;150;p40"/>
          <p:cNvSpPr txBox="1"/>
          <p:nvPr>
            <p:ph type="title"/>
          </p:nvPr>
        </p:nvSpPr>
        <p:spPr>
          <a:xfrm>
            <a:off x="1092085" y="923926"/>
            <a:ext cx="4962768" cy="4545804"/>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40"/>
          <p:cNvSpPr/>
          <p:nvPr/>
        </p:nvSpPr>
        <p:spPr>
          <a:xfrm>
            <a:off x="6426219" y="920687"/>
            <a:ext cx="246952" cy="50657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2" name="Google Shape;152;p40"/>
          <p:cNvSpPr/>
          <p:nvPr/>
        </p:nvSpPr>
        <p:spPr>
          <a:xfrm>
            <a:off x="473765" y="920687"/>
            <a:ext cx="246952" cy="50657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B1_Sky with photo">
  <p:cSld name="Quote B1_Sky with photo">
    <p:spTree>
      <p:nvGrpSpPr>
        <p:cNvPr id="153" name="Shape 153"/>
        <p:cNvGrpSpPr/>
        <p:nvPr/>
      </p:nvGrpSpPr>
      <p:grpSpPr>
        <a:xfrm>
          <a:off x="0" y="0"/>
          <a:ext cx="0" cy="0"/>
          <a:chOff x="0" y="0"/>
          <a:chExt cx="0" cy="0"/>
        </a:xfrm>
      </p:grpSpPr>
      <p:sp>
        <p:nvSpPr>
          <p:cNvPr id="154" name="Google Shape;154;p41"/>
          <p:cNvSpPr/>
          <p:nvPr>
            <p:ph idx="2" type="pic"/>
          </p:nvPr>
        </p:nvSpPr>
        <p:spPr>
          <a:xfrm>
            <a:off x="7043912" y="1343025"/>
            <a:ext cx="4689182" cy="4298950"/>
          </a:xfrm>
          <a:prstGeom prst="rect">
            <a:avLst/>
          </a:prstGeom>
          <a:noFill/>
          <a:ln>
            <a:noFill/>
          </a:ln>
        </p:spPr>
      </p:sp>
      <p:sp>
        <p:nvSpPr>
          <p:cNvPr id="155" name="Google Shape;155;p41"/>
          <p:cNvSpPr txBox="1"/>
          <p:nvPr>
            <p:ph idx="1" type="body"/>
          </p:nvPr>
        </p:nvSpPr>
        <p:spPr>
          <a:xfrm>
            <a:off x="1092084" y="5469731"/>
            <a:ext cx="4962768" cy="3444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lt1"/>
                </a:solidFill>
              </a:defRPr>
            </a:lvl1pPr>
            <a:lvl2pPr indent="-331469" lvl="1" marL="914400" algn="l">
              <a:lnSpc>
                <a:spcPct val="100000"/>
              </a:lnSpc>
              <a:spcBef>
                <a:spcPts val="1200"/>
              </a:spcBef>
              <a:spcAft>
                <a:spcPts val="0"/>
              </a:spcAft>
              <a:buClr>
                <a:schemeClr val="lt1"/>
              </a:buClr>
              <a:buSzPts val="1620"/>
              <a:buChar char="–"/>
              <a:defRPr/>
            </a:lvl2pPr>
            <a:lvl3pPr indent="-331469" lvl="2" marL="1371600" algn="l">
              <a:lnSpc>
                <a:spcPct val="100000"/>
              </a:lnSpc>
              <a:spcBef>
                <a:spcPts val="1200"/>
              </a:spcBef>
              <a:spcAft>
                <a:spcPts val="0"/>
              </a:spcAft>
              <a:buClr>
                <a:schemeClr val="lt1"/>
              </a:buClr>
              <a:buSzPts val="1620"/>
              <a:buChar char="▪"/>
              <a:defRPr/>
            </a:lvl3pPr>
            <a:lvl4pPr indent="-331469" lvl="3" marL="1828800" algn="l">
              <a:lnSpc>
                <a:spcPct val="100000"/>
              </a:lnSpc>
              <a:spcBef>
                <a:spcPts val="1200"/>
              </a:spcBef>
              <a:spcAft>
                <a:spcPts val="0"/>
              </a:spcAft>
              <a:buClr>
                <a:schemeClr val="lt1"/>
              </a:buClr>
              <a:buSzPts val="1620"/>
              <a:buChar char="–"/>
              <a:defRPr/>
            </a:lvl4pPr>
            <a:lvl5pPr indent="-331470" lvl="4" marL="2286000" algn="l">
              <a:lnSpc>
                <a:spcPct val="100000"/>
              </a:lnSpc>
              <a:spcBef>
                <a:spcPts val="1200"/>
              </a:spcBef>
              <a:spcAft>
                <a:spcPts val="0"/>
              </a:spcAft>
              <a:buClr>
                <a:schemeClr val="lt1"/>
              </a:buClr>
              <a:buSzPts val="1620"/>
              <a:buChar char="▪"/>
              <a:defRPr/>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56" name="Google Shape;156;p41"/>
          <p:cNvSpPr txBox="1"/>
          <p:nvPr>
            <p:ph type="title"/>
          </p:nvPr>
        </p:nvSpPr>
        <p:spPr>
          <a:xfrm>
            <a:off x="1092085" y="923926"/>
            <a:ext cx="4962768" cy="4545804"/>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41"/>
          <p:cNvSpPr/>
          <p:nvPr/>
        </p:nvSpPr>
        <p:spPr>
          <a:xfrm>
            <a:off x="6426219" y="920687"/>
            <a:ext cx="246952" cy="5065776"/>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8" name="Google Shape;158;p41"/>
          <p:cNvSpPr/>
          <p:nvPr/>
        </p:nvSpPr>
        <p:spPr>
          <a:xfrm>
            <a:off x="473765" y="920687"/>
            <a:ext cx="246952" cy="5065776"/>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1_Steel" showMasterSp="0">
  <p:cSld name="Title Slide W1_Steel">
    <p:bg>
      <p:bgPr>
        <a:solidFill>
          <a:schemeClr val="lt1"/>
        </a:solidFill>
      </p:bgPr>
    </p:bg>
    <p:spTree>
      <p:nvGrpSpPr>
        <p:cNvPr id="164" name="Shape 164"/>
        <p:cNvGrpSpPr/>
        <p:nvPr/>
      </p:nvGrpSpPr>
      <p:grpSpPr>
        <a:xfrm>
          <a:off x="0" y="0"/>
          <a:ext cx="0" cy="0"/>
          <a:chOff x="0" y="0"/>
          <a:chExt cx="0" cy="0"/>
        </a:xfrm>
      </p:grpSpPr>
      <p:sp>
        <p:nvSpPr>
          <p:cNvPr id="165" name="Google Shape;165;p43"/>
          <p:cNvSpPr/>
          <p:nvPr/>
        </p:nvSpPr>
        <p:spPr>
          <a:xfrm>
            <a:off x="7058822" y="1343025"/>
            <a:ext cx="160433" cy="3291840"/>
          </a:xfrm>
          <a:prstGeom prst="rect">
            <a:avLst/>
          </a:prstGeom>
          <a:solidFill>
            <a:srgbClr val="6F78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6" name="Google Shape;166;p43"/>
          <p:cNvSpPr/>
          <p:nvPr/>
        </p:nvSpPr>
        <p:spPr>
          <a:xfrm>
            <a:off x="1588464" y="1343025"/>
            <a:ext cx="160433" cy="3291840"/>
          </a:xfrm>
          <a:prstGeom prst="rect">
            <a:avLst/>
          </a:prstGeom>
          <a:solidFill>
            <a:srgbClr val="6F78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67" name="Google Shape;167;p43"/>
          <p:cNvPicPr preferRelativeResize="0"/>
          <p:nvPr/>
        </p:nvPicPr>
        <p:blipFill rotWithShape="1">
          <a:blip r:embed="rId2">
            <a:alphaModFix/>
          </a:blip>
          <a:srcRect b="0" l="0" r="0" t="0"/>
          <a:stretch/>
        </p:blipFill>
        <p:spPr>
          <a:xfrm>
            <a:off x="9682533" y="5971215"/>
            <a:ext cx="2057936" cy="470848"/>
          </a:xfrm>
          <a:prstGeom prst="rect">
            <a:avLst/>
          </a:prstGeom>
          <a:noFill/>
          <a:ln>
            <a:noFill/>
          </a:ln>
        </p:spPr>
      </p:pic>
      <p:sp>
        <p:nvSpPr>
          <p:cNvPr id="168" name="Google Shape;168;p43"/>
          <p:cNvSpPr txBox="1"/>
          <p:nvPr>
            <p:ph idx="1" type="body"/>
          </p:nvPr>
        </p:nvSpPr>
        <p:spPr>
          <a:xfrm>
            <a:off x="2166861" y="3804785"/>
            <a:ext cx="4545024" cy="553998"/>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620"/>
              <a:buNone/>
              <a:defRPr sz="1800">
                <a:solidFill>
                  <a:schemeClr val="accent1"/>
                </a:solidFill>
              </a:defRPr>
            </a:lvl1pPr>
            <a:lvl2pPr indent="-228600" lvl="1" marL="914400" algn="l">
              <a:lnSpc>
                <a:spcPct val="100000"/>
              </a:lnSpc>
              <a:spcBef>
                <a:spcPts val="0"/>
              </a:spcBef>
              <a:spcAft>
                <a:spcPts val="0"/>
              </a:spcAft>
              <a:buClr>
                <a:schemeClr val="dk1"/>
              </a:buClr>
              <a:buSzPts val="2160"/>
              <a:buNone/>
              <a:defRPr/>
            </a:lvl2pPr>
            <a:lvl3pPr indent="-228600" lvl="2" marL="1371600" algn="l">
              <a:lnSpc>
                <a:spcPct val="100000"/>
              </a:lnSpc>
              <a:spcBef>
                <a:spcPts val="1200"/>
              </a:spcBef>
              <a:spcAft>
                <a:spcPts val="0"/>
              </a:spcAft>
              <a:buClr>
                <a:schemeClr val="dk1"/>
              </a:buClr>
              <a:buSzPts val="2160"/>
              <a:buNone/>
              <a:defRPr/>
            </a:lvl3pPr>
            <a:lvl4pPr indent="-228600" lvl="3" marL="1828800" algn="l">
              <a:lnSpc>
                <a:spcPct val="100000"/>
              </a:lnSpc>
              <a:spcBef>
                <a:spcPts val="1200"/>
              </a:spcBef>
              <a:spcAft>
                <a:spcPts val="0"/>
              </a:spcAft>
              <a:buClr>
                <a:schemeClr val="dk1"/>
              </a:buClr>
              <a:buSzPts val="2160"/>
              <a:buNone/>
              <a:defRPr/>
            </a:lvl4pPr>
            <a:lvl5pPr indent="-228600" lvl="4" marL="2286000" algn="l">
              <a:lnSpc>
                <a:spcPct val="100000"/>
              </a:lnSpc>
              <a:spcBef>
                <a:spcPts val="1200"/>
              </a:spcBef>
              <a:spcAft>
                <a:spcPts val="0"/>
              </a:spcAft>
              <a:buClr>
                <a:schemeClr val="dk1"/>
              </a:buClr>
              <a:buSzPts val="216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 name="Google Shape;169;p43"/>
          <p:cNvSpPr txBox="1"/>
          <p:nvPr>
            <p:ph type="ctrTitle"/>
          </p:nvPr>
        </p:nvSpPr>
        <p:spPr>
          <a:xfrm>
            <a:off x="2166861" y="1687986"/>
            <a:ext cx="4545024" cy="1994392"/>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2"/>
              </a:buClr>
              <a:buSzPts val="3600"/>
              <a:buFont typeface="Arial Black"/>
              <a:buNone/>
              <a:defRPr sz="3600"/>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 name="Google Shape;170;p43"/>
          <p:cNvSpPr txBox="1"/>
          <p:nvPr/>
        </p:nvSpPr>
        <p:spPr>
          <a:xfrm>
            <a:off x="460256" y="6134024"/>
            <a:ext cx="7098135" cy="32316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00" u="none" cap="none" strike="noStrike">
                <a:solidFill>
                  <a:srgbClr val="979D9D"/>
                </a:solidFill>
                <a:latin typeface="Arial"/>
                <a:ea typeface="Arial"/>
                <a:cs typeface="Arial"/>
                <a:sym typeface="Arial"/>
              </a:rPr>
              <a:t>© 2019 Gartner, Inc. and/or its affiliates. All rights reserved. Gartner is a registered trademark of Gartner, Inc. and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b="0" i="0" sz="700" u="none" cap="none" strike="noStrike">
              <a:solidFill>
                <a:srgbClr val="979D9D"/>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1_Tang" showMasterSp="0">
  <p:cSld name="Title Slide W1_Tang">
    <p:bg>
      <p:bgPr>
        <a:solidFill>
          <a:schemeClr val="lt1"/>
        </a:solidFill>
      </p:bgPr>
    </p:bg>
    <p:spTree>
      <p:nvGrpSpPr>
        <p:cNvPr id="171" name="Shape 171"/>
        <p:cNvGrpSpPr/>
        <p:nvPr/>
      </p:nvGrpSpPr>
      <p:grpSpPr>
        <a:xfrm>
          <a:off x="0" y="0"/>
          <a:ext cx="0" cy="0"/>
          <a:chOff x="0" y="0"/>
          <a:chExt cx="0" cy="0"/>
        </a:xfrm>
      </p:grpSpPr>
      <p:pic>
        <p:nvPicPr>
          <p:cNvPr id="172" name="Google Shape;172;p44"/>
          <p:cNvPicPr preferRelativeResize="0"/>
          <p:nvPr/>
        </p:nvPicPr>
        <p:blipFill rotWithShape="1">
          <a:blip r:embed="rId2">
            <a:alphaModFix/>
          </a:blip>
          <a:srcRect b="0" l="0" r="0" t="0"/>
          <a:stretch/>
        </p:blipFill>
        <p:spPr>
          <a:xfrm>
            <a:off x="9682533" y="5971215"/>
            <a:ext cx="2057936" cy="470848"/>
          </a:xfrm>
          <a:prstGeom prst="rect">
            <a:avLst/>
          </a:prstGeom>
          <a:noFill/>
          <a:ln>
            <a:noFill/>
          </a:ln>
        </p:spPr>
      </p:pic>
      <p:sp>
        <p:nvSpPr>
          <p:cNvPr id="173" name="Google Shape;173;p44"/>
          <p:cNvSpPr/>
          <p:nvPr/>
        </p:nvSpPr>
        <p:spPr>
          <a:xfrm>
            <a:off x="7058822" y="1343025"/>
            <a:ext cx="160433" cy="3291840"/>
          </a:xfrm>
          <a:prstGeom prst="rect">
            <a:avLst/>
          </a:prstGeom>
          <a:solidFill>
            <a:srgbClr val="FF540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4" name="Google Shape;174;p44"/>
          <p:cNvSpPr/>
          <p:nvPr/>
        </p:nvSpPr>
        <p:spPr>
          <a:xfrm>
            <a:off x="1588464" y="1343025"/>
            <a:ext cx="160433" cy="3291840"/>
          </a:xfrm>
          <a:prstGeom prst="rect">
            <a:avLst/>
          </a:prstGeom>
          <a:solidFill>
            <a:srgbClr val="FF540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5" name="Google Shape;175;p44"/>
          <p:cNvSpPr txBox="1"/>
          <p:nvPr>
            <p:ph idx="1" type="body"/>
          </p:nvPr>
        </p:nvSpPr>
        <p:spPr>
          <a:xfrm>
            <a:off x="2166861" y="3804785"/>
            <a:ext cx="4545024" cy="553998"/>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620"/>
              <a:buNone/>
              <a:defRPr sz="1800">
                <a:solidFill>
                  <a:schemeClr val="accent1"/>
                </a:solidFill>
              </a:defRPr>
            </a:lvl1pPr>
            <a:lvl2pPr indent="-228600" lvl="1" marL="914400" algn="l">
              <a:lnSpc>
                <a:spcPct val="100000"/>
              </a:lnSpc>
              <a:spcBef>
                <a:spcPts val="0"/>
              </a:spcBef>
              <a:spcAft>
                <a:spcPts val="0"/>
              </a:spcAft>
              <a:buClr>
                <a:schemeClr val="dk1"/>
              </a:buClr>
              <a:buSzPts val="2160"/>
              <a:buNone/>
              <a:defRPr/>
            </a:lvl2pPr>
            <a:lvl3pPr indent="-228600" lvl="2" marL="1371600" algn="l">
              <a:lnSpc>
                <a:spcPct val="100000"/>
              </a:lnSpc>
              <a:spcBef>
                <a:spcPts val="1200"/>
              </a:spcBef>
              <a:spcAft>
                <a:spcPts val="0"/>
              </a:spcAft>
              <a:buClr>
                <a:schemeClr val="dk1"/>
              </a:buClr>
              <a:buSzPts val="2160"/>
              <a:buNone/>
              <a:defRPr/>
            </a:lvl3pPr>
            <a:lvl4pPr indent="-228600" lvl="3" marL="1828800" algn="l">
              <a:lnSpc>
                <a:spcPct val="100000"/>
              </a:lnSpc>
              <a:spcBef>
                <a:spcPts val="1200"/>
              </a:spcBef>
              <a:spcAft>
                <a:spcPts val="0"/>
              </a:spcAft>
              <a:buClr>
                <a:schemeClr val="dk1"/>
              </a:buClr>
              <a:buSzPts val="2160"/>
              <a:buNone/>
              <a:defRPr/>
            </a:lvl4pPr>
            <a:lvl5pPr indent="-228600" lvl="4" marL="2286000" algn="l">
              <a:lnSpc>
                <a:spcPct val="100000"/>
              </a:lnSpc>
              <a:spcBef>
                <a:spcPts val="1200"/>
              </a:spcBef>
              <a:spcAft>
                <a:spcPts val="0"/>
              </a:spcAft>
              <a:buClr>
                <a:schemeClr val="dk1"/>
              </a:buClr>
              <a:buSzPts val="216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 name="Google Shape;176;p44"/>
          <p:cNvSpPr txBox="1"/>
          <p:nvPr>
            <p:ph type="ctrTitle"/>
          </p:nvPr>
        </p:nvSpPr>
        <p:spPr>
          <a:xfrm>
            <a:off x="2166861" y="1687986"/>
            <a:ext cx="4545024" cy="1994392"/>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2"/>
              </a:buClr>
              <a:buSzPts val="3600"/>
              <a:buFont typeface="Arial Black"/>
              <a:buNone/>
              <a:defRPr sz="3600"/>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44"/>
          <p:cNvSpPr txBox="1"/>
          <p:nvPr/>
        </p:nvSpPr>
        <p:spPr>
          <a:xfrm>
            <a:off x="460256" y="6134024"/>
            <a:ext cx="7098135" cy="32316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00" u="none" cap="none" strike="noStrike">
                <a:solidFill>
                  <a:srgbClr val="979D9D"/>
                </a:solidFill>
                <a:latin typeface="Arial"/>
                <a:ea typeface="Arial"/>
                <a:cs typeface="Arial"/>
                <a:sym typeface="Arial"/>
              </a:rPr>
              <a:t>© 2019 Gartner, Inc. and/or its affiliates. All rights reserved. Gartner is a registered trademark of Gartner, Inc. and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b="0" i="0" sz="700" u="none" cap="none" strike="noStrike">
              <a:solidFill>
                <a:srgbClr val="979D9D"/>
              </a:solidFill>
              <a:latin typeface="Arial"/>
              <a:ea typeface="Arial"/>
              <a:cs typeface="Arial"/>
              <a:sym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1_Lemon" showMasterSp="0">
  <p:cSld name="Title Slide W1_Lemon">
    <p:bg>
      <p:bgPr>
        <a:solidFill>
          <a:schemeClr val="lt1"/>
        </a:solidFill>
      </p:bgPr>
    </p:bg>
    <p:spTree>
      <p:nvGrpSpPr>
        <p:cNvPr id="178" name="Shape 178"/>
        <p:cNvGrpSpPr/>
        <p:nvPr/>
      </p:nvGrpSpPr>
      <p:grpSpPr>
        <a:xfrm>
          <a:off x="0" y="0"/>
          <a:ext cx="0" cy="0"/>
          <a:chOff x="0" y="0"/>
          <a:chExt cx="0" cy="0"/>
        </a:xfrm>
      </p:grpSpPr>
      <p:pic>
        <p:nvPicPr>
          <p:cNvPr id="179" name="Google Shape;179;p45"/>
          <p:cNvPicPr preferRelativeResize="0"/>
          <p:nvPr/>
        </p:nvPicPr>
        <p:blipFill rotWithShape="1">
          <a:blip r:embed="rId2">
            <a:alphaModFix/>
          </a:blip>
          <a:srcRect b="0" l="0" r="0" t="0"/>
          <a:stretch/>
        </p:blipFill>
        <p:spPr>
          <a:xfrm>
            <a:off x="9682533" y="5971215"/>
            <a:ext cx="2057936" cy="470848"/>
          </a:xfrm>
          <a:prstGeom prst="rect">
            <a:avLst/>
          </a:prstGeom>
          <a:noFill/>
          <a:ln>
            <a:noFill/>
          </a:ln>
        </p:spPr>
      </p:pic>
      <p:sp>
        <p:nvSpPr>
          <p:cNvPr id="180" name="Google Shape;180;p45"/>
          <p:cNvSpPr/>
          <p:nvPr/>
        </p:nvSpPr>
        <p:spPr>
          <a:xfrm>
            <a:off x="7058822" y="1343025"/>
            <a:ext cx="160433" cy="3291840"/>
          </a:xfrm>
          <a:prstGeom prst="rect">
            <a:avLst/>
          </a:prstGeom>
          <a:solidFill>
            <a:srgbClr val="FEC10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1" name="Google Shape;181;p45"/>
          <p:cNvSpPr/>
          <p:nvPr/>
        </p:nvSpPr>
        <p:spPr>
          <a:xfrm>
            <a:off x="1588464" y="1343025"/>
            <a:ext cx="160433" cy="3291840"/>
          </a:xfrm>
          <a:prstGeom prst="rect">
            <a:avLst/>
          </a:prstGeom>
          <a:solidFill>
            <a:srgbClr val="FEC10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2" name="Google Shape;182;p45"/>
          <p:cNvSpPr txBox="1"/>
          <p:nvPr>
            <p:ph idx="1" type="body"/>
          </p:nvPr>
        </p:nvSpPr>
        <p:spPr>
          <a:xfrm>
            <a:off x="2166861" y="3804785"/>
            <a:ext cx="4545024" cy="553998"/>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620"/>
              <a:buNone/>
              <a:defRPr sz="1800">
                <a:solidFill>
                  <a:schemeClr val="accent1"/>
                </a:solidFill>
              </a:defRPr>
            </a:lvl1pPr>
            <a:lvl2pPr indent="-228600" lvl="1" marL="914400" algn="l">
              <a:lnSpc>
                <a:spcPct val="100000"/>
              </a:lnSpc>
              <a:spcBef>
                <a:spcPts val="0"/>
              </a:spcBef>
              <a:spcAft>
                <a:spcPts val="0"/>
              </a:spcAft>
              <a:buClr>
                <a:schemeClr val="dk1"/>
              </a:buClr>
              <a:buSzPts val="2160"/>
              <a:buNone/>
              <a:defRPr/>
            </a:lvl2pPr>
            <a:lvl3pPr indent="-228600" lvl="2" marL="1371600" algn="l">
              <a:lnSpc>
                <a:spcPct val="100000"/>
              </a:lnSpc>
              <a:spcBef>
                <a:spcPts val="1200"/>
              </a:spcBef>
              <a:spcAft>
                <a:spcPts val="0"/>
              </a:spcAft>
              <a:buClr>
                <a:schemeClr val="dk1"/>
              </a:buClr>
              <a:buSzPts val="2160"/>
              <a:buNone/>
              <a:defRPr/>
            </a:lvl3pPr>
            <a:lvl4pPr indent="-228600" lvl="3" marL="1828800" algn="l">
              <a:lnSpc>
                <a:spcPct val="100000"/>
              </a:lnSpc>
              <a:spcBef>
                <a:spcPts val="1200"/>
              </a:spcBef>
              <a:spcAft>
                <a:spcPts val="0"/>
              </a:spcAft>
              <a:buClr>
                <a:schemeClr val="dk1"/>
              </a:buClr>
              <a:buSzPts val="2160"/>
              <a:buNone/>
              <a:defRPr/>
            </a:lvl4pPr>
            <a:lvl5pPr indent="-228600" lvl="4" marL="2286000" algn="l">
              <a:lnSpc>
                <a:spcPct val="100000"/>
              </a:lnSpc>
              <a:spcBef>
                <a:spcPts val="1200"/>
              </a:spcBef>
              <a:spcAft>
                <a:spcPts val="0"/>
              </a:spcAft>
              <a:buClr>
                <a:schemeClr val="dk1"/>
              </a:buClr>
              <a:buSzPts val="216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 name="Google Shape;183;p45"/>
          <p:cNvSpPr txBox="1"/>
          <p:nvPr>
            <p:ph type="ctrTitle"/>
          </p:nvPr>
        </p:nvSpPr>
        <p:spPr>
          <a:xfrm>
            <a:off x="2166861" y="1687986"/>
            <a:ext cx="4545024" cy="1994392"/>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2"/>
              </a:buClr>
              <a:buSzPts val="3600"/>
              <a:buFont typeface="Arial Black"/>
              <a:buNone/>
              <a:defRPr sz="3600"/>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4" name="Google Shape;184;p45"/>
          <p:cNvSpPr txBox="1"/>
          <p:nvPr/>
        </p:nvSpPr>
        <p:spPr>
          <a:xfrm>
            <a:off x="460256" y="6134024"/>
            <a:ext cx="7098135" cy="32316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00" u="none" cap="none" strike="noStrike">
                <a:solidFill>
                  <a:srgbClr val="979D9D"/>
                </a:solidFill>
                <a:latin typeface="Arial"/>
                <a:ea typeface="Arial"/>
                <a:cs typeface="Arial"/>
                <a:sym typeface="Arial"/>
              </a:rPr>
              <a:t>© 2019 Gartner, Inc. and/or its affiliates. All rights reserved. Gartner is a registered trademark of Gartner, Inc. and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b="0" i="0" sz="700" u="none" cap="none" strike="noStrike">
              <a:solidFill>
                <a:srgbClr val="979D9D"/>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1_Rose" showMasterSp="0">
  <p:cSld name="Title Slide W1_Rose">
    <p:bg>
      <p:bgPr>
        <a:solidFill>
          <a:schemeClr val="lt1"/>
        </a:solidFill>
      </p:bgPr>
    </p:bg>
    <p:spTree>
      <p:nvGrpSpPr>
        <p:cNvPr id="185" name="Shape 185"/>
        <p:cNvGrpSpPr/>
        <p:nvPr/>
      </p:nvGrpSpPr>
      <p:grpSpPr>
        <a:xfrm>
          <a:off x="0" y="0"/>
          <a:ext cx="0" cy="0"/>
          <a:chOff x="0" y="0"/>
          <a:chExt cx="0" cy="0"/>
        </a:xfrm>
      </p:grpSpPr>
      <p:pic>
        <p:nvPicPr>
          <p:cNvPr id="186" name="Google Shape;186;p46"/>
          <p:cNvPicPr preferRelativeResize="0"/>
          <p:nvPr/>
        </p:nvPicPr>
        <p:blipFill rotWithShape="1">
          <a:blip r:embed="rId2">
            <a:alphaModFix/>
          </a:blip>
          <a:srcRect b="0" l="0" r="0" t="0"/>
          <a:stretch/>
        </p:blipFill>
        <p:spPr>
          <a:xfrm>
            <a:off x="9682533" y="5971215"/>
            <a:ext cx="2057936" cy="470848"/>
          </a:xfrm>
          <a:prstGeom prst="rect">
            <a:avLst/>
          </a:prstGeom>
          <a:noFill/>
          <a:ln>
            <a:noFill/>
          </a:ln>
        </p:spPr>
      </p:pic>
      <p:sp>
        <p:nvSpPr>
          <p:cNvPr id="187" name="Google Shape;187;p46"/>
          <p:cNvSpPr/>
          <p:nvPr/>
        </p:nvSpPr>
        <p:spPr>
          <a:xfrm>
            <a:off x="7058822" y="1343025"/>
            <a:ext cx="160433" cy="3291840"/>
          </a:xfrm>
          <a:prstGeom prst="rect">
            <a:avLst/>
          </a:prstGeom>
          <a:solidFill>
            <a:srgbClr val="E81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8" name="Google Shape;188;p46"/>
          <p:cNvSpPr/>
          <p:nvPr/>
        </p:nvSpPr>
        <p:spPr>
          <a:xfrm>
            <a:off x="1588464" y="1343025"/>
            <a:ext cx="160433" cy="3291840"/>
          </a:xfrm>
          <a:prstGeom prst="rect">
            <a:avLst/>
          </a:prstGeom>
          <a:solidFill>
            <a:srgbClr val="E81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9" name="Google Shape;189;p46"/>
          <p:cNvSpPr txBox="1"/>
          <p:nvPr>
            <p:ph idx="1" type="body"/>
          </p:nvPr>
        </p:nvSpPr>
        <p:spPr>
          <a:xfrm>
            <a:off x="2166861" y="3804785"/>
            <a:ext cx="4545024" cy="553998"/>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620"/>
              <a:buNone/>
              <a:defRPr sz="1800">
                <a:solidFill>
                  <a:schemeClr val="accent1"/>
                </a:solidFill>
              </a:defRPr>
            </a:lvl1pPr>
            <a:lvl2pPr indent="-228600" lvl="1" marL="914400" algn="l">
              <a:lnSpc>
                <a:spcPct val="100000"/>
              </a:lnSpc>
              <a:spcBef>
                <a:spcPts val="0"/>
              </a:spcBef>
              <a:spcAft>
                <a:spcPts val="0"/>
              </a:spcAft>
              <a:buClr>
                <a:schemeClr val="dk1"/>
              </a:buClr>
              <a:buSzPts val="2160"/>
              <a:buNone/>
              <a:defRPr/>
            </a:lvl2pPr>
            <a:lvl3pPr indent="-228600" lvl="2" marL="1371600" algn="l">
              <a:lnSpc>
                <a:spcPct val="100000"/>
              </a:lnSpc>
              <a:spcBef>
                <a:spcPts val="1200"/>
              </a:spcBef>
              <a:spcAft>
                <a:spcPts val="0"/>
              </a:spcAft>
              <a:buClr>
                <a:schemeClr val="dk1"/>
              </a:buClr>
              <a:buSzPts val="2160"/>
              <a:buNone/>
              <a:defRPr/>
            </a:lvl3pPr>
            <a:lvl4pPr indent="-228600" lvl="3" marL="1828800" algn="l">
              <a:lnSpc>
                <a:spcPct val="100000"/>
              </a:lnSpc>
              <a:spcBef>
                <a:spcPts val="1200"/>
              </a:spcBef>
              <a:spcAft>
                <a:spcPts val="0"/>
              </a:spcAft>
              <a:buClr>
                <a:schemeClr val="dk1"/>
              </a:buClr>
              <a:buSzPts val="2160"/>
              <a:buNone/>
              <a:defRPr/>
            </a:lvl4pPr>
            <a:lvl5pPr indent="-228600" lvl="4" marL="2286000" algn="l">
              <a:lnSpc>
                <a:spcPct val="100000"/>
              </a:lnSpc>
              <a:spcBef>
                <a:spcPts val="1200"/>
              </a:spcBef>
              <a:spcAft>
                <a:spcPts val="0"/>
              </a:spcAft>
              <a:buClr>
                <a:schemeClr val="dk1"/>
              </a:buClr>
              <a:buSzPts val="216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 name="Google Shape;190;p46"/>
          <p:cNvSpPr txBox="1"/>
          <p:nvPr>
            <p:ph type="ctrTitle"/>
          </p:nvPr>
        </p:nvSpPr>
        <p:spPr>
          <a:xfrm>
            <a:off x="2166861" y="1687986"/>
            <a:ext cx="4545024" cy="1994392"/>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2"/>
              </a:buClr>
              <a:buSzPts val="3600"/>
              <a:buFont typeface="Arial Black"/>
              <a:buNone/>
              <a:defRPr sz="3600"/>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1" name="Google Shape;191;p46"/>
          <p:cNvSpPr txBox="1"/>
          <p:nvPr/>
        </p:nvSpPr>
        <p:spPr>
          <a:xfrm>
            <a:off x="460256" y="6134024"/>
            <a:ext cx="7098135" cy="32316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00" u="none" cap="none" strike="noStrike">
                <a:solidFill>
                  <a:srgbClr val="979D9D"/>
                </a:solidFill>
                <a:latin typeface="Arial"/>
                <a:ea typeface="Arial"/>
                <a:cs typeface="Arial"/>
                <a:sym typeface="Arial"/>
              </a:rPr>
              <a:t>© 2019 Gartner, Inc. and/or its affiliates. All rights reserved. Gartner is a registered trademark of Gartner, Inc. and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b="0" i="0" sz="700" u="none" cap="none" strike="noStrike">
              <a:solidFill>
                <a:srgbClr val="979D9D"/>
              </a:solidFill>
              <a:latin typeface="Arial"/>
              <a:ea typeface="Arial"/>
              <a:cs typeface="Arial"/>
              <a:sym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1_Steel">
  <p:cSld name="Divider W1_Steel">
    <p:spTree>
      <p:nvGrpSpPr>
        <p:cNvPr id="192" name="Shape 192"/>
        <p:cNvGrpSpPr/>
        <p:nvPr/>
      </p:nvGrpSpPr>
      <p:grpSpPr>
        <a:xfrm>
          <a:off x="0" y="0"/>
          <a:ext cx="0" cy="0"/>
          <a:chOff x="0" y="0"/>
          <a:chExt cx="0" cy="0"/>
        </a:xfrm>
      </p:grpSpPr>
      <p:sp>
        <p:nvSpPr>
          <p:cNvPr id="193" name="Google Shape;193;p47"/>
          <p:cNvSpPr/>
          <p:nvPr/>
        </p:nvSpPr>
        <p:spPr>
          <a:xfrm>
            <a:off x="7140899" y="1354039"/>
            <a:ext cx="5051100" cy="3286926"/>
          </a:xfrm>
          <a:prstGeom prst="rect">
            <a:avLst/>
          </a:prstGeom>
          <a:solidFill>
            <a:srgbClr val="6F78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4" name="Google Shape;194;p47"/>
          <p:cNvSpPr/>
          <p:nvPr/>
        </p:nvSpPr>
        <p:spPr>
          <a:xfrm>
            <a:off x="-2" y="1354039"/>
            <a:ext cx="1753954" cy="3286926"/>
          </a:xfrm>
          <a:prstGeom prst="rect">
            <a:avLst/>
          </a:prstGeom>
          <a:solidFill>
            <a:srgbClr val="6F78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5" name="Google Shape;195;p47"/>
          <p:cNvSpPr txBox="1"/>
          <p:nvPr>
            <p:ph type="title"/>
          </p:nvPr>
        </p:nvSpPr>
        <p:spPr>
          <a:xfrm>
            <a:off x="2055247" y="1527176"/>
            <a:ext cx="4906765" cy="2937249"/>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accent1"/>
              </a:buClr>
              <a:buSzPts val="3200"/>
              <a:buFont typeface="Arial Black"/>
              <a:buNone/>
              <a:defRPr b="0" sz="3200">
                <a:solidFill>
                  <a:schemeClr val="accent1"/>
                </a:solidFill>
                <a:latin typeface="Arial Black"/>
                <a:ea typeface="Arial Black"/>
                <a:cs typeface="Arial Black"/>
                <a:sym typeface="Arial Black"/>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1_Tang">
  <p:cSld name="Divider W1_Tang">
    <p:spTree>
      <p:nvGrpSpPr>
        <p:cNvPr id="196" name="Shape 196"/>
        <p:cNvGrpSpPr/>
        <p:nvPr/>
      </p:nvGrpSpPr>
      <p:grpSpPr>
        <a:xfrm>
          <a:off x="0" y="0"/>
          <a:ext cx="0" cy="0"/>
          <a:chOff x="0" y="0"/>
          <a:chExt cx="0" cy="0"/>
        </a:xfrm>
      </p:grpSpPr>
      <p:sp>
        <p:nvSpPr>
          <p:cNvPr id="197" name="Google Shape;197;p48"/>
          <p:cNvSpPr/>
          <p:nvPr/>
        </p:nvSpPr>
        <p:spPr>
          <a:xfrm>
            <a:off x="7140899" y="1354039"/>
            <a:ext cx="5051100" cy="3286926"/>
          </a:xfrm>
          <a:prstGeom prst="rect">
            <a:avLst/>
          </a:prstGeom>
          <a:solidFill>
            <a:srgbClr val="FF540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8" name="Google Shape;198;p48"/>
          <p:cNvSpPr/>
          <p:nvPr/>
        </p:nvSpPr>
        <p:spPr>
          <a:xfrm>
            <a:off x="-2" y="1354039"/>
            <a:ext cx="1753954" cy="3286926"/>
          </a:xfrm>
          <a:prstGeom prst="rect">
            <a:avLst/>
          </a:prstGeom>
          <a:solidFill>
            <a:srgbClr val="FF540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9" name="Google Shape;199;p48"/>
          <p:cNvSpPr txBox="1"/>
          <p:nvPr>
            <p:ph type="title"/>
          </p:nvPr>
        </p:nvSpPr>
        <p:spPr>
          <a:xfrm>
            <a:off x="2055247" y="1527176"/>
            <a:ext cx="4906765" cy="2937249"/>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accent1"/>
              </a:buClr>
              <a:buSzPts val="3200"/>
              <a:buFont typeface="Arial Black"/>
              <a:buNone/>
              <a:defRPr b="0" sz="3200">
                <a:solidFill>
                  <a:schemeClr val="accent1"/>
                </a:solidFill>
                <a:latin typeface="Arial Black"/>
                <a:ea typeface="Arial Black"/>
                <a:cs typeface="Arial Black"/>
                <a:sym typeface="Arial Black"/>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1_Lemon">
  <p:cSld name="Divider W1_Lemon">
    <p:spTree>
      <p:nvGrpSpPr>
        <p:cNvPr id="200" name="Shape 200"/>
        <p:cNvGrpSpPr/>
        <p:nvPr/>
      </p:nvGrpSpPr>
      <p:grpSpPr>
        <a:xfrm>
          <a:off x="0" y="0"/>
          <a:ext cx="0" cy="0"/>
          <a:chOff x="0" y="0"/>
          <a:chExt cx="0" cy="0"/>
        </a:xfrm>
      </p:grpSpPr>
      <p:sp>
        <p:nvSpPr>
          <p:cNvPr id="201" name="Google Shape;201;p49"/>
          <p:cNvSpPr/>
          <p:nvPr/>
        </p:nvSpPr>
        <p:spPr>
          <a:xfrm>
            <a:off x="7140899" y="1354039"/>
            <a:ext cx="5051100" cy="3286926"/>
          </a:xfrm>
          <a:prstGeom prst="rect">
            <a:avLst/>
          </a:prstGeom>
          <a:solidFill>
            <a:srgbClr val="FEC10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2" name="Google Shape;202;p49"/>
          <p:cNvSpPr/>
          <p:nvPr/>
        </p:nvSpPr>
        <p:spPr>
          <a:xfrm>
            <a:off x="-2" y="1354039"/>
            <a:ext cx="1753954" cy="3286926"/>
          </a:xfrm>
          <a:prstGeom prst="rect">
            <a:avLst/>
          </a:prstGeom>
          <a:solidFill>
            <a:srgbClr val="FEC10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3" name="Google Shape;203;p49"/>
          <p:cNvSpPr txBox="1"/>
          <p:nvPr>
            <p:ph type="title"/>
          </p:nvPr>
        </p:nvSpPr>
        <p:spPr>
          <a:xfrm>
            <a:off x="2055247" y="1527176"/>
            <a:ext cx="4906765" cy="2937249"/>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accent1"/>
              </a:buClr>
              <a:buSzPts val="3200"/>
              <a:buFont typeface="Arial Black"/>
              <a:buNone/>
              <a:defRPr b="0" sz="3200">
                <a:solidFill>
                  <a:schemeClr val="accent1"/>
                </a:solidFill>
                <a:latin typeface="Arial Black"/>
                <a:ea typeface="Arial Black"/>
                <a:cs typeface="Arial Black"/>
                <a:sym typeface="Arial Black"/>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1_Rose">
  <p:cSld name="Divider W1_Rose">
    <p:spTree>
      <p:nvGrpSpPr>
        <p:cNvPr id="204" name="Shape 204"/>
        <p:cNvGrpSpPr/>
        <p:nvPr/>
      </p:nvGrpSpPr>
      <p:grpSpPr>
        <a:xfrm>
          <a:off x="0" y="0"/>
          <a:ext cx="0" cy="0"/>
          <a:chOff x="0" y="0"/>
          <a:chExt cx="0" cy="0"/>
        </a:xfrm>
      </p:grpSpPr>
      <p:sp>
        <p:nvSpPr>
          <p:cNvPr id="205" name="Google Shape;205;p50"/>
          <p:cNvSpPr/>
          <p:nvPr/>
        </p:nvSpPr>
        <p:spPr>
          <a:xfrm>
            <a:off x="7140899" y="1354039"/>
            <a:ext cx="5051100" cy="3286926"/>
          </a:xfrm>
          <a:prstGeom prst="rect">
            <a:avLst/>
          </a:prstGeom>
          <a:solidFill>
            <a:srgbClr val="E81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6" name="Google Shape;206;p50"/>
          <p:cNvSpPr/>
          <p:nvPr/>
        </p:nvSpPr>
        <p:spPr>
          <a:xfrm>
            <a:off x="-2" y="1354039"/>
            <a:ext cx="1753954" cy="3286926"/>
          </a:xfrm>
          <a:prstGeom prst="rect">
            <a:avLst/>
          </a:prstGeom>
          <a:solidFill>
            <a:srgbClr val="E81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7" name="Google Shape;207;p50"/>
          <p:cNvSpPr txBox="1"/>
          <p:nvPr>
            <p:ph type="title"/>
          </p:nvPr>
        </p:nvSpPr>
        <p:spPr>
          <a:xfrm>
            <a:off x="2055247" y="1527176"/>
            <a:ext cx="4906765" cy="2937249"/>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accent1"/>
              </a:buClr>
              <a:buSzPts val="3200"/>
              <a:buFont typeface="Arial Black"/>
              <a:buNone/>
              <a:defRPr b="0" sz="3200">
                <a:solidFill>
                  <a:schemeClr val="accent1"/>
                </a:solidFill>
                <a:latin typeface="Arial Black"/>
                <a:ea typeface="Arial Black"/>
                <a:cs typeface="Arial Black"/>
                <a:sym typeface="Arial Black"/>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1_Steel">
  <p:cSld name="Quote W1_Steel">
    <p:spTree>
      <p:nvGrpSpPr>
        <p:cNvPr id="208" name="Shape 208"/>
        <p:cNvGrpSpPr/>
        <p:nvPr/>
      </p:nvGrpSpPr>
      <p:grpSpPr>
        <a:xfrm>
          <a:off x="0" y="0"/>
          <a:ext cx="0" cy="0"/>
          <a:chOff x="0" y="0"/>
          <a:chExt cx="0" cy="0"/>
        </a:xfrm>
      </p:grpSpPr>
      <p:sp>
        <p:nvSpPr>
          <p:cNvPr id="209" name="Google Shape;209;p51"/>
          <p:cNvSpPr txBox="1"/>
          <p:nvPr>
            <p:ph type="title"/>
          </p:nvPr>
        </p:nvSpPr>
        <p:spPr>
          <a:xfrm>
            <a:off x="1167116" y="920688"/>
            <a:ext cx="7842706" cy="464029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dk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p51"/>
          <p:cNvSpPr/>
          <p:nvPr/>
        </p:nvSpPr>
        <p:spPr>
          <a:xfrm>
            <a:off x="474077" y="920687"/>
            <a:ext cx="246952" cy="5065776"/>
          </a:xfrm>
          <a:prstGeom prst="rect">
            <a:avLst/>
          </a:prstGeom>
          <a:solidFill>
            <a:srgbClr val="6F78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1" name="Google Shape;211;p51"/>
          <p:cNvSpPr/>
          <p:nvPr/>
        </p:nvSpPr>
        <p:spPr>
          <a:xfrm>
            <a:off x="9422804" y="920687"/>
            <a:ext cx="246952" cy="5065776"/>
          </a:xfrm>
          <a:prstGeom prst="rect">
            <a:avLst/>
          </a:prstGeom>
          <a:solidFill>
            <a:srgbClr val="6F78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2" name="Google Shape;212;p51"/>
          <p:cNvSpPr txBox="1"/>
          <p:nvPr>
            <p:ph idx="1" type="body"/>
          </p:nvPr>
        </p:nvSpPr>
        <p:spPr>
          <a:xfrm>
            <a:off x="1167117" y="5583239"/>
            <a:ext cx="7842704" cy="4032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dk1"/>
                </a:solidFill>
              </a:defRPr>
            </a:lvl1pPr>
            <a:lvl2pPr indent="-331469" lvl="1" marL="914400" algn="l">
              <a:lnSpc>
                <a:spcPct val="100000"/>
              </a:lnSpc>
              <a:spcBef>
                <a:spcPts val="1200"/>
              </a:spcBef>
              <a:spcAft>
                <a:spcPts val="0"/>
              </a:spcAft>
              <a:buClr>
                <a:schemeClr val="dk1"/>
              </a:buClr>
              <a:buSzPts val="1620"/>
              <a:buChar char="–"/>
              <a:defRPr/>
            </a:lvl2pPr>
            <a:lvl3pPr indent="-331469" lvl="2" marL="1371600" algn="l">
              <a:lnSpc>
                <a:spcPct val="100000"/>
              </a:lnSpc>
              <a:spcBef>
                <a:spcPts val="1200"/>
              </a:spcBef>
              <a:spcAft>
                <a:spcPts val="0"/>
              </a:spcAft>
              <a:buClr>
                <a:schemeClr val="dk1"/>
              </a:buClr>
              <a:buSzPts val="1620"/>
              <a:buChar char="▪"/>
              <a:defRPr/>
            </a:lvl3pPr>
            <a:lvl4pPr indent="-331469" lvl="3" marL="1828800" algn="l">
              <a:lnSpc>
                <a:spcPct val="100000"/>
              </a:lnSpc>
              <a:spcBef>
                <a:spcPts val="1200"/>
              </a:spcBef>
              <a:spcAft>
                <a:spcPts val="0"/>
              </a:spcAft>
              <a:buClr>
                <a:schemeClr val="dk1"/>
              </a:buClr>
              <a:buSzPts val="1620"/>
              <a:buChar char="–"/>
              <a:defRPr/>
            </a:lvl4pPr>
            <a:lvl5pPr indent="-331470" lvl="4" marL="2286000" algn="l">
              <a:lnSpc>
                <a:spcPct val="100000"/>
              </a:lnSpc>
              <a:spcBef>
                <a:spcPts val="1200"/>
              </a:spcBef>
              <a:spcAft>
                <a:spcPts val="0"/>
              </a:spcAft>
              <a:buClr>
                <a:schemeClr val="dk1"/>
              </a:buClr>
              <a:buSzPts val="162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1_Tang">
  <p:cSld name="Quote W1_Tang">
    <p:spTree>
      <p:nvGrpSpPr>
        <p:cNvPr id="213" name="Shape 213"/>
        <p:cNvGrpSpPr/>
        <p:nvPr/>
      </p:nvGrpSpPr>
      <p:grpSpPr>
        <a:xfrm>
          <a:off x="0" y="0"/>
          <a:ext cx="0" cy="0"/>
          <a:chOff x="0" y="0"/>
          <a:chExt cx="0" cy="0"/>
        </a:xfrm>
      </p:grpSpPr>
      <p:sp>
        <p:nvSpPr>
          <p:cNvPr id="214" name="Google Shape;214;p52"/>
          <p:cNvSpPr txBox="1"/>
          <p:nvPr>
            <p:ph type="title"/>
          </p:nvPr>
        </p:nvSpPr>
        <p:spPr>
          <a:xfrm>
            <a:off x="1167116" y="920688"/>
            <a:ext cx="7842706" cy="464029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dk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 name="Google Shape;215;p52"/>
          <p:cNvSpPr/>
          <p:nvPr/>
        </p:nvSpPr>
        <p:spPr>
          <a:xfrm>
            <a:off x="474077" y="920687"/>
            <a:ext cx="246952" cy="5065776"/>
          </a:xfrm>
          <a:prstGeom prst="rect">
            <a:avLst/>
          </a:prstGeom>
          <a:solidFill>
            <a:srgbClr val="FF540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6" name="Google Shape;216;p52"/>
          <p:cNvSpPr/>
          <p:nvPr/>
        </p:nvSpPr>
        <p:spPr>
          <a:xfrm>
            <a:off x="9422804" y="920687"/>
            <a:ext cx="246952" cy="5065776"/>
          </a:xfrm>
          <a:prstGeom prst="rect">
            <a:avLst/>
          </a:prstGeom>
          <a:solidFill>
            <a:srgbClr val="FF540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7" name="Google Shape;217;p52"/>
          <p:cNvSpPr txBox="1"/>
          <p:nvPr>
            <p:ph idx="1" type="body"/>
          </p:nvPr>
        </p:nvSpPr>
        <p:spPr>
          <a:xfrm>
            <a:off x="1167117" y="5583239"/>
            <a:ext cx="7842704" cy="4032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dk1"/>
                </a:solidFill>
              </a:defRPr>
            </a:lvl1pPr>
            <a:lvl2pPr indent="-331469" lvl="1" marL="914400" algn="l">
              <a:lnSpc>
                <a:spcPct val="100000"/>
              </a:lnSpc>
              <a:spcBef>
                <a:spcPts val="1200"/>
              </a:spcBef>
              <a:spcAft>
                <a:spcPts val="0"/>
              </a:spcAft>
              <a:buClr>
                <a:schemeClr val="dk1"/>
              </a:buClr>
              <a:buSzPts val="1620"/>
              <a:buChar char="–"/>
              <a:defRPr/>
            </a:lvl2pPr>
            <a:lvl3pPr indent="-331469" lvl="2" marL="1371600" algn="l">
              <a:lnSpc>
                <a:spcPct val="100000"/>
              </a:lnSpc>
              <a:spcBef>
                <a:spcPts val="1200"/>
              </a:spcBef>
              <a:spcAft>
                <a:spcPts val="0"/>
              </a:spcAft>
              <a:buClr>
                <a:schemeClr val="dk1"/>
              </a:buClr>
              <a:buSzPts val="1620"/>
              <a:buChar char="▪"/>
              <a:defRPr/>
            </a:lvl3pPr>
            <a:lvl4pPr indent="-331469" lvl="3" marL="1828800" algn="l">
              <a:lnSpc>
                <a:spcPct val="100000"/>
              </a:lnSpc>
              <a:spcBef>
                <a:spcPts val="1200"/>
              </a:spcBef>
              <a:spcAft>
                <a:spcPts val="0"/>
              </a:spcAft>
              <a:buClr>
                <a:schemeClr val="dk1"/>
              </a:buClr>
              <a:buSzPts val="1620"/>
              <a:buChar char="–"/>
              <a:defRPr/>
            </a:lvl4pPr>
            <a:lvl5pPr indent="-331470" lvl="4" marL="2286000" algn="l">
              <a:lnSpc>
                <a:spcPct val="100000"/>
              </a:lnSpc>
              <a:spcBef>
                <a:spcPts val="1200"/>
              </a:spcBef>
              <a:spcAft>
                <a:spcPts val="0"/>
              </a:spcAft>
              <a:buClr>
                <a:schemeClr val="dk1"/>
              </a:buClr>
              <a:buSzPts val="162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1_Lemon">
  <p:cSld name="Quote W1_Lemon">
    <p:spTree>
      <p:nvGrpSpPr>
        <p:cNvPr id="218" name="Shape 218"/>
        <p:cNvGrpSpPr/>
        <p:nvPr/>
      </p:nvGrpSpPr>
      <p:grpSpPr>
        <a:xfrm>
          <a:off x="0" y="0"/>
          <a:ext cx="0" cy="0"/>
          <a:chOff x="0" y="0"/>
          <a:chExt cx="0" cy="0"/>
        </a:xfrm>
      </p:grpSpPr>
      <p:sp>
        <p:nvSpPr>
          <p:cNvPr id="219" name="Google Shape;219;p53"/>
          <p:cNvSpPr txBox="1"/>
          <p:nvPr>
            <p:ph type="title"/>
          </p:nvPr>
        </p:nvSpPr>
        <p:spPr>
          <a:xfrm>
            <a:off x="1167116" y="920688"/>
            <a:ext cx="7842706" cy="464029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dk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p53"/>
          <p:cNvSpPr/>
          <p:nvPr/>
        </p:nvSpPr>
        <p:spPr>
          <a:xfrm>
            <a:off x="474077" y="920687"/>
            <a:ext cx="246952" cy="5065776"/>
          </a:xfrm>
          <a:prstGeom prst="rect">
            <a:avLst/>
          </a:prstGeom>
          <a:solidFill>
            <a:srgbClr val="FEC10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1" name="Google Shape;221;p53"/>
          <p:cNvSpPr/>
          <p:nvPr/>
        </p:nvSpPr>
        <p:spPr>
          <a:xfrm>
            <a:off x="9422804" y="920687"/>
            <a:ext cx="246952" cy="5065776"/>
          </a:xfrm>
          <a:prstGeom prst="rect">
            <a:avLst/>
          </a:prstGeom>
          <a:solidFill>
            <a:srgbClr val="FEC10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2" name="Google Shape;222;p53"/>
          <p:cNvSpPr txBox="1"/>
          <p:nvPr>
            <p:ph idx="1" type="body"/>
          </p:nvPr>
        </p:nvSpPr>
        <p:spPr>
          <a:xfrm>
            <a:off x="1167117" y="5583239"/>
            <a:ext cx="7842704" cy="4032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dk1"/>
                </a:solidFill>
              </a:defRPr>
            </a:lvl1pPr>
            <a:lvl2pPr indent="-331469" lvl="1" marL="914400" algn="l">
              <a:lnSpc>
                <a:spcPct val="100000"/>
              </a:lnSpc>
              <a:spcBef>
                <a:spcPts val="1200"/>
              </a:spcBef>
              <a:spcAft>
                <a:spcPts val="0"/>
              </a:spcAft>
              <a:buClr>
                <a:schemeClr val="dk1"/>
              </a:buClr>
              <a:buSzPts val="1620"/>
              <a:buChar char="–"/>
              <a:defRPr/>
            </a:lvl2pPr>
            <a:lvl3pPr indent="-331469" lvl="2" marL="1371600" algn="l">
              <a:lnSpc>
                <a:spcPct val="100000"/>
              </a:lnSpc>
              <a:spcBef>
                <a:spcPts val="1200"/>
              </a:spcBef>
              <a:spcAft>
                <a:spcPts val="0"/>
              </a:spcAft>
              <a:buClr>
                <a:schemeClr val="dk1"/>
              </a:buClr>
              <a:buSzPts val="1620"/>
              <a:buChar char="▪"/>
              <a:defRPr/>
            </a:lvl3pPr>
            <a:lvl4pPr indent="-331469" lvl="3" marL="1828800" algn="l">
              <a:lnSpc>
                <a:spcPct val="100000"/>
              </a:lnSpc>
              <a:spcBef>
                <a:spcPts val="1200"/>
              </a:spcBef>
              <a:spcAft>
                <a:spcPts val="0"/>
              </a:spcAft>
              <a:buClr>
                <a:schemeClr val="dk1"/>
              </a:buClr>
              <a:buSzPts val="1620"/>
              <a:buChar char="–"/>
              <a:defRPr/>
            </a:lvl4pPr>
            <a:lvl5pPr indent="-331470" lvl="4" marL="2286000" algn="l">
              <a:lnSpc>
                <a:spcPct val="100000"/>
              </a:lnSpc>
              <a:spcBef>
                <a:spcPts val="1200"/>
              </a:spcBef>
              <a:spcAft>
                <a:spcPts val="0"/>
              </a:spcAft>
              <a:buClr>
                <a:schemeClr val="dk1"/>
              </a:buClr>
              <a:buSzPts val="162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1_Rose">
  <p:cSld name="Quote W1_Rose">
    <p:spTree>
      <p:nvGrpSpPr>
        <p:cNvPr id="223" name="Shape 223"/>
        <p:cNvGrpSpPr/>
        <p:nvPr/>
      </p:nvGrpSpPr>
      <p:grpSpPr>
        <a:xfrm>
          <a:off x="0" y="0"/>
          <a:ext cx="0" cy="0"/>
          <a:chOff x="0" y="0"/>
          <a:chExt cx="0" cy="0"/>
        </a:xfrm>
      </p:grpSpPr>
      <p:sp>
        <p:nvSpPr>
          <p:cNvPr id="224" name="Google Shape;224;p54"/>
          <p:cNvSpPr txBox="1"/>
          <p:nvPr>
            <p:ph type="title"/>
          </p:nvPr>
        </p:nvSpPr>
        <p:spPr>
          <a:xfrm>
            <a:off x="1167116" y="920688"/>
            <a:ext cx="7842706" cy="464029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dk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5" name="Google Shape;225;p54"/>
          <p:cNvSpPr/>
          <p:nvPr/>
        </p:nvSpPr>
        <p:spPr>
          <a:xfrm>
            <a:off x="474077" y="920687"/>
            <a:ext cx="246952" cy="5065776"/>
          </a:xfrm>
          <a:prstGeom prst="rect">
            <a:avLst/>
          </a:prstGeom>
          <a:solidFill>
            <a:srgbClr val="E81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6" name="Google Shape;226;p54"/>
          <p:cNvSpPr/>
          <p:nvPr/>
        </p:nvSpPr>
        <p:spPr>
          <a:xfrm>
            <a:off x="9422804" y="920687"/>
            <a:ext cx="246952" cy="5065776"/>
          </a:xfrm>
          <a:prstGeom prst="rect">
            <a:avLst/>
          </a:prstGeom>
          <a:solidFill>
            <a:srgbClr val="E81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7" name="Google Shape;227;p54"/>
          <p:cNvSpPr txBox="1"/>
          <p:nvPr>
            <p:ph idx="1" type="body"/>
          </p:nvPr>
        </p:nvSpPr>
        <p:spPr>
          <a:xfrm>
            <a:off x="1167117" y="5583239"/>
            <a:ext cx="7842704" cy="4032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dk1"/>
                </a:solidFill>
              </a:defRPr>
            </a:lvl1pPr>
            <a:lvl2pPr indent="-331469" lvl="1" marL="914400" algn="l">
              <a:lnSpc>
                <a:spcPct val="100000"/>
              </a:lnSpc>
              <a:spcBef>
                <a:spcPts val="1200"/>
              </a:spcBef>
              <a:spcAft>
                <a:spcPts val="0"/>
              </a:spcAft>
              <a:buClr>
                <a:schemeClr val="dk1"/>
              </a:buClr>
              <a:buSzPts val="1620"/>
              <a:buChar char="–"/>
              <a:defRPr/>
            </a:lvl2pPr>
            <a:lvl3pPr indent="-331469" lvl="2" marL="1371600" algn="l">
              <a:lnSpc>
                <a:spcPct val="100000"/>
              </a:lnSpc>
              <a:spcBef>
                <a:spcPts val="1200"/>
              </a:spcBef>
              <a:spcAft>
                <a:spcPts val="0"/>
              </a:spcAft>
              <a:buClr>
                <a:schemeClr val="dk1"/>
              </a:buClr>
              <a:buSzPts val="1620"/>
              <a:buChar char="▪"/>
              <a:defRPr/>
            </a:lvl3pPr>
            <a:lvl4pPr indent="-331469" lvl="3" marL="1828800" algn="l">
              <a:lnSpc>
                <a:spcPct val="100000"/>
              </a:lnSpc>
              <a:spcBef>
                <a:spcPts val="1200"/>
              </a:spcBef>
              <a:spcAft>
                <a:spcPts val="0"/>
              </a:spcAft>
              <a:buClr>
                <a:schemeClr val="dk1"/>
              </a:buClr>
              <a:buSzPts val="1620"/>
              <a:buChar char="–"/>
              <a:defRPr/>
            </a:lvl4pPr>
            <a:lvl5pPr indent="-331470" lvl="4" marL="2286000" algn="l">
              <a:lnSpc>
                <a:spcPct val="100000"/>
              </a:lnSpc>
              <a:spcBef>
                <a:spcPts val="1200"/>
              </a:spcBef>
              <a:spcAft>
                <a:spcPts val="0"/>
              </a:spcAft>
              <a:buClr>
                <a:schemeClr val="dk1"/>
              </a:buClr>
              <a:buSzPts val="162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2_Steel with photo">
  <p:cSld name="Quote W2_Steel with photo">
    <p:spTree>
      <p:nvGrpSpPr>
        <p:cNvPr id="228" name="Shape 228"/>
        <p:cNvGrpSpPr/>
        <p:nvPr/>
      </p:nvGrpSpPr>
      <p:grpSpPr>
        <a:xfrm>
          <a:off x="0" y="0"/>
          <a:ext cx="0" cy="0"/>
          <a:chOff x="0" y="0"/>
          <a:chExt cx="0" cy="0"/>
        </a:xfrm>
      </p:grpSpPr>
      <p:sp>
        <p:nvSpPr>
          <p:cNvPr id="229" name="Google Shape;229;p55"/>
          <p:cNvSpPr/>
          <p:nvPr>
            <p:ph idx="2" type="pic"/>
          </p:nvPr>
        </p:nvSpPr>
        <p:spPr>
          <a:xfrm>
            <a:off x="7043912" y="1343025"/>
            <a:ext cx="4689182" cy="4298950"/>
          </a:xfrm>
          <a:prstGeom prst="rect">
            <a:avLst/>
          </a:prstGeom>
          <a:noFill/>
          <a:ln>
            <a:noFill/>
          </a:ln>
        </p:spPr>
      </p:sp>
      <p:sp>
        <p:nvSpPr>
          <p:cNvPr id="230" name="Google Shape;230;p55"/>
          <p:cNvSpPr txBox="1"/>
          <p:nvPr>
            <p:ph idx="1" type="body"/>
          </p:nvPr>
        </p:nvSpPr>
        <p:spPr>
          <a:xfrm>
            <a:off x="1092084" y="5469731"/>
            <a:ext cx="4962768" cy="3444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dk1"/>
                </a:solidFill>
              </a:defRPr>
            </a:lvl1pPr>
            <a:lvl2pPr indent="-331469" lvl="1" marL="914400" algn="l">
              <a:lnSpc>
                <a:spcPct val="100000"/>
              </a:lnSpc>
              <a:spcBef>
                <a:spcPts val="1200"/>
              </a:spcBef>
              <a:spcAft>
                <a:spcPts val="0"/>
              </a:spcAft>
              <a:buClr>
                <a:schemeClr val="dk1"/>
              </a:buClr>
              <a:buSzPts val="1620"/>
              <a:buChar char="–"/>
              <a:defRPr/>
            </a:lvl2pPr>
            <a:lvl3pPr indent="-331469" lvl="2" marL="1371600" algn="l">
              <a:lnSpc>
                <a:spcPct val="100000"/>
              </a:lnSpc>
              <a:spcBef>
                <a:spcPts val="1200"/>
              </a:spcBef>
              <a:spcAft>
                <a:spcPts val="0"/>
              </a:spcAft>
              <a:buClr>
                <a:schemeClr val="dk1"/>
              </a:buClr>
              <a:buSzPts val="1620"/>
              <a:buChar char="▪"/>
              <a:defRPr/>
            </a:lvl3pPr>
            <a:lvl4pPr indent="-331469" lvl="3" marL="1828800" algn="l">
              <a:lnSpc>
                <a:spcPct val="100000"/>
              </a:lnSpc>
              <a:spcBef>
                <a:spcPts val="1200"/>
              </a:spcBef>
              <a:spcAft>
                <a:spcPts val="0"/>
              </a:spcAft>
              <a:buClr>
                <a:schemeClr val="dk1"/>
              </a:buClr>
              <a:buSzPts val="1620"/>
              <a:buChar char="–"/>
              <a:defRPr/>
            </a:lvl4pPr>
            <a:lvl5pPr indent="-331470" lvl="4" marL="2286000" algn="l">
              <a:lnSpc>
                <a:spcPct val="100000"/>
              </a:lnSpc>
              <a:spcBef>
                <a:spcPts val="1200"/>
              </a:spcBef>
              <a:spcAft>
                <a:spcPts val="0"/>
              </a:spcAft>
              <a:buClr>
                <a:schemeClr val="dk1"/>
              </a:buClr>
              <a:buSzPts val="162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1" name="Google Shape;231;p55"/>
          <p:cNvSpPr txBox="1"/>
          <p:nvPr>
            <p:ph type="title"/>
          </p:nvPr>
        </p:nvSpPr>
        <p:spPr>
          <a:xfrm>
            <a:off x="1092085" y="923926"/>
            <a:ext cx="4962768" cy="4545804"/>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dk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2" name="Google Shape;232;p55"/>
          <p:cNvSpPr/>
          <p:nvPr/>
        </p:nvSpPr>
        <p:spPr>
          <a:xfrm>
            <a:off x="6426219" y="920687"/>
            <a:ext cx="246952" cy="5065776"/>
          </a:xfrm>
          <a:prstGeom prst="rect">
            <a:avLst/>
          </a:prstGeom>
          <a:solidFill>
            <a:srgbClr val="6F78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33" name="Google Shape;233;p55"/>
          <p:cNvSpPr/>
          <p:nvPr/>
        </p:nvSpPr>
        <p:spPr>
          <a:xfrm>
            <a:off x="473765" y="920687"/>
            <a:ext cx="246952" cy="5065776"/>
          </a:xfrm>
          <a:prstGeom prst="rect">
            <a:avLst/>
          </a:prstGeom>
          <a:solidFill>
            <a:srgbClr val="6F78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2_Tang with photo">
  <p:cSld name="Quote W2_Tang with photo">
    <p:spTree>
      <p:nvGrpSpPr>
        <p:cNvPr id="234" name="Shape 234"/>
        <p:cNvGrpSpPr/>
        <p:nvPr/>
      </p:nvGrpSpPr>
      <p:grpSpPr>
        <a:xfrm>
          <a:off x="0" y="0"/>
          <a:ext cx="0" cy="0"/>
          <a:chOff x="0" y="0"/>
          <a:chExt cx="0" cy="0"/>
        </a:xfrm>
      </p:grpSpPr>
      <p:sp>
        <p:nvSpPr>
          <p:cNvPr id="235" name="Google Shape;235;p56"/>
          <p:cNvSpPr/>
          <p:nvPr>
            <p:ph idx="2" type="pic"/>
          </p:nvPr>
        </p:nvSpPr>
        <p:spPr>
          <a:xfrm>
            <a:off x="7043912" y="1343025"/>
            <a:ext cx="4689182" cy="4298950"/>
          </a:xfrm>
          <a:prstGeom prst="rect">
            <a:avLst/>
          </a:prstGeom>
          <a:noFill/>
          <a:ln>
            <a:noFill/>
          </a:ln>
        </p:spPr>
      </p:sp>
      <p:sp>
        <p:nvSpPr>
          <p:cNvPr id="236" name="Google Shape;236;p56"/>
          <p:cNvSpPr txBox="1"/>
          <p:nvPr>
            <p:ph idx="1" type="body"/>
          </p:nvPr>
        </p:nvSpPr>
        <p:spPr>
          <a:xfrm>
            <a:off x="1092084" y="5469731"/>
            <a:ext cx="4962768" cy="3444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dk1"/>
                </a:solidFill>
              </a:defRPr>
            </a:lvl1pPr>
            <a:lvl2pPr indent="-331469" lvl="1" marL="914400" algn="l">
              <a:lnSpc>
                <a:spcPct val="100000"/>
              </a:lnSpc>
              <a:spcBef>
                <a:spcPts val="1200"/>
              </a:spcBef>
              <a:spcAft>
                <a:spcPts val="0"/>
              </a:spcAft>
              <a:buClr>
                <a:schemeClr val="dk1"/>
              </a:buClr>
              <a:buSzPts val="1620"/>
              <a:buChar char="–"/>
              <a:defRPr/>
            </a:lvl2pPr>
            <a:lvl3pPr indent="-331469" lvl="2" marL="1371600" algn="l">
              <a:lnSpc>
                <a:spcPct val="100000"/>
              </a:lnSpc>
              <a:spcBef>
                <a:spcPts val="1200"/>
              </a:spcBef>
              <a:spcAft>
                <a:spcPts val="0"/>
              </a:spcAft>
              <a:buClr>
                <a:schemeClr val="dk1"/>
              </a:buClr>
              <a:buSzPts val="1620"/>
              <a:buChar char="▪"/>
              <a:defRPr/>
            </a:lvl3pPr>
            <a:lvl4pPr indent="-331469" lvl="3" marL="1828800" algn="l">
              <a:lnSpc>
                <a:spcPct val="100000"/>
              </a:lnSpc>
              <a:spcBef>
                <a:spcPts val="1200"/>
              </a:spcBef>
              <a:spcAft>
                <a:spcPts val="0"/>
              </a:spcAft>
              <a:buClr>
                <a:schemeClr val="dk1"/>
              </a:buClr>
              <a:buSzPts val="1620"/>
              <a:buChar char="–"/>
              <a:defRPr/>
            </a:lvl4pPr>
            <a:lvl5pPr indent="-331470" lvl="4" marL="2286000" algn="l">
              <a:lnSpc>
                <a:spcPct val="100000"/>
              </a:lnSpc>
              <a:spcBef>
                <a:spcPts val="1200"/>
              </a:spcBef>
              <a:spcAft>
                <a:spcPts val="0"/>
              </a:spcAft>
              <a:buClr>
                <a:schemeClr val="dk1"/>
              </a:buClr>
              <a:buSzPts val="162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 name="Google Shape;237;p56"/>
          <p:cNvSpPr txBox="1"/>
          <p:nvPr>
            <p:ph type="title"/>
          </p:nvPr>
        </p:nvSpPr>
        <p:spPr>
          <a:xfrm>
            <a:off x="1092085" y="923926"/>
            <a:ext cx="4962768" cy="4545804"/>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dk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8" name="Google Shape;238;p56"/>
          <p:cNvSpPr/>
          <p:nvPr/>
        </p:nvSpPr>
        <p:spPr>
          <a:xfrm>
            <a:off x="6426219" y="920687"/>
            <a:ext cx="246952" cy="5065776"/>
          </a:xfrm>
          <a:prstGeom prst="rect">
            <a:avLst/>
          </a:prstGeom>
          <a:solidFill>
            <a:srgbClr val="FF540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39" name="Google Shape;239;p56"/>
          <p:cNvSpPr/>
          <p:nvPr/>
        </p:nvSpPr>
        <p:spPr>
          <a:xfrm>
            <a:off x="473765" y="920687"/>
            <a:ext cx="246952" cy="5065776"/>
          </a:xfrm>
          <a:prstGeom prst="rect">
            <a:avLst/>
          </a:prstGeom>
          <a:solidFill>
            <a:srgbClr val="FF540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2_Lemon with photo">
  <p:cSld name="Quote W2_Lemon with photo">
    <p:spTree>
      <p:nvGrpSpPr>
        <p:cNvPr id="240" name="Shape 240"/>
        <p:cNvGrpSpPr/>
        <p:nvPr/>
      </p:nvGrpSpPr>
      <p:grpSpPr>
        <a:xfrm>
          <a:off x="0" y="0"/>
          <a:ext cx="0" cy="0"/>
          <a:chOff x="0" y="0"/>
          <a:chExt cx="0" cy="0"/>
        </a:xfrm>
      </p:grpSpPr>
      <p:sp>
        <p:nvSpPr>
          <p:cNvPr id="241" name="Google Shape;241;p57"/>
          <p:cNvSpPr/>
          <p:nvPr>
            <p:ph idx="2" type="pic"/>
          </p:nvPr>
        </p:nvSpPr>
        <p:spPr>
          <a:xfrm>
            <a:off x="7043912" y="1343025"/>
            <a:ext cx="4689182" cy="4298950"/>
          </a:xfrm>
          <a:prstGeom prst="rect">
            <a:avLst/>
          </a:prstGeom>
          <a:noFill/>
          <a:ln>
            <a:noFill/>
          </a:ln>
        </p:spPr>
      </p:sp>
      <p:sp>
        <p:nvSpPr>
          <p:cNvPr id="242" name="Google Shape;242;p57"/>
          <p:cNvSpPr txBox="1"/>
          <p:nvPr>
            <p:ph idx="1" type="body"/>
          </p:nvPr>
        </p:nvSpPr>
        <p:spPr>
          <a:xfrm>
            <a:off x="1092084" y="5469731"/>
            <a:ext cx="4962768" cy="3444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dk1"/>
                </a:solidFill>
              </a:defRPr>
            </a:lvl1pPr>
            <a:lvl2pPr indent="-331469" lvl="1" marL="914400" algn="l">
              <a:lnSpc>
                <a:spcPct val="100000"/>
              </a:lnSpc>
              <a:spcBef>
                <a:spcPts val="1200"/>
              </a:spcBef>
              <a:spcAft>
                <a:spcPts val="0"/>
              </a:spcAft>
              <a:buClr>
                <a:schemeClr val="dk1"/>
              </a:buClr>
              <a:buSzPts val="1620"/>
              <a:buChar char="–"/>
              <a:defRPr/>
            </a:lvl2pPr>
            <a:lvl3pPr indent="-331469" lvl="2" marL="1371600" algn="l">
              <a:lnSpc>
                <a:spcPct val="100000"/>
              </a:lnSpc>
              <a:spcBef>
                <a:spcPts val="1200"/>
              </a:spcBef>
              <a:spcAft>
                <a:spcPts val="0"/>
              </a:spcAft>
              <a:buClr>
                <a:schemeClr val="dk1"/>
              </a:buClr>
              <a:buSzPts val="1620"/>
              <a:buChar char="▪"/>
              <a:defRPr/>
            </a:lvl3pPr>
            <a:lvl4pPr indent="-331469" lvl="3" marL="1828800" algn="l">
              <a:lnSpc>
                <a:spcPct val="100000"/>
              </a:lnSpc>
              <a:spcBef>
                <a:spcPts val="1200"/>
              </a:spcBef>
              <a:spcAft>
                <a:spcPts val="0"/>
              </a:spcAft>
              <a:buClr>
                <a:schemeClr val="dk1"/>
              </a:buClr>
              <a:buSzPts val="1620"/>
              <a:buChar char="–"/>
              <a:defRPr/>
            </a:lvl4pPr>
            <a:lvl5pPr indent="-331470" lvl="4" marL="2286000" algn="l">
              <a:lnSpc>
                <a:spcPct val="100000"/>
              </a:lnSpc>
              <a:spcBef>
                <a:spcPts val="1200"/>
              </a:spcBef>
              <a:spcAft>
                <a:spcPts val="0"/>
              </a:spcAft>
              <a:buClr>
                <a:schemeClr val="dk1"/>
              </a:buClr>
              <a:buSzPts val="162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 name="Google Shape;243;p57"/>
          <p:cNvSpPr txBox="1"/>
          <p:nvPr>
            <p:ph type="title"/>
          </p:nvPr>
        </p:nvSpPr>
        <p:spPr>
          <a:xfrm>
            <a:off x="1092085" y="923926"/>
            <a:ext cx="4962768" cy="4545804"/>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dk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4" name="Google Shape;244;p57"/>
          <p:cNvSpPr/>
          <p:nvPr/>
        </p:nvSpPr>
        <p:spPr>
          <a:xfrm>
            <a:off x="6426219" y="920687"/>
            <a:ext cx="246952" cy="5065776"/>
          </a:xfrm>
          <a:prstGeom prst="rect">
            <a:avLst/>
          </a:prstGeom>
          <a:solidFill>
            <a:srgbClr val="FEC10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5" name="Google Shape;245;p57"/>
          <p:cNvSpPr/>
          <p:nvPr/>
        </p:nvSpPr>
        <p:spPr>
          <a:xfrm>
            <a:off x="473765" y="920687"/>
            <a:ext cx="246952" cy="5065776"/>
          </a:xfrm>
          <a:prstGeom prst="rect">
            <a:avLst/>
          </a:prstGeom>
          <a:solidFill>
            <a:srgbClr val="FEC10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2_Rose with photo">
  <p:cSld name="Quote W2_Rose with photo">
    <p:spTree>
      <p:nvGrpSpPr>
        <p:cNvPr id="246" name="Shape 246"/>
        <p:cNvGrpSpPr/>
        <p:nvPr/>
      </p:nvGrpSpPr>
      <p:grpSpPr>
        <a:xfrm>
          <a:off x="0" y="0"/>
          <a:ext cx="0" cy="0"/>
          <a:chOff x="0" y="0"/>
          <a:chExt cx="0" cy="0"/>
        </a:xfrm>
      </p:grpSpPr>
      <p:sp>
        <p:nvSpPr>
          <p:cNvPr id="247" name="Google Shape;247;p58"/>
          <p:cNvSpPr/>
          <p:nvPr>
            <p:ph idx="2" type="pic"/>
          </p:nvPr>
        </p:nvSpPr>
        <p:spPr>
          <a:xfrm>
            <a:off x="7043912" y="1343025"/>
            <a:ext cx="4689182" cy="4298950"/>
          </a:xfrm>
          <a:prstGeom prst="rect">
            <a:avLst/>
          </a:prstGeom>
          <a:noFill/>
          <a:ln>
            <a:noFill/>
          </a:ln>
        </p:spPr>
      </p:sp>
      <p:sp>
        <p:nvSpPr>
          <p:cNvPr id="248" name="Google Shape;248;p58"/>
          <p:cNvSpPr txBox="1"/>
          <p:nvPr>
            <p:ph idx="1" type="body"/>
          </p:nvPr>
        </p:nvSpPr>
        <p:spPr>
          <a:xfrm>
            <a:off x="1092084" y="5469731"/>
            <a:ext cx="4962768" cy="3444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dk1"/>
                </a:solidFill>
              </a:defRPr>
            </a:lvl1pPr>
            <a:lvl2pPr indent="-331469" lvl="1" marL="914400" algn="l">
              <a:lnSpc>
                <a:spcPct val="100000"/>
              </a:lnSpc>
              <a:spcBef>
                <a:spcPts val="1200"/>
              </a:spcBef>
              <a:spcAft>
                <a:spcPts val="0"/>
              </a:spcAft>
              <a:buClr>
                <a:schemeClr val="dk1"/>
              </a:buClr>
              <a:buSzPts val="1620"/>
              <a:buChar char="–"/>
              <a:defRPr/>
            </a:lvl2pPr>
            <a:lvl3pPr indent="-331469" lvl="2" marL="1371600" algn="l">
              <a:lnSpc>
                <a:spcPct val="100000"/>
              </a:lnSpc>
              <a:spcBef>
                <a:spcPts val="1200"/>
              </a:spcBef>
              <a:spcAft>
                <a:spcPts val="0"/>
              </a:spcAft>
              <a:buClr>
                <a:schemeClr val="dk1"/>
              </a:buClr>
              <a:buSzPts val="1620"/>
              <a:buChar char="▪"/>
              <a:defRPr/>
            </a:lvl3pPr>
            <a:lvl4pPr indent="-331469" lvl="3" marL="1828800" algn="l">
              <a:lnSpc>
                <a:spcPct val="100000"/>
              </a:lnSpc>
              <a:spcBef>
                <a:spcPts val="1200"/>
              </a:spcBef>
              <a:spcAft>
                <a:spcPts val="0"/>
              </a:spcAft>
              <a:buClr>
                <a:schemeClr val="dk1"/>
              </a:buClr>
              <a:buSzPts val="1620"/>
              <a:buChar char="–"/>
              <a:defRPr/>
            </a:lvl4pPr>
            <a:lvl5pPr indent="-331470" lvl="4" marL="2286000" algn="l">
              <a:lnSpc>
                <a:spcPct val="100000"/>
              </a:lnSpc>
              <a:spcBef>
                <a:spcPts val="1200"/>
              </a:spcBef>
              <a:spcAft>
                <a:spcPts val="0"/>
              </a:spcAft>
              <a:buClr>
                <a:schemeClr val="dk1"/>
              </a:buClr>
              <a:buSzPts val="162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 name="Google Shape;249;p58"/>
          <p:cNvSpPr txBox="1"/>
          <p:nvPr>
            <p:ph type="title"/>
          </p:nvPr>
        </p:nvSpPr>
        <p:spPr>
          <a:xfrm>
            <a:off x="1092085" y="923926"/>
            <a:ext cx="4962768" cy="4545804"/>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dk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58"/>
          <p:cNvSpPr/>
          <p:nvPr/>
        </p:nvSpPr>
        <p:spPr>
          <a:xfrm>
            <a:off x="6426219" y="920687"/>
            <a:ext cx="246952" cy="5065776"/>
          </a:xfrm>
          <a:prstGeom prst="rect">
            <a:avLst/>
          </a:prstGeom>
          <a:solidFill>
            <a:srgbClr val="E81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51" name="Google Shape;251;p58"/>
          <p:cNvSpPr/>
          <p:nvPr/>
        </p:nvSpPr>
        <p:spPr>
          <a:xfrm>
            <a:off x="473765" y="920687"/>
            <a:ext cx="246952" cy="5065776"/>
          </a:xfrm>
          <a:prstGeom prst="rect">
            <a:avLst/>
          </a:prstGeom>
          <a:solidFill>
            <a:srgbClr val="E81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B1_Steel" showMasterSp="0">
  <p:cSld name="Title Slide B1_Steel">
    <p:spTree>
      <p:nvGrpSpPr>
        <p:cNvPr id="257" name="Shape 257"/>
        <p:cNvGrpSpPr/>
        <p:nvPr/>
      </p:nvGrpSpPr>
      <p:grpSpPr>
        <a:xfrm>
          <a:off x="0" y="0"/>
          <a:ext cx="0" cy="0"/>
          <a:chOff x="0" y="0"/>
          <a:chExt cx="0" cy="0"/>
        </a:xfrm>
      </p:grpSpPr>
      <p:sp>
        <p:nvSpPr>
          <p:cNvPr id="258" name="Google Shape;258;p60"/>
          <p:cNvSpPr/>
          <p:nvPr/>
        </p:nvSpPr>
        <p:spPr>
          <a:xfrm>
            <a:off x="7058822" y="1343025"/>
            <a:ext cx="160433" cy="3291840"/>
          </a:xfrm>
          <a:prstGeom prst="rect">
            <a:avLst/>
          </a:prstGeom>
          <a:solidFill>
            <a:srgbClr val="6F78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9" name="Google Shape;259;p60"/>
          <p:cNvSpPr/>
          <p:nvPr/>
        </p:nvSpPr>
        <p:spPr>
          <a:xfrm>
            <a:off x="1588464" y="1343025"/>
            <a:ext cx="160433" cy="3291840"/>
          </a:xfrm>
          <a:prstGeom prst="rect">
            <a:avLst/>
          </a:prstGeom>
          <a:solidFill>
            <a:srgbClr val="6F78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260" name="Google Shape;260;p60"/>
          <p:cNvPicPr preferRelativeResize="0"/>
          <p:nvPr/>
        </p:nvPicPr>
        <p:blipFill rotWithShape="1">
          <a:blip r:embed="rId2">
            <a:alphaModFix/>
          </a:blip>
          <a:srcRect b="0" l="0" r="0" t="0"/>
          <a:stretch/>
        </p:blipFill>
        <p:spPr>
          <a:xfrm>
            <a:off x="9682533" y="5971556"/>
            <a:ext cx="2057936" cy="470165"/>
          </a:xfrm>
          <a:prstGeom prst="rect">
            <a:avLst/>
          </a:prstGeom>
          <a:noFill/>
          <a:ln>
            <a:noFill/>
          </a:ln>
        </p:spPr>
      </p:pic>
      <p:sp>
        <p:nvSpPr>
          <p:cNvPr id="261" name="Google Shape;261;p60"/>
          <p:cNvSpPr txBox="1"/>
          <p:nvPr>
            <p:ph idx="1" type="body"/>
          </p:nvPr>
        </p:nvSpPr>
        <p:spPr>
          <a:xfrm>
            <a:off x="2166861" y="3804785"/>
            <a:ext cx="4545024" cy="553998"/>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620"/>
              <a:buNone/>
              <a:defRPr sz="1800"/>
            </a:lvl1pPr>
            <a:lvl2pPr indent="-228600" lvl="1" marL="914400" algn="l">
              <a:lnSpc>
                <a:spcPct val="100000"/>
              </a:lnSpc>
              <a:spcBef>
                <a:spcPts val="0"/>
              </a:spcBef>
              <a:spcAft>
                <a:spcPts val="0"/>
              </a:spcAft>
              <a:buClr>
                <a:schemeClr val="lt1"/>
              </a:buClr>
              <a:buSzPts val="2160"/>
              <a:buNone/>
              <a:defRPr/>
            </a:lvl2pPr>
            <a:lvl3pPr indent="-228600" lvl="2" marL="1371600" algn="l">
              <a:lnSpc>
                <a:spcPct val="100000"/>
              </a:lnSpc>
              <a:spcBef>
                <a:spcPts val="1200"/>
              </a:spcBef>
              <a:spcAft>
                <a:spcPts val="0"/>
              </a:spcAft>
              <a:buClr>
                <a:schemeClr val="lt1"/>
              </a:buClr>
              <a:buSzPts val="2160"/>
              <a:buNone/>
              <a:defRPr/>
            </a:lvl3pPr>
            <a:lvl4pPr indent="-228600" lvl="3" marL="1828800" algn="l">
              <a:lnSpc>
                <a:spcPct val="100000"/>
              </a:lnSpc>
              <a:spcBef>
                <a:spcPts val="1200"/>
              </a:spcBef>
              <a:spcAft>
                <a:spcPts val="0"/>
              </a:spcAft>
              <a:buClr>
                <a:schemeClr val="lt1"/>
              </a:buClr>
              <a:buSzPts val="2160"/>
              <a:buNone/>
              <a:defRPr/>
            </a:lvl4pPr>
            <a:lvl5pPr indent="-228600" lvl="4" marL="2286000" algn="l">
              <a:lnSpc>
                <a:spcPct val="100000"/>
              </a:lnSpc>
              <a:spcBef>
                <a:spcPts val="1200"/>
              </a:spcBef>
              <a:spcAft>
                <a:spcPts val="0"/>
              </a:spcAft>
              <a:buClr>
                <a:schemeClr val="lt1"/>
              </a:buClr>
              <a:buSzPts val="2160"/>
              <a:buNone/>
              <a:defRPr/>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62" name="Google Shape;262;p60"/>
          <p:cNvSpPr txBox="1"/>
          <p:nvPr>
            <p:ph type="ctrTitle"/>
          </p:nvPr>
        </p:nvSpPr>
        <p:spPr>
          <a:xfrm>
            <a:off x="2166861" y="1687986"/>
            <a:ext cx="4545024" cy="1994392"/>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2"/>
              </a:buClr>
              <a:buSzPts val="3600"/>
              <a:buFont typeface="Arial Black"/>
              <a:buNone/>
              <a:defRPr sz="3600"/>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3" name="Google Shape;263;p60"/>
          <p:cNvSpPr txBox="1"/>
          <p:nvPr/>
        </p:nvSpPr>
        <p:spPr>
          <a:xfrm>
            <a:off x="460256" y="6134024"/>
            <a:ext cx="7098135" cy="32316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00" u="none" cap="none" strike="noStrike">
                <a:solidFill>
                  <a:srgbClr val="979D9D"/>
                </a:solidFill>
                <a:latin typeface="Arial"/>
                <a:ea typeface="Arial"/>
                <a:cs typeface="Arial"/>
                <a:sym typeface="Arial"/>
              </a:rPr>
              <a:t>© 2019 Gartner, Inc. and/or its affiliates. All rights reserved. Gartner is a registered trademark of Gartner, Inc. and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b="0" i="0" sz="700" u="none" cap="none" strike="noStrike">
              <a:solidFill>
                <a:srgbClr val="979D9D"/>
              </a:solidFill>
              <a:latin typeface="Arial"/>
              <a:ea typeface="Arial"/>
              <a:cs typeface="Arial"/>
              <a:sym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B1_Tang" showMasterSp="0">
  <p:cSld name="Title Slide B1_Tang">
    <p:spTree>
      <p:nvGrpSpPr>
        <p:cNvPr id="264" name="Shape 264"/>
        <p:cNvGrpSpPr/>
        <p:nvPr/>
      </p:nvGrpSpPr>
      <p:grpSpPr>
        <a:xfrm>
          <a:off x="0" y="0"/>
          <a:ext cx="0" cy="0"/>
          <a:chOff x="0" y="0"/>
          <a:chExt cx="0" cy="0"/>
        </a:xfrm>
      </p:grpSpPr>
      <p:sp>
        <p:nvSpPr>
          <p:cNvPr id="265" name="Google Shape;265;p61"/>
          <p:cNvSpPr/>
          <p:nvPr/>
        </p:nvSpPr>
        <p:spPr>
          <a:xfrm>
            <a:off x="7058822" y="1343025"/>
            <a:ext cx="160433" cy="3291840"/>
          </a:xfrm>
          <a:prstGeom prst="rect">
            <a:avLst/>
          </a:prstGeom>
          <a:solidFill>
            <a:srgbClr val="FF540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6" name="Google Shape;266;p61"/>
          <p:cNvSpPr/>
          <p:nvPr/>
        </p:nvSpPr>
        <p:spPr>
          <a:xfrm>
            <a:off x="1588464" y="1343025"/>
            <a:ext cx="160433" cy="3291840"/>
          </a:xfrm>
          <a:prstGeom prst="rect">
            <a:avLst/>
          </a:prstGeom>
          <a:solidFill>
            <a:srgbClr val="FF540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7" name="Google Shape;267;p61"/>
          <p:cNvSpPr txBox="1"/>
          <p:nvPr>
            <p:ph idx="1" type="body"/>
          </p:nvPr>
        </p:nvSpPr>
        <p:spPr>
          <a:xfrm>
            <a:off x="2166861" y="3804785"/>
            <a:ext cx="4545024" cy="553998"/>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620"/>
              <a:buNone/>
              <a:defRPr sz="1800"/>
            </a:lvl1pPr>
            <a:lvl2pPr indent="-228600" lvl="1" marL="914400" algn="l">
              <a:lnSpc>
                <a:spcPct val="100000"/>
              </a:lnSpc>
              <a:spcBef>
                <a:spcPts val="0"/>
              </a:spcBef>
              <a:spcAft>
                <a:spcPts val="0"/>
              </a:spcAft>
              <a:buClr>
                <a:schemeClr val="lt1"/>
              </a:buClr>
              <a:buSzPts val="2160"/>
              <a:buNone/>
              <a:defRPr/>
            </a:lvl2pPr>
            <a:lvl3pPr indent="-228600" lvl="2" marL="1371600" algn="l">
              <a:lnSpc>
                <a:spcPct val="100000"/>
              </a:lnSpc>
              <a:spcBef>
                <a:spcPts val="1200"/>
              </a:spcBef>
              <a:spcAft>
                <a:spcPts val="0"/>
              </a:spcAft>
              <a:buClr>
                <a:schemeClr val="lt1"/>
              </a:buClr>
              <a:buSzPts val="2160"/>
              <a:buNone/>
              <a:defRPr/>
            </a:lvl3pPr>
            <a:lvl4pPr indent="-228600" lvl="3" marL="1828800" algn="l">
              <a:lnSpc>
                <a:spcPct val="100000"/>
              </a:lnSpc>
              <a:spcBef>
                <a:spcPts val="1200"/>
              </a:spcBef>
              <a:spcAft>
                <a:spcPts val="0"/>
              </a:spcAft>
              <a:buClr>
                <a:schemeClr val="lt1"/>
              </a:buClr>
              <a:buSzPts val="2160"/>
              <a:buNone/>
              <a:defRPr/>
            </a:lvl4pPr>
            <a:lvl5pPr indent="-228600" lvl="4" marL="2286000" algn="l">
              <a:lnSpc>
                <a:spcPct val="100000"/>
              </a:lnSpc>
              <a:spcBef>
                <a:spcPts val="1200"/>
              </a:spcBef>
              <a:spcAft>
                <a:spcPts val="0"/>
              </a:spcAft>
              <a:buClr>
                <a:schemeClr val="lt1"/>
              </a:buClr>
              <a:buSzPts val="2160"/>
              <a:buNone/>
              <a:defRPr/>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68" name="Google Shape;268;p61"/>
          <p:cNvSpPr txBox="1"/>
          <p:nvPr>
            <p:ph type="ctrTitle"/>
          </p:nvPr>
        </p:nvSpPr>
        <p:spPr>
          <a:xfrm>
            <a:off x="2166861" y="1687986"/>
            <a:ext cx="4545024" cy="1994392"/>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2"/>
              </a:buClr>
              <a:buSzPts val="3600"/>
              <a:buFont typeface="Arial Black"/>
              <a:buNone/>
              <a:defRPr sz="3600"/>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9" name="Google Shape;269;p61"/>
          <p:cNvSpPr txBox="1"/>
          <p:nvPr/>
        </p:nvSpPr>
        <p:spPr>
          <a:xfrm>
            <a:off x="460256" y="6134024"/>
            <a:ext cx="7098135" cy="32316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00" u="none" cap="none" strike="noStrike">
                <a:solidFill>
                  <a:srgbClr val="979D9D"/>
                </a:solidFill>
                <a:latin typeface="Arial"/>
                <a:ea typeface="Arial"/>
                <a:cs typeface="Arial"/>
                <a:sym typeface="Arial"/>
              </a:rPr>
              <a:t>© 2019 Gartner, Inc. and/or its affiliates. All rights reserved. Gartner is a registered trademark of Gartner, Inc. and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b="0" i="0" sz="700" u="none" cap="none" strike="noStrike">
              <a:solidFill>
                <a:srgbClr val="979D9D"/>
              </a:solidFill>
              <a:latin typeface="Arial"/>
              <a:ea typeface="Arial"/>
              <a:cs typeface="Arial"/>
              <a:sym typeface="Arial"/>
            </a:endParaRPr>
          </a:p>
        </p:txBody>
      </p:sp>
      <p:pic>
        <p:nvPicPr>
          <p:cNvPr id="270" name="Google Shape;270;p61"/>
          <p:cNvPicPr preferRelativeResize="0"/>
          <p:nvPr/>
        </p:nvPicPr>
        <p:blipFill rotWithShape="1">
          <a:blip r:embed="rId2">
            <a:alphaModFix/>
          </a:blip>
          <a:srcRect b="0" l="0" r="0" t="0"/>
          <a:stretch/>
        </p:blipFill>
        <p:spPr>
          <a:xfrm>
            <a:off x="9682533" y="5971556"/>
            <a:ext cx="2057936" cy="470165"/>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B1_Lemon" showMasterSp="0">
  <p:cSld name="Title Slide B1_Lemon">
    <p:spTree>
      <p:nvGrpSpPr>
        <p:cNvPr id="271" name="Shape 271"/>
        <p:cNvGrpSpPr/>
        <p:nvPr/>
      </p:nvGrpSpPr>
      <p:grpSpPr>
        <a:xfrm>
          <a:off x="0" y="0"/>
          <a:ext cx="0" cy="0"/>
          <a:chOff x="0" y="0"/>
          <a:chExt cx="0" cy="0"/>
        </a:xfrm>
      </p:grpSpPr>
      <p:sp>
        <p:nvSpPr>
          <p:cNvPr id="272" name="Google Shape;272;p62"/>
          <p:cNvSpPr/>
          <p:nvPr/>
        </p:nvSpPr>
        <p:spPr>
          <a:xfrm>
            <a:off x="7058822" y="1343025"/>
            <a:ext cx="160433" cy="3291840"/>
          </a:xfrm>
          <a:prstGeom prst="rect">
            <a:avLst/>
          </a:prstGeom>
          <a:solidFill>
            <a:srgbClr val="FEC10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3" name="Google Shape;273;p62"/>
          <p:cNvSpPr/>
          <p:nvPr/>
        </p:nvSpPr>
        <p:spPr>
          <a:xfrm>
            <a:off x="1588464" y="1343025"/>
            <a:ext cx="160433" cy="3291840"/>
          </a:xfrm>
          <a:prstGeom prst="rect">
            <a:avLst/>
          </a:prstGeom>
          <a:solidFill>
            <a:srgbClr val="FEC10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4" name="Google Shape;274;p62"/>
          <p:cNvSpPr txBox="1"/>
          <p:nvPr>
            <p:ph idx="1" type="body"/>
          </p:nvPr>
        </p:nvSpPr>
        <p:spPr>
          <a:xfrm>
            <a:off x="2166861" y="3804785"/>
            <a:ext cx="4545024" cy="553998"/>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620"/>
              <a:buNone/>
              <a:defRPr sz="1800"/>
            </a:lvl1pPr>
            <a:lvl2pPr indent="-228600" lvl="1" marL="914400" algn="l">
              <a:lnSpc>
                <a:spcPct val="100000"/>
              </a:lnSpc>
              <a:spcBef>
                <a:spcPts val="0"/>
              </a:spcBef>
              <a:spcAft>
                <a:spcPts val="0"/>
              </a:spcAft>
              <a:buClr>
                <a:schemeClr val="lt1"/>
              </a:buClr>
              <a:buSzPts val="2160"/>
              <a:buNone/>
              <a:defRPr/>
            </a:lvl2pPr>
            <a:lvl3pPr indent="-228600" lvl="2" marL="1371600" algn="l">
              <a:lnSpc>
                <a:spcPct val="100000"/>
              </a:lnSpc>
              <a:spcBef>
                <a:spcPts val="1200"/>
              </a:spcBef>
              <a:spcAft>
                <a:spcPts val="0"/>
              </a:spcAft>
              <a:buClr>
                <a:schemeClr val="lt1"/>
              </a:buClr>
              <a:buSzPts val="2160"/>
              <a:buNone/>
              <a:defRPr/>
            </a:lvl3pPr>
            <a:lvl4pPr indent="-228600" lvl="3" marL="1828800" algn="l">
              <a:lnSpc>
                <a:spcPct val="100000"/>
              </a:lnSpc>
              <a:spcBef>
                <a:spcPts val="1200"/>
              </a:spcBef>
              <a:spcAft>
                <a:spcPts val="0"/>
              </a:spcAft>
              <a:buClr>
                <a:schemeClr val="lt1"/>
              </a:buClr>
              <a:buSzPts val="2160"/>
              <a:buNone/>
              <a:defRPr/>
            </a:lvl4pPr>
            <a:lvl5pPr indent="-228600" lvl="4" marL="2286000" algn="l">
              <a:lnSpc>
                <a:spcPct val="100000"/>
              </a:lnSpc>
              <a:spcBef>
                <a:spcPts val="1200"/>
              </a:spcBef>
              <a:spcAft>
                <a:spcPts val="0"/>
              </a:spcAft>
              <a:buClr>
                <a:schemeClr val="lt1"/>
              </a:buClr>
              <a:buSzPts val="2160"/>
              <a:buNone/>
              <a:defRPr/>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75" name="Google Shape;275;p62"/>
          <p:cNvSpPr txBox="1"/>
          <p:nvPr>
            <p:ph type="ctrTitle"/>
          </p:nvPr>
        </p:nvSpPr>
        <p:spPr>
          <a:xfrm>
            <a:off x="2166861" y="1687986"/>
            <a:ext cx="4545024" cy="1994392"/>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2"/>
              </a:buClr>
              <a:buSzPts val="3600"/>
              <a:buFont typeface="Arial Black"/>
              <a:buNone/>
              <a:defRPr sz="3600"/>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6" name="Google Shape;276;p62"/>
          <p:cNvSpPr txBox="1"/>
          <p:nvPr/>
        </p:nvSpPr>
        <p:spPr>
          <a:xfrm>
            <a:off x="460256" y="6134024"/>
            <a:ext cx="7098135" cy="32316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00" u="none" cap="none" strike="noStrike">
                <a:solidFill>
                  <a:srgbClr val="979D9D"/>
                </a:solidFill>
                <a:latin typeface="Arial"/>
                <a:ea typeface="Arial"/>
                <a:cs typeface="Arial"/>
                <a:sym typeface="Arial"/>
              </a:rPr>
              <a:t>© 2019 Gartner, Inc. and/or its affiliates. All rights reserved. Gartner is a registered trademark of Gartner, Inc. and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b="0" i="0" sz="700" u="none" cap="none" strike="noStrike">
              <a:solidFill>
                <a:srgbClr val="979D9D"/>
              </a:solidFill>
              <a:latin typeface="Arial"/>
              <a:ea typeface="Arial"/>
              <a:cs typeface="Arial"/>
              <a:sym typeface="Arial"/>
            </a:endParaRPr>
          </a:p>
        </p:txBody>
      </p:sp>
      <p:pic>
        <p:nvPicPr>
          <p:cNvPr id="277" name="Google Shape;277;p62"/>
          <p:cNvPicPr preferRelativeResize="0"/>
          <p:nvPr/>
        </p:nvPicPr>
        <p:blipFill rotWithShape="1">
          <a:blip r:embed="rId2">
            <a:alphaModFix/>
          </a:blip>
          <a:srcRect b="0" l="0" r="0" t="0"/>
          <a:stretch/>
        </p:blipFill>
        <p:spPr>
          <a:xfrm>
            <a:off x="9682533" y="5971556"/>
            <a:ext cx="2057936" cy="470165"/>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B1_Rose" showMasterSp="0">
  <p:cSld name="Title Slide B1_Rose">
    <p:spTree>
      <p:nvGrpSpPr>
        <p:cNvPr id="278" name="Shape 278"/>
        <p:cNvGrpSpPr/>
        <p:nvPr/>
      </p:nvGrpSpPr>
      <p:grpSpPr>
        <a:xfrm>
          <a:off x="0" y="0"/>
          <a:ext cx="0" cy="0"/>
          <a:chOff x="0" y="0"/>
          <a:chExt cx="0" cy="0"/>
        </a:xfrm>
      </p:grpSpPr>
      <p:sp>
        <p:nvSpPr>
          <p:cNvPr id="279" name="Google Shape;279;p63"/>
          <p:cNvSpPr/>
          <p:nvPr/>
        </p:nvSpPr>
        <p:spPr>
          <a:xfrm>
            <a:off x="7058822" y="1343025"/>
            <a:ext cx="160433" cy="3291840"/>
          </a:xfrm>
          <a:prstGeom prst="rect">
            <a:avLst/>
          </a:prstGeom>
          <a:solidFill>
            <a:srgbClr val="E81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0" name="Google Shape;280;p63"/>
          <p:cNvSpPr/>
          <p:nvPr/>
        </p:nvSpPr>
        <p:spPr>
          <a:xfrm>
            <a:off x="1588464" y="1343025"/>
            <a:ext cx="160433" cy="3291840"/>
          </a:xfrm>
          <a:prstGeom prst="rect">
            <a:avLst/>
          </a:prstGeom>
          <a:solidFill>
            <a:srgbClr val="E81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1" name="Google Shape;281;p63"/>
          <p:cNvSpPr txBox="1"/>
          <p:nvPr>
            <p:ph idx="1" type="body"/>
          </p:nvPr>
        </p:nvSpPr>
        <p:spPr>
          <a:xfrm>
            <a:off x="2166861" y="3804785"/>
            <a:ext cx="4545024" cy="553998"/>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620"/>
              <a:buNone/>
              <a:defRPr sz="1800"/>
            </a:lvl1pPr>
            <a:lvl2pPr indent="-228600" lvl="1" marL="914400" algn="l">
              <a:lnSpc>
                <a:spcPct val="100000"/>
              </a:lnSpc>
              <a:spcBef>
                <a:spcPts val="0"/>
              </a:spcBef>
              <a:spcAft>
                <a:spcPts val="0"/>
              </a:spcAft>
              <a:buClr>
                <a:schemeClr val="lt1"/>
              </a:buClr>
              <a:buSzPts val="2160"/>
              <a:buNone/>
              <a:defRPr/>
            </a:lvl2pPr>
            <a:lvl3pPr indent="-228600" lvl="2" marL="1371600" algn="l">
              <a:lnSpc>
                <a:spcPct val="100000"/>
              </a:lnSpc>
              <a:spcBef>
                <a:spcPts val="1200"/>
              </a:spcBef>
              <a:spcAft>
                <a:spcPts val="0"/>
              </a:spcAft>
              <a:buClr>
                <a:schemeClr val="lt1"/>
              </a:buClr>
              <a:buSzPts val="2160"/>
              <a:buNone/>
              <a:defRPr/>
            </a:lvl3pPr>
            <a:lvl4pPr indent="-228600" lvl="3" marL="1828800" algn="l">
              <a:lnSpc>
                <a:spcPct val="100000"/>
              </a:lnSpc>
              <a:spcBef>
                <a:spcPts val="1200"/>
              </a:spcBef>
              <a:spcAft>
                <a:spcPts val="0"/>
              </a:spcAft>
              <a:buClr>
                <a:schemeClr val="lt1"/>
              </a:buClr>
              <a:buSzPts val="2160"/>
              <a:buNone/>
              <a:defRPr/>
            </a:lvl4pPr>
            <a:lvl5pPr indent="-228600" lvl="4" marL="2286000" algn="l">
              <a:lnSpc>
                <a:spcPct val="100000"/>
              </a:lnSpc>
              <a:spcBef>
                <a:spcPts val="1200"/>
              </a:spcBef>
              <a:spcAft>
                <a:spcPts val="0"/>
              </a:spcAft>
              <a:buClr>
                <a:schemeClr val="lt1"/>
              </a:buClr>
              <a:buSzPts val="2160"/>
              <a:buNone/>
              <a:defRPr/>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82" name="Google Shape;282;p63"/>
          <p:cNvSpPr txBox="1"/>
          <p:nvPr>
            <p:ph type="ctrTitle"/>
          </p:nvPr>
        </p:nvSpPr>
        <p:spPr>
          <a:xfrm>
            <a:off x="2166861" y="1687986"/>
            <a:ext cx="4545024" cy="1994392"/>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2"/>
              </a:buClr>
              <a:buSzPts val="3600"/>
              <a:buFont typeface="Arial Black"/>
              <a:buNone/>
              <a:defRPr sz="3600"/>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3" name="Google Shape;283;p63"/>
          <p:cNvSpPr txBox="1"/>
          <p:nvPr/>
        </p:nvSpPr>
        <p:spPr>
          <a:xfrm>
            <a:off x="460256" y="6134024"/>
            <a:ext cx="7098135" cy="32316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00" u="none" cap="none" strike="noStrike">
                <a:solidFill>
                  <a:srgbClr val="979D9D"/>
                </a:solidFill>
                <a:latin typeface="Arial"/>
                <a:ea typeface="Arial"/>
                <a:cs typeface="Arial"/>
                <a:sym typeface="Arial"/>
              </a:rPr>
              <a:t>© 2019 Gartner, Inc. and/or its affiliates. All rights reserved. Gartner is a registered trademark of Gartner, Inc. and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b="0" i="0" sz="700" u="none" cap="none" strike="noStrike">
              <a:solidFill>
                <a:srgbClr val="979D9D"/>
              </a:solidFill>
              <a:latin typeface="Arial"/>
              <a:ea typeface="Arial"/>
              <a:cs typeface="Arial"/>
              <a:sym typeface="Arial"/>
            </a:endParaRPr>
          </a:p>
        </p:txBody>
      </p:sp>
      <p:pic>
        <p:nvPicPr>
          <p:cNvPr id="284" name="Google Shape;284;p63"/>
          <p:cNvPicPr preferRelativeResize="0"/>
          <p:nvPr/>
        </p:nvPicPr>
        <p:blipFill rotWithShape="1">
          <a:blip r:embed="rId2">
            <a:alphaModFix/>
          </a:blip>
          <a:srcRect b="0" l="0" r="0" t="0"/>
          <a:stretch/>
        </p:blipFill>
        <p:spPr>
          <a:xfrm>
            <a:off x="9682533" y="5971556"/>
            <a:ext cx="2057936" cy="470165"/>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B1_Steel">
  <p:cSld name="Divider B1_Steel">
    <p:spTree>
      <p:nvGrpSpPr>
        <p:cNvPr id="285" name="Shape 285"/>
        <p:cNvGrpSpPr/>
        <p:nvPr/>
      </p:nvGrpSpPr>
      <p:grpSpPr>
        <a:xfrm>
          <a:off x="0" y="0"/>
          <a:ext cx="0" cy="0"/>
          <a:chOff x="0" y="0"/>
          <a:chExt cx="0" cy="0"/>
        </a:xfrm>
      </p:grpSpPr>
      <p:sp>
        <p:nvSpPr>
          <p:cNvPr id="286" name="Google Shape;286;p64"/>
          <p:cNvSpPr/>
          <p:nvPr/>
        </p:nvSpPr>
        <p:spPr>
          <a:xfrm>
            <a:off x="7140899" y="1354039"/>
            <a:ext cx="5051100" cy="3286926"/>
          </a:xfrm>
          <a:prstGeom prst="rect">
            <a:avLst/>
          </a:prstGeom>
          <a:solidFill>
            <a:srgbClr val="6F78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7" name="Google Shape;287;p64"/>
          <p:cNvSpPr/>
          <p:nvPr/>
        </p:nvSpPr>
        <p:spPr>
          <a:xfrm>
            <a:off x="-2" y="1354039"/>
            <a:ext cx="1753954" cy="3286926"/>
          </a:xfrm>
          <a:prstGeom prst="rect">
            <a:avLst/>
          </a:prstGeom>
          <a:solidFill>
            <a:srgbClr val="6F78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8" name="Google Shape;288;p64"/>
          <p:cNvSpPr txBox="1"/>
          <p:nvPr>
            <p:ph type="title"/>
          </p:nvPr>
        </p:nvSpPr>
        <p:spPr>
          <a:xfrm>
            <a:off x="2055247" y="1527176"/>
            <a:ext cx="4906765" cy="2937249"/>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accent1"/>
              </a:buClr>
              <a:buSzPts val="3200"/>
              <a:buFont typeface="Arial Black"/>
              <a:buNone/>
              <a:defRPr b="0" sz="3200">
                <a:solidFill>
                  <a:schemeClr val="accent1"/>
                </a:solidFill>
                <a:latin typeface="Arial Black"/>
                <a:ea typeface="Arial Black"/>
                <a:cs typeface="Arial Black"/>
                <a:sym typeface="Arial Black"/>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B1_Tang">
  <p:cSld name="Divider B1_Tang">
    <p:spTree>
      <p:nvGrpSpPr>
        <p:cNvPr id="289" name="Shape 289"/>
        <p:cNvGrpSpPr/>
        <p:nvPr/>
      </p:nvGrpSpPr>
      <p:grpSpPr>
        <a:xfrm>
          <a:off x="0" y="0"/>
          <a:ext cx="0" cy="0"/>
          <a:chOff x="0" y="0"/>
          <a:chExt cx="0" cy="0"/>
        </a:xfrm>
      </p:grpSpPr>
      <p:sp>
        <p:nvSpPr>
          <p:cNvPr id="290" name="Google Shape;290;p65"/>
          <p:cNvSpPr/>
          <p:nvPr/>
        </p:nvSpPr>
        <p:spPr>
          <a:xfrm>
            <a:off x="7140899" y="1354039"/>
            <a:ext cx="5051100" cy="3286926"/>
          </a:xfrm>
          <a:prstGeom prst="rect">
            <a:avLst/>
          </a:prstGeom>
          <a:solidFill>
            <a:srgbClr val="FF540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1" name="Google Shape;291;p65"/>
          <p:cNvSpPr/>
          <p:nvPr/>
        </p:nvSpPr>
        <p:spPr>
          <a:xfrm>
            <a:off x="-2" y="1354039"/>
            <a:ext cx="1753954" cy="3286926"/>
          </a:xfrm>
          <a:prstGeom prst="rect">
            <a:avLst/>
          </a:prstGeom>
          <a:solidFill>
            <a:srgbClr val="FF540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2" name="Google Shape;292;p65"/>
          <p:cNvSpPr txBox="1"/>
          <p:nvPr>
            <p:ph type="title"/>
          </p:nvPr>
        </p:nvSpPr>
        <p:spPr>
          <a:xfrm>
            <a:off x="2055247" y="1527176"/>
            <a:ext cx="4906765" cy="2937249"/>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accent1"/>
              </a:buClr>
              <a:buSzPts val="3200"/>
              <a:buFont typeface="Arial Black"/>
              <a:buNone/>
              <a:defRPr b="0" sz="3200">
                <a:solidFill>
                  <a:schemeClr val="accent1"/>
                </a:solidFill>
                <a:latin typeface="Arial Black"/>
                <a:ea typeface="Arial Black"/>
                <a:cs typeface="Arial Black"/>
                <a:sym typeface="Arial Black"/>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B1_Lemon">
  <p:cSld name="Divider B1_Lemon">
    <p:spTree>
      <p:nvGrpSpPr>
        <p:cNvPr id="293" name="Shape 293"/>
        <p:cNvGrpSpPr/>
        <p:nvPr/>
      </p:nvGrpSpPr>
      <p:grpSpPr>
        <a:xfrm>
          <a:off x="0" y="0"/>
          <a:ext cx="0" cy="0"/>
          <a:chOff x="0" y="0"/>
          <a:chExt cx="0" cy="0"/>
        </a:xfrm>
      </p:grpSpPr>
      <p:sp>
        <p:nvSpPr>
          <p:cNvPr id="294" name="Google Shape;294;p66"/>
          <p:cNvSpPr/>
          <p:nvPr/>
        </p:nvSpPr>
        <p:spPr>
          <a:xfrm>
            <a:off x="7140899" y="1354039"/>
            <a:ext cx="5051100" cy="3286926"/>
          </a:xfrm>
          <a:prstGeom prst="rect">
            <a:avLst/>
          </a:prstGeom>
          <a:solidFill>
            <a:srgbClr val="FEC10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5" name="Google Shape;295;p66"/>
          <p:cNvSpPr/>
          <p:nvPr/>
        </p:nvSpPr>
        <p:spPr>
          <a:xfrm>
            <a:off x="-2" y="1354039"/>
            <a:ext cx="1753954" cy="3286926"/>
          </a:xfrm>
          <a:prstGeom prst="rect">
            <a:avLst/>
          </a:prstGeom>
          <a:solidFill>
            <a:srgbClr val="FEC10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6" name="Google Shape;296;p66"/>
          <p:cNvSpPr txBox="1"/>
          <p:nvPr>
            <p:ph type="title"/>
          </p:nvPr>
        </p:nvSpPr>
        <p:spPr>
          <a:xfrm>
            <a:off x="2055247" y="1527176"/>
            <a:ext cx="4906765" cy="2937249"/>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accent1"/>
              </a:buClr>
              <a:buSzPts val="3200"/>
              <a:buFont typeface="Arial Black"/>
              <a:buNone/>
              <a:defRPr b="0" sz="3200">
                <a:solidFill>
                  <a:schemeClr val="accent1"/>
                </a:solidFill>
                <a:latin typeface="Arial Black"/>
                <a:ea typeface="Arial Black"/>
                <a:cs typeface="Arial Black"/>
                <a:sym typeface="Arial Black"/>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B1_Rose">
  <p:cSld name="Divider B1_Rose">
    <p:spTree>
      <p:nvGrpSpPr>
        <p:cNvPr id="297" name="Shape 297"/>
        <p:cNvGrpSpPr/>
        <p:nvPr/>
      </p:nvGrpSpPr>
      <p:grpSpPr>
        <a:xfrm>
          <a:off x="0" y="0"/>
          <a:ext cx="0" cy="0"/>
          <a:chOff x="0" y="0"/>
          <a:chExt cx="0" cy="0"/>
        </a:xfrm>
      </p:grpSpPr>
      <p:sp>
        <p:nvSpPr>
          <p:cNvPr id="298" name="Google Shape;298;p67"/>
          <p:cNvSpPr/>
          <p:nvPr/>
        </p:nvSpPr>
        <p:spPr>
          <a:xfrm>
            <a:off x="7140899" y="1354039"/>
            <a:ext cx="5051100" cy="3286926"/>
          </a:xfrm>
          <a:prstGeom prst="rect">
            <a:avLst/>
          </a:prstGeom>
          <a:solidFill>
            <a:srgbClr val="E81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9" name="Google Shape;299;p67"/>
          <p:cNvSpPr/>
          <p:nvPr/>
        </p:nvSpPr>
        <p:spPr>
          <a:xfrm>
            <a:off x="-2" y="1354039"/>
            <a:ext cx="1753954" cy="3286926"/>
          </a:xfrm>
          <a:prstGeom prst="rect">
            <a:avLst/>
          </a:prstGeom>
          <a:solidFill>
            <a:srgbClr val="E81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0" name="Google Shape;300;p67"/>
          <p:cNvSpPr txBox="1"/>
          <p:nvPr>
            <p:ph type="title"/>
          </p:nvPr>
        </p:nvSpPr>
        <p:spPr>
          <a:xfrm>
            <a:off x="2055247" y="1527176"/>
            <a:ext cx="4906765" cy="2937249"/>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accent1"/>
              </a:buClr>
              <a:buSzPts val="3200"/>
              <a:buFont typeface="Arial Black"/>
              <a:buNone/>
              <a:defRPr b="0" sz="3200">
                <a:solidFill>
                  <a:schemeClr val="accent1"/>
                </a:solidFill>
                <a:latin typeface="Arial Black"/>
                <a:ea typeface="Arial Black"/>
                <a:cs typeface="Arial Black"/>
                <a:sym typeface="Arial Black"/>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B1_Steel">
  <p:cSld name="Quote B1_Steel">
    <p:spTree>
      <p:nvGrpSpPr>
        <p:cNvPr id="301" name="Shape 301"/>
        <p:cNvGrpSpPr/>
        <p:nvPr/>
      </p:nvGrpSpPr>
      <p:grpSpPr>
        <a:xfrm>
          <a:off x="0" y="0"/>
          <a:ext cx="0" cy="0"/>
          <a:chOff x="0" y="0"/>
          <a:chExt cx="0" cy="0"/>
        </a:xfrm>
      </p:grpSpPr>
      <p:sp>
        <p:nvSpPr>
          <p:cNvPr id="302" name="Google Shape;302;p68"/>
          <p:cNvSpPr txBox="1"/>
          <p:nvPr>
            <p:ph type="title"/>
          </p:nvPr>
        </p:nvSpPr>
        <p:spPr>
          <a:xfrm>
            <a:off x="1167116" y="920688"/>
            <a:ext cx="7842706" cy="464029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3" name="Google Shape;303;p68"/>
          <p:cNvSpPr/>
          <p:nvPr/>
        </p:nvSpPr>
        <p:spPr>
          <a:xfrm>
            <a:off x="474077" y="920687"/>
            <a:ext cx="246952" cy="5065776"/>
          </a:xfrm>
          <a:prstGeom prst="rect">
            <a:avLst/>
          </a:prstGeom>
          <a:solidFill>
            <a:srgbClr val="6F78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4" name="Google Shape;304;p68"/>
          <p:cNvSpPr/>
          <p:nvPr/>
        </p:nvSpPr>
        <p:spPr>
          <a:xfrm>
            <a:off x="9422804" y="920687"/>
            <a:ext cx="246952" cy="5065776"/>
          </a:xfrm>
          <a:prstGeom prst="rect">
            <a:avLst/>
          </a:prstGeom>
          <a:solidFill>
            <a:srgbClr val="6F78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5" name="Google Shape;305;p68"/>
          <p:cNvSpPr txBox="1"/>
          <p:nvPr>
            <p:ph idx="1" type="body"/>
          </p:nvPr>
        </p:nvSpPr>
        <p:spPr>
          <a:xfrm>
            <a:off x="1167117" y="5583239"/>
            <a:ext cx="7842704" cy="4032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lt1"/>
                </a:solidFill>
              </a:defRPr>
            </a:lvl1pPr>
            <a:lvl2pPr indent="-331469" lvl="1" marL="914400" algn="l">
              <a:lnSpc>
                <a:spcPct val="100000"/>
              </a:lnSpc>
              <a:spcBef>
                <a:spcPts val="1200"/>
              </a:spcBef>
              <a:spcAft>
                <a:spcPts val="0"/>
              </a:spcAft>
              <a:buClr>
                <a:schemeClr val="lt1"/>
              </a:buClr>
              <a:buSzPts val="1620"/>
              <a:buChar char="–"/>
              <a:defRPr/>
            </a:lvl2pPr>
            <a:lvl3pPr indent="-331469" lvl="2" marL="1371600" algn="l">
              <a:lnSpc>
                <a:spcPct val="100000"/>
              </a:lnSpc>
              <a:spcBef>
                <a:spcPts val="1200"/>
              </a:spcBef>
              <a:spcAft>
                <a:spcPts val="0"/>
              </a:spcAft>
              <a:buClr>
                <a:schemeClr val="lt1"/>
              </a:buClr>
              <a:buSzPts val="1620"/>
              <a:buChar char="▪"/>
              <a:defRPr/>
            </a:lvl3pPr>
            <a:lvl4pPr indent="-331469" lvl="3" marL="1828800" algn="l">
              <a:lnSpc>
                <a:spcPct val="100000"/>
              </a:lnSpc>
              <a:spcBef>
                <a:spcPts val="1200"/>
              </a:spcBef>
              <a:spcAft>
                <a:spcPts val="0"/>
              </a:spcAft>
              <a:buClr>
                <a:schemeClr val="lt1"/>
              </a:buClr>
              <a:buSzPts val="1620"/>
              <a:buChar char="–"/>
              <a:defRPr/>
            </a:lvl4pPr>
            <a:lvl5pPr indent="-331470" lvl="4" marL="2286000" algn="l">
              <a:lnSpc>
                <a:spcPct val="100000"/>
              </a:lnSpc>
              <a:spcBef>
                <a:spcPts val="1200"/>
              </a:spcBef>
              <a:spcAft>
                <a:spcPts val="0"/>
              </a:spcAft>
              <a:buClr>
                <a:schemeClr val="lt1"/>
              </a:buClr>
              <a:buSzPts val="1620"/>
              <a:buChar char="▪"/>
              <a:defRPr/>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B1_Tang">
  <p:cSld name="Quote B1_Tang">
    <p:spTree>
      <p:nvGrpSpPr>
        <p:cNvPr id="306" name="Shape 306"/>
        <p:cNvGrpSpPr/>
        <p:nvPr/>
      </p:nvGrpSpPr>
      <p:grpSpPr>
        <a:xfrm>
          <a:off x="0" y="0"/>
          <a:ext cx="0" cy="0"/>
          <a:chOff x="0" y="0"/>
          <a:chExt cx="0" cy="0"/>
        </a:xfrm>
      </p:grpSpPr>
      <p:sp>
        <p:nvSpPr>
          <p:cNvPr id="307" name="Google Shape;307;p69"/>
          <p:cNvSpPr txBox="1"/>
          <p:nvPr>
            <p:ph type="title"/>
          </p:nvPr>
        </p:nvSpPr>
        <p:spPr>
          <a:xfrm>
            <a:off x="1167116" y="920688"/>
            <a:ext cx="7842706" cy="464029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8" name="Google Shape;308;p69"/>
          <p:cNvSpPr/>
          <p:nvPr/>
        </p:nvSpPr>
        <p:spPr>
          <a:xfrm>
            <a:off x="474077" y="920687"/>
            <a:ext cx="246952" cy="5065776"/>
          </a:xfrm>
          <a:prstGeom prst="rect">
            <a:avLst/>
          </a:prstGeom>
          <a:solidFill>
            <a:srgbClr val="FF540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9" name="Google Shape;309;p69"/>
          <p:cNvSpPr/>
          <p:nvPr/>
        </p:nvSpPr>
        <p:spPr>
          <a:xfrm>
            <a:off x="9422804" y="920687"/>
            <a:ext cx="246952" cy="5065776"/>
          </a:xfrm>
          <a:prstGeom prst="rect">
            <a:avLst/>
          </a:prstGeom>
          <a:solidFill>
            <a:srgbClr val="FF540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0" name="Google Shape;310;p69"/>
          <p:cNvSpPr txBox="1"/>
          <p:nvPr>
            <p:ph idx="1" type="body"/>
          </p:nvPr>
        </p:nvSpPr>
        <p:spPr>
          <a:xfrm>
            <a:off x="1167117" y="5583239"/>
            <a:ext cx="7842704" cy="4032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lt1"/>
                </a:solidFill>
              </a:defRPr>
            </a:lvl1pPr>
            <a:lvl2pPr indent="-331469" lvl="1" marL="914400" algn="l">
              <a:lnSpc>
                <a:spcPct val="100000"/>
              </a:lnSpc>
              <a:spcBef>
                <a:spcPts val="1200"/>
              </a:spcBef>
              <a:spcAft>
                <a:spcPts val="0"/>
              </a:spcAft>
              <a:buClr>
                <a:schemeClr val="lt1"/>
              </a:buClr>
              <a:buSzPts val="1620"/>
              <a:buChar char="–"/>
              <a:defRPr/>
            </a:lvl2pPr>
            <a:lvl3pPr indent="-331469" lvl="2" marL="1371600" algn="l">
              <a:lnSpc>
                <a:spcPct val="100000"/>
              </a:lnSpc>
              <a:spcBef>
                <a:spcPts val="1200"/>
              </a:spcBef>
              <a:spcAft>
                <a:spcPts val="0"/>
              </a:spcAft>
              <a:buClr>
                <a:schemeClr val="lt1"/>
              </a:buClr>
              <a:buSzPts val="1620"/>
              <a:buChar char="▪"/>
              <a:defRPr/>
            </a:lvl3pPr>
            <a:lvl4pPr indent="-331469" lvl="3" marL="1828800" algn="l">
              <a:lnSpc>
                <a:spcPct val="100000"/>
              </a:lnSpc>
              <a:spcBef>
                <a:spcPts val="1200"/>
              </a:spcBef>
              <a:spcAft>
                <a:spcPts val="0"/>
              </a:spcAft>
              <a:buClr>
                <a:schemeClr val="lt1"/>
              </a:buClr>
              <a:buSzPts val="1620"/>
              <a:buChar char="–"/>
              <a:defRPr/>
            </a:lvl4pPr>
            <a:lvl5pPr indent="-331470" lvl="4" marL="2286000" algn="l">
              <a:lnSpc>
                <a:spcPct val="100000"/>
              </a:lnSpc>
              <a:spcBef>
                <a:spcPts val="1200"/>
              </a:spcBef>
              <a:spcAft>
                <a:spcPts val="0"/>
              </a:spcAft>
              <a:buClr>
                <a:schemeClr val="lt1"/>
              </a:buClr>
              <a:buSzPts val="1620"/>
              <a:buChar char="▪"/>
              <a:defRPr/>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B1_Lemon">
  <p:cSld name="Quote B1_Lemon">
    <p:spTree>
      <p:nvGrpSpPr>
        <p:cNvPr id="311" name="Shape 311"/>
        <p:cNvGrpSpPr/>
        <p:nvPr/>
      </p:nvGrpSpPr>
      <p:grpSpPr>
        <a:xfrm>
          <a:off x="0" y="0"/>
          <a:ext cx="0" cy="0"/>
          <a:chOff x="0" y="0"/>
          <a:chExt cx="0" cy="0"/>
        </a:xfrm>
      </p:grpSpPr>
      <p:sp>
        <p:nvSpPr>
          <p:cNvPr id="312" name="Google Shape;312;p70"/>
          <p:cNvSpPr txBox="1"/>
          <p:nvPr>
            <p:ph type="title"/>
          </p:nvPr>
        </p:nvSpPr>
        <p:spPr>
          <a:xfrm>
            <a:off x="1167116" y="920688"/>
            <a:ext cx="7842706" cy="464029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3" name="Google Shape;313;p70"/>
          <p:cNvSpPr/>
          <p:nvPr/>
        </p:nvSpPr>
        <p:spPr>
          <a:xfrm>
            <a:off x="474077" y="920687"/>
            <a:ext cx="246952" cy="5065776"/>
          </a:xfrm>
          <a:prstGeom prst="rect">
            <a:avLst/>
          </a:prstGeom>
          <a:solidFill>
            <a:srgbClr val="FEC10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4" name="Google Shape;314;p70"/>
          <p:cNvSpPr/>
          <p:nvPr/>
        </p:nvSpPr>
        <p:spPr>
          <a:xfrm>
            <a:off x="9422804" y="920687"/>
            <a:ext cx="246952" cy="5065776"/>
          </a:xfrm>
          <a:prstGeom prst="rect">
            <a:avLst/>
          </a:prstGeom>
          <a:solidFill>
            <a:srgbClr val="FEC10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5" name="Google Shape;315;p70"/>
          <p:cNvSpPr txBox="1"/>
          <p:nvPr>
            <p:ph idx="1" type="body"/>
          </p:nvPr>
        </p:nvSpPr>
        <p:spPr>
          <a:xfrm>
            <a:off x="1167117" y="5583239"/>
            <a:ext cx="7842704" cy="4032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lt1"/>
                </a:solidFill>
              </a:defRPr>
            </a:lvl1pPr>
            <a:lvl2pPr indent="-331469" lvl="1" marL="914400" algn="l">
              <a:lnSpc>
                <a:spcPct val="100000"/>
              </a:lnSpc>
              <a:spcBef>
                <a:spcPts val="1200"/>
              </a:spcBef>
              <a:spcAft>
                <a:spcPts val="0"/>
              </a:spcAft>
              <a:buClr>
                <a:schemeClr val="lt1"/>
              </a:buClr>
              <a:buSzPts val="1620"/>
              <a:buChar char="–"/>
              <a:defRPr/>
            </a:lvl2pPr>
            <a:lvl3pPr indent="-331469" lvl="2" marL="1371600" algn="l">
              <a:lnSpc>
                <a:spcPct val="100000"/>
              </a:lnSpc>
              <a:spcBef>
                <a:spcPts val="1200"/>
              </a:spcBef>
              <a:spcAft>
                <a:spcPts val="0"/>
              </a:spcAft>
              <a:buClr>
                <a:schemeClr val="lt1"/>
              </a:buClr>
              <a:buSzPts val="1620"/>
              <a:buChar char="▪"/>
              <a:defRPr/>
            </a:lvl3pPr>
            <a:lvl4pPr indent="-331469" lvl="3" marL="1828800" algn="l">
              <a:lnSpc>
                <a:spcPct val="100000"/>
              </a:lnSpc>
              <a:spcBef>
                <a:spcPts val="1200"/>
              </a:spcBef>
              <a:spcAft>
                <a:spcPts val="0"/>
              </a:spcAft>
              <a:buClr>
                <a:schemeClr val="lt1"/>
              </a:buClr>
              <a:buSzPts val="1620"/>
              <a:buChar char="–"/>
              <a:defRPr/>
            </a:lvl4pPr>
            <a:lvl5pPr indent="-331470" lvl="4" marL="2286000" algn="l">
              <a:lnSpc>
                <a:spcPct val="100000"/>
              </a:lnSpc>
              <a:spcBef>
                <a:spcPts val="1200"/>
              </a:spcBef>
              <a:spcAft>
                <a:spcPts val="0"/>
              </a:spcAft>
              <a:buClr>
                <a:schemeClr val="lt1"/>
              </a:buClr>
              <a:buSzPts val="1620"/>
              <a:buChar char="▪"/>
              <a:defRPr/>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B1_Rose">
  <p:cSld name="Quote B1_Rose">
    <p:spTree>
      <p:nvGrpSpPr>
        <p:cNvPr id="316" name="Shape 316"/>
        <p:cNvGrpSpPr/>
        <p:nvPr/>
      </p:nvGrpSpPr>
      <p:grpSpPr>
        <a:xfrm>
          <a:off x="0" y="0"/>
          <a:ext cx="0" cy="0"/>
          <a:chOff x="0" y="0"/>
          <a:chExt cx="0" cy="0"/>
        </a:xfrm>
      </p:grpSpPr>
      <p:sp>
        <p:nvSpPr>
          <p:cNvPr id="317" name="Google Shape;317;p71"/>
          <p:cNvSpPr txBox="1"/>
          <p:nvPr>
            <p:ph type="title"/>
          </p:nvPr>
        </p:nvSpPr>
        <p:spPr>
          <a:xfrm>
            <a:off x="1167116" y="920688"/>
            <a:ext cx="7842706" cy="464029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8" name="Google Shape;318;p71"/>
          <p:cNvSpPr/>
          <p:nvPr/>
        </p:nvSpPr>
        <p:spPr>
          <a:xfrm>
            <a:off x="474077" y="920687"/>
            <a:ext cx="246952" cy="5065776"/>
          </a:xfrm>
          <a:prstGeom prst="rect">
            <a:avLst/>
          </a:prstGeom>
          <a:solidFill>
            <a:srgbClr val="E81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9" name="Google Shape;319;p71"/>
          <p:cNvSpPr/>
          <p:nvPr/>
        </p:nvSpPr>
        <p:spPr>
          <a:xfrm>
            <a:off x="9422804" y="920687"/>
            <a:ext cx="246952" cy="5065776"/>
          </a:xfrm>
          <a:prstGeom prst="rect">
            <a:avLst/>
          </a:prstGeom>
          <a:solidFill>
            <a:srgbClr val="E81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0" name="Google Shape;320;p71"/>
          <p:cNvSpPr txBox="1"/>
          <p:nvPr>
            <p:ph idx="1" type="body"/>
          </p:nvPr>
        </p:nvSpPr>
        <p:spPr>
          <a:xfrm>
            <a:off x="1167117" y="5583239"/>
            <a:ext cx="7842704" cy="4032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lt1"/>
                </a:solidFill>
              </a:defRPr>
            </a:lvl1pPr>
            <a:lvl2pPr indent="-331469" lvl="1" marL="914400" algn="l">
              <a:lnSpc>
                <a:spcPct val="100000"/>
              </a:lnSpc>
              <a:spcBef>
                <a:spcPts val="1200"/>
              </a:spcBef>
              <a:spcAft>
                <a:spcPts val="0"/>
              </a:spcAft>
              <a:buClr>
                <a:schemeClr val="lt1"/>
              </a:buClr>
              <a:buSzPts val="1620"/>
              <a:buChar char="–"/>
              <a:defRPr/>
            </a:lvl2pPr>
            <a:lvl3pPr indent="-331469" lvl="2" marL="1371600" algn="l">
              <a:lnSpc>
                <a:spcPct val="100000"/>
              </a:lnSpc>
              <a:spcBef>
                <a:spcPts val="1200"/>
              </a:spcBef>
              <a:spcAft>
                <a:spcPts val="0"/>
              </a:spcAft>
              <a:buClr>
                <a:schemeClr val="lt1"/>
              </a:buClr>
              <a:buSzPts val="1620"/>
              <a:buChar char="▪"/>
              <a:defRPr/>
            </a:lvl3pPr>
            <a:lvl4pPr indent="-331469" lvl="3" marL="1828800" algn="l">
              <a:lnSpc>
                <a:spcPct val="100000"/>
              </a:lnSpc>
              <a:spcBef>
                <a:spcPts val="1200"/>
              </a:spcBef>
              <a:spcAft>
                <a:spcPts val="0"/>
              </a:spcAft>
              <a:buClr>
                <a:schemeClr val="lt1"/>
              </a:buClr>
              <a:buSzPts val="1620"/>
              <a:buChar char="–"/>
              <a:defRPr/>
            </a:lvl4pPr>
            <a:lvl5pPr indent="-331470" lvl="4" marL="2286000" algn="l">
              <a:lnSpc>
                <a:spcPct val="100000"/>
              </a:lnSpc>
              <a:spcBef>
                <a:spcPts val="1200"/>
              </a:spcBef>
              <a:spcAft>
                <a:spcPts val="0"/>
              </a:spcAft>
              <a:buClr>
                <a:schemeClr val="lt1"/>
              </a:buClr>
              <a:buSzPts val="1620"/>
              <a:buChar char="▪"/>
              <a:defRPr/>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B2_Steel with photo">
  <p:cSld name="Quote B2_Steel with photo">
    <p:spTree>
      <p:nvGrpSpPr>
        <p:cNvPr id="321" name="Shape 321"/>
        <p:cNvGrpSpPr/>
        <p:nvPr/>
      </p:nvGrpSpPr>
      <p:grpSpPr>
        <a:xfrm>
          <a:off x="0" y="0"/>
          <a:ext cx="0" cy="0"/>
          <a:chOff x="0" y="0"/>
          <a:chExt cx="0" cy="0"/>
        </a:xfrm>
      </p:grpSpPr>
      <p:sp>
        <p:nvSpPr>
          <p:cNvPr id="322" name="Google Shape;322;p72"/>
          <p:cNvSpPr/>
          <p:nvPr>
            <p:ph idx="2" type="pic"/>
          </p:nvPr>
        </p:nvSpPr>
        <p:spPr>
          <a:xfrm>
            <a:off x="7043912" y="1343025"/>
            <a:ext cx="4689182" cy="4298950"/>
          </a:xfrm>
          <a:prstGeom prst="rect">
            <a:avLst/>
          </a:prstGeom>
          <a:noFill/>
          <a:ln>
            <a:noFill/>
          </a:ln>
        </p:spPr>
      </p:sp>
      <p:sp>
        <p:nvSpPr>
          <p:cNvPr id="323" name="Google Shape;323;p72"/>
          <p:cNvSpPr txBox="1"/>
          <p:nvPr>
            <p:ph idx="1" type="body"/>
          </p:nvPr>
        </p:nvSpPr>
        <p:spPr>
          <a:xfrm>
            <a:off x="1092084" y="5469731"/>
            <a:ext cx="4962768" cy="3444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lt1"/>
                </a:solidFill>
              </a:defRPr>
            </a:lvl1pPr>
            <a:lvl2pPr indent="-331469" lvl="1" marL="914400" algn="l">
              <a:lnSpc>
                <a:spcPct val="100000"/>
              </a:lnSpc>
              <a:spcBef>
                <a:spcPts val="1200"/>
              </a:spcBef>
              <a:spcAft>
                <a:spcPts val="0"/>
              </a:spcAft>
              <a:buClr>
                <a:schemeClr val="lt1"/>
              </a:buClr>
              <a:buSzPts val="1620"/>
              <a:buChar char="–"/>
              <a:defRPr/>
            </a:lvl2pPr>
            <a:lvl3pPr indent="-331469" lvl="2" marL="1371600" algn="l">
              <a:lnSpc>
                <a:spcPct val="100000"/>
              </a:lnSpc>
              <a:spcBef>
                <a:spcPts val="1200"/>
              </a:spcBef>
              <a:spcAft>
                <a:spcPts val="0"/>
              </a:spcAft>
              <a:buClr>
                <a:schemeClr val="lt1"/>
              </a:buClr>
              <a:buSzPts val="1620"/>
              <a:buChar char="▪"/>
              <a:defRPr/>
            </a:lvl3pPr>
            <a:lvl4pPr indent="-331469" lvl="3" marL="1828800" algn="l">
              <a:lnSpc>
                <a:spcPct val="100000"/>
              </a:lnSpc>
              <a:spcBef>
                <a:spcPts val="1200"/>
              </a:spcBef>
              <a:spcAft>
                <a:spcPts val="0"/>
              </a:spcAft>
              <a:buClr>
                <a:schemeClr val="lt1"/>
              </a:buClr>
              <a:buSzPts val="1620"/>
              <a:buChar char="–"/>
              <a:defRPr/>
            </a:lvl4pPr>
            <a:lvl5pPr indent="-331470" lvl="4" marL="2286000" algn="l">
              <a:lnSpc>
                <a:spcPct val="100000"/>
              </a:lnSpc>
              <a:spcBef>
                <a:spcPts val="1200"/>
              </a:spcBef>
              <a:spcAft>
                <a:spcPts val="0"/>
              </a:spcAft>
              <a:buClr>
                <a:schemeClr val="lt1"/>
              </a:buClr>
              <a:buSzPts val="1620"/>
              <a:buChar char="▪"/>
              <a:defRPr/>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24" name="Google Shape;324;p72"/>
          <p:cNvSpPr txBox="1"/>
          <p:nvPr>
            <p:ph type="title"/>
          </p:nvPr>
        </p:nvSpPr>
        <p:spPr>
          <a:xfrm>
            <a:off x="1092085" y="923926"/>
            <a:ext cx="4962768" cy="4545804"/>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5" name="Google Shape;325;p72"/>
          <p:cNvSpPr/>
          <p:nvPr/>
        </p:nvSpPr>
        <p:spPr>
          <a:xfrm>
            <a:off x="6426219" y="920687"/>
            <a:ext cx="246952" cy="5065776"/>
          </a:xfrm>
          <a:prstGeom prst="rect">
            <a:avLst/>
          </a:prstGeom>
          <a:solidFill>
            <a:srgbClr val="6F78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6" name="Google Shape;326;p72"/>
          <p:cNvSpPr/>
          <p:nvPr/>
        </p:nvSpPr>
        <p:spPr>
          <a:xfrm>
            <a:off x="473765" y="920687"/>
            <a:ext cx="246952" cy="5065776"/>
          </a:xfrm>
          <a:prstGeom prst="rect">
            <a:avLst/>
          </a:prstGeom>
          <a:solidFill>
            <a:srgbClr val="6F78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B2_Tang with photo">
  <p:cSld name="Quote B2_Tang with photo">
    <p:spTree>
      <p:nvGrpSpPr>
        <p:cNvPr id="327" name="Shape 327"/>
        <p:cNvGrpSpPr/>
        <p:nvPr/>
      </p:nvGrpSpPr>
      <p:grpSpPr>
        <a:xfrm>
          <a:off x="0" y="0"/>
          <a:ext cx="0" cy="0"/>
          <a:chOff x="0" y="0"/>
          <a:chExt cx="0" cy="0"/>
        </a:xfrm>
      </p:grpSpPr>
      <p:sp>
        <p:nvSpPr>
          <p:cNvPr id="328" name="Google Shape;328;p73"/>
          <p:cNvSpPr/>
          <p:nvPr>
            <p:ph idx="2" type="pic"/>
          </p:nvPr>
        </p:nvSpPr>
        <p:spPr>
          <a:xfrm>
            <a:off x="7043912" y="1343025"/>
            <a:ext cx="4689182" cy="4298950"/>
          </a:xfrm>
          <a:prstGeom prst="rect">
            <a:avLst/>
          </a:prstGeom>
          <a:noFill/>
          <a:ln>
            <a:noFill/>
          </a:ln>
        </p:spPr>
      </p:sp>
      <p:sp>
        <p:nvSpPr>
          <p:cNvPr id="329" name="Google Shape;329;p73"/>
          <p:cNvSpPr txBox="1"/>
          <p:nvPr>
            <p:ph idx="1" type="body"/>
          </p:nvPr>
        </p:nvSpPr>
        <p:spPr>
          <a:xfrm>
            <a:off x="1092084" y="5469731"/>
            <a:ext cx="4962768" cy="3444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lt1"/>
                </a:solidFill>
              </a:defRPr>
            </a:lvl1pPr>
            <a:lvl2pPr indent="-331469" lvl="1" marL="914400" algn="l">
              <a:lnSpc>
                <a:spcPct val="100000"/>
              </a:lnSpc>
              <a:spcBef>
                <a:spcPts val="1200"/>
              </a:spcBef>
              <a:spcAft>
                <a:spcPts val="0"/>
              </a:spcAft>
              <a:buClr>
                <a:schemeClr val="lt1"/>
              </a:buClr>
              <a:buSzPts val="1620"/>
              <a:buChar char="–"/>
              <a:defRPr/>
            </a:lvl2pPr>
            <a:lvl3pPr indent="-331469" lvl="2" marL="1371600" algn="l">
              <a:lnSpc>
                <a:spcPct val="100000"/>
              </a:lnSpc>
              <a:spcBef>
                <a:spcPts val="1200"/>
              </a:spcBef>
              <a:spcAft>
                <a:spcPts val="0"/>
              </a:spcAft>
              <a:buClr>
                <a:schemeClr val="lt1"/>
              </a:buClr>
              <a:buSzPts val="1620"/>
              <a:buChar char="▪"/>
              <a:defRPr/>
            </a:lvl3pPr>
            <a:lvl4pPr indent="-331469" lvl="3" marL="1828800" algn="l">
              <a:lnSpc>
                <a:spcPct val="100000"/>
              </a:lnSpc>
              <a:spcBef>
                <a:spcPts val="1200"/>
              </a:spcBef>
              <a:spcAft>
                <a:spcPts val="0"/>
              </a:spcAft>
              <a:buClr>
                <a:schemeClr val="lt1"/>
              </a:buClr>
              <a:buSzPts val="1620"/>
              <a:buChar char="–"/>
              <a:defRPr/>
            </a:lvl4pPr>
            <a:lvl5pPr indent="-331470" lvl="4" marL="2286000" algn="l">
              <a:lnSpc>
                <a:spcPct val="100000"/>
              </a:lnSpc>
              <a:spcBef>
                <a:spcPts val="1200"/>
              </a:spcBef>
              <a:spcAft>
                <a:spcPts val="0"/>
              </a:spcAft>
              <a:buClr>
                <a:schemeClr val="lt1"/>
              </a:buClr>
              <a:buSzPts val="1620"/>
              <a:buChar char="▪"/>
              <a:defRPr/>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30" name="Google Shape;330;p73"/>
          <p:cNvSpPr txBox="1"/>
          <p:nvPr>
            <p:ph type="title"/>
          </p:nvPr>
        </p:nvSpPr>
        <p:spPr>
          <a:xfrm>
            <a:off x="1092085" y="923926"/>
            <a:ext cx="4962768" cy="4545804"/>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1" name="Google Shape;331;p73"/>
          <p:cNvSpPr/>
          <p:nvPr/>
        </p:nvSpPr>
        <p:spPr>
          <a:xfrm>
            <a:off x="6426219" y="920687"/>
            <a:ext cx="246952" cy="5065776"/>
          </a:xfrm>
          <a:prstGeom prst="rect">
            <a:avLst/>
          </a:prstGeom>
          <a:solidFill>
            <a:srgbClr val="FF540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2" name="Google Shape;332;p73"/>
          <p:cNvSpPr/>
          <p:nvPr/>
        </p:nvSpPr>
        <p:spPr>
          <a:xfrm>
            <a:off x="473765" y="920687"/>
            <a:ext cx="246952" cy="5065776"/>
          </a:xfrm>
          <a:prstGeom prst="rect">
            <a:avLst/>
          </a:prstGeom>
          <a:solidFill>
            <a:srgbClr val="FF540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B2_Lemon with photo">
  <p:cSld name="Quote B2_Lemon with photo">
    <p:spTree>
      <p:nvGrpSpPr>
        <p:cNvPr id="333" name="Shape 333"/>
        <p:cNvGrpSpPr/>
        <p:nvPr/>
      </p:nvGrpSpPr>
      <p:grpSpPr>
        <a:xfrm>
          <a:off x="0" y="0"/>
          <a:ext cx="0" cy="0"/>
          <a:chOff x="0" y="0"/>
          <a:chExt cx="0" cy="0"/>
        </a:xfrm>
      </p:grpSpPr>
      <p:sp>
        <p:nvSpPr>
          <p:cNvPr id="334" name="Google Shape;334;p74"/>
          <p:cNvSpPr/>
          <p:nvPr>
            <p:ph idx="2" type="pic"/>
          </p:nvPr>
        </p:nvSpPr>
        <p:spPr>
          <a:xfrm>
            <a:off x="7043912" y="1343025"/>
            <a:ext cx="4689182" cy="4298950"/>
          </a:xfrm>
          <a:prstGeom prst="rect">
            <a:avLst/>
          </a:prstGeom>
          <a:noFill/>
          <a:ln>
            <a:noFill/>
          </a:ln>
        </p:spPr>
      </p:sp>
      <p:sp>
        <p:nvSpPr>
          <p:cNvPr id="335" name="Google Shape;335;p74"/>
          <p:cNvSpPr txBox="1"/>
          <p:nvPr>
            <p:ph idx="1" type="body"/>
          </p:nvPr>
        </p:nvSpPr>
        <p:spPr>
          <a:xfrm>
            <a:off x="1092084" y="5469731"/>
            <a:ext cx="4962768" cy="3444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lt1"/>
                </a:solidFill>
              </a:defRPr>
            </a:lvl1pPr>
            <a:lvl2pPr indent="-331469" lvl="1" marL="914400" algn="l">
              <a:lnSpc>
                <a:spcPct val="100000"/>
              </a:lnSpc>
              <a:spcBef>
                <a:spcPts val="1200"/>
              </a:spcBef>
              <a:spcAft>
                <a:spcPts val="0"/>
              </a:spcAft>
              <a:buClr>
                <a:schemeClr val="lt1"/>
              </a:buClr>
              <a:buSzPts val="1620"/>
              <a:buChar char="–"/>
              <a:defRPr/>
            </a:lvl2pPr>
            <a:lvl3pPr indent="-331469" lvl="2" marL="1371600" algn="l">
              <a:lnSpc>
                <a:spcPct val="100000"/>
              </a:lnSpc>
              <a:spcBef>
                <a:spcPts val="1200"/>
              </a:spcBef>
              <a:spcAft>
                <a:spcPts val="0"/>
              </a:spcAft>
              <a:buClr>
                <a:schemeClr val="lt1"/>
              </a:buClr>
              <a:buSzPts val="1620"/>
              <a:buChar char="▪"/>
              <a:defRPr/>
            </a:lvl3pPr>
            <a:lvl4pPr indent="-331469" lvl="3" marL="1828800" algn="l">
              <a:lnSpc>
                <a:spcPct val="100000"/>
              </a:lnSpc>
              <a:spcBef>
                <a:spcPts val="1200"/>
              </a:spcBef>
              <a:spcAft>
                <a:spcPts val="0"/>
              </a:spcAft>
              <a:buClr>
                <a:schemeClr val="lt1"/>
              </a:buClr>
              <a:buSzPts val="1620"/>
              <a:buChar char="–"/>
              <a:defRPr/>
            </a:lvl4pPr>
            <a:lvl5pPr indent="-331470" lvl="4" marL="2286000" algn="l">
              <a:lnSpc>
                <a:spcPct val="100000"/>
              </a:lnSpc>
              <a:spcBef>
                <a:spcPts val="1200"/>
              </a:spcBef>
              <a:spcAft>
                <a:spcPts val="0"/>
              </a:spcAft>
              <a:buClr>
                <a:schemeClr val="lt1"/>
              </a:buClr>
              <a:buSzPts val="1620"/>
              <a:buChar char="▪"/>
              <a:defRPr/>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36" name="Google Shape;336;p74"/>
          <p:cNvSpPr txBox="1"/>
          <p:nvPr>
            <p:ph type="title"/>
          </p:nvPr>
        </p:nvSpPr>
        <p:spPr>
          <a:xfrm>
            <a:off x="1092085" y="923926"/>
            <a:ext cx="4962768" cy="4545804"/>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7" name="Google Shape;337;p74"/>
          <p:cNvSpPr/>
          <p:nvPr/>
        </p:nvSpPr>
        <p:spPr>
          <a:xfrm>
            <a:off x="6426219" y="920687"/>
            <a:ext cx="246952" cy="5065776"/>
          </a:xfrm>
          <a:prstGeom prst="rect">
            <a:avLst/>
          </a:prstGeom>
          <a:solidFill>
            <a:srgbClr val="FEC10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8" name="Google Shape;338;p74"/>
          <p:cNvSpPr/>
          <p:nvPr/>
        </p:nvSpPr>
        <p:spPr>
          <a:xfrm>
            <a:off x="473765" y="920687"/>
            <a:ext cx="246952" cy="5065776"/>
          </a:xfrm>
          <a:prstGeom prst="rect">
            <a:avLst/>
          </a:prstGeom>
          <a:solidFill>
            <a:srgbClr val="FEC10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B2_Rose with photo">
  <p:cSld name="Quote B2_Rose with photo">
    <p:spTree>
      <p:nvGrpSpPr>
        <p:cNvPr id="339" name="Shape 339"/>
        <p:cNvGrpSpPr/>
        <p:nvPr/>
      </p:nvGrpSpPr>
      <p:grpSpPr>
        <a:xfrm>
          <a:off x="0" y="0"/>
          <a:ext cx="0" cy="0"/>
          <a:chOff x="0" y="0"/>
          <a:chExt cx="0" cy="0"/>
        </a:xfrm>
      </p:grpSpPr>
      <p:sp>
        <p:nvSpPr>
          <p:cNvPr id="340" name="Google Shape;340;p75"/>
          <p:cNvSpPr/>
          <p:nvPr>
            <p:ph idx="2" type="pic"/>
          </p:nvPr>
        </p:nvSpPr>
        <p:spPr>
          <a:xfrm>
            <a:off x="7043912" y="1343025"/>
            <a:ext cx="4689182" cy="4298950"/>
          </a:xfrm>
          <a:prstGeom prst="rect">
            <a:avLst/>
          </a:prstGeom>
          <a:noFill/>
          <a:ln>
            <a:noFill/>
          </a:ln>
        </p:spPr>
      </p:sp>
      <p:sp>
        <p:nvSpPr>
          <p:cNvPr id="341" name="Google Shape;341;p75"/>
          <p:cNvSpPr txBox="1"/>
          <p:nvPr>
            <p:ph idx="1" type="body"/>
          </p:nvPr>
        </p:nvSpPr>
        <p:spPr>
          <a:xfrm>
            <a:off x="1092084" y="5469731"/>
            <a:ext cx="4962768" cy="3444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60"/>
              <a:buNone/>
              <a:defRPr sz="1400">
                <a:solidFill>
                  <a:schemeClr val="lt1"/>
                </a:solidFill>
              </a:defRPr>
            </a:lvl1pPr>
            <a:lvl2pPr indent="-331469" lvl="1" marL="914400" algn="l">
              <a:lnSpc>
                <a:spcPct val="100000"/>
              </a:lnSpc>
              <a:spcBef>
                <a:spcPts val="1200"/>
              </a:spcBef>
              <a:spcAft>
                <a:spcPts val="0"/>
              </a:spcAft>
              <a:buClr>
                <a:schemeClr val="lt1"/>
              </a:buClr>
              <a:buSzPts val="1620"/>
              <a:buChar char="–"/>
              <a:defRPr/>
            </a:lvl2pPr>
            <a:lvl3pPr indent="-331469" lvl="2" marL="1371600" algn="l">
              <a:lnSpc>
                <a:spcPct val="100000"/>
              </a:lnSpc>
              <a:spcBef>
                <a:spcPts val="1200"/>
              </a:spcBef>
              <a:spcAft>
                <a:spcPts val="0"/>
              </a:spcAft>
              <a:buClr>
                <a:schemeClr val="lt1"/>
              </a:buClr>
              <a:buSzPts val="1620"/>
              <a:buChar char="▪"/>
              <a:defRPr/>
            </a:lvl3pPr>
            <a:lvl4pPr indent="-331469" lvl="3" marL="1828800" algn="l">
              <a:lnSpc>
                <a:spcPct val="100000"/>
              </a:lnSpc>
              <a:spcBef>
                <a:spcPts val="1200"/>
              </a:spcBef>
              <a:spcAft>
                <a:spcPts val="0"/>
              </a:spcAft>
              <a:buClr>
                <a:schemeClr val="lt1"/>
              </a:buClr>
              <a:buSzPts val="1620"/>
              <a:buChar char="–"/>
              <a:defRPr/>
            </a:lvl4pPr>
            <a:lvl5pPr indent="-331470" lvl="4" marL="2286000" algn="l">
              <a:lnSpc>
                <a:spcPct val="100000"/>
              </a:lnSpc>
              <a:spcBef>
                <a:spcPts val="1200"/>
              </a:spcBef>
              <a:spcAft>
                <a:spcPts val="0"/>
              </a:spcAft>
              <a:buClr>
                <a:schemeClr val="lt1"/>
              </a:buClr>
              <a:buSzPts val="1620"/>
              <a:buChar char="▪"/>
              <a:defRPr/>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42" name="Google Shape;342;p75"/>
          <p:cNvSpPr txBox="1"/>
          <p:nvPr>
            <p:ph type="title"/>
          </p:nvPr>
        </p:nvSpPr>
        <p:spPr>
          <a:xfrm>
            <a:off x="1092085" y="923926"/>
            <a:ext cx="4962768" cy="4545804"/>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2"/>
              </a:buClr>
              <a:buSzPts val="3200"/>
              <a:buFont typeface="Arial Black"/>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3" name="Google Shape;343;p75"/>
          <p:cNvSpPr/>
          <p:nvPr/>
        </p:nvSpPr>
        <p:spPr>
          <a:xfrm>
            <a:off x="6426219" y="920687"/>
            <a:ext cx="246952" cy="5065776"/>
          </a:xfrm>
          <a:prstGeom prst="rect">
            <a:avLst/>
          </a:prstGeom>
          <a:solidFill>
            <a:srgbClr val="E81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4" name="Google Shape;344;p75"/>
          <p:cNvSpPr/>
          <p:nvPr/>
        </p:nvSpPr>
        <p:spPr>
          <a:xfrm>
            <a:off x="473765" y="920687"/>
            <a:ext cx="246952" cy="5065776"/>
          </a:xfrm>
          <a:prstGeom prst="rect">
            <a:avLst/>
          </a:prstGeom>
          <a:solidFill>
            <a:srgbClr val="E81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 Type="http://schemas.openxmlformats.org/officeDocument/2006/relationships/image" Target="../media/image3.png"/><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5" Type="http://schemas.openxmlformats.org/officeDocument/2006/relationships/slideLayout" Target="../slideLayouts/slideLayout31.xml"/><Relationship Id="rId14" Type="http://schemas.openxmlformats.org/officeDocument/2006/relationships/slideLayout" Target="../slideLayouts/slideLayout30.xml"/><Relationship Id="rId16" Type="http://schemas.openxmlformats.org/officeDocument/2006/relationships/theme" Target="../theme/theme5.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41.xml"/><Relationship Id="rId10" Type="http://schemas.openxmlformats.org/officeDocument/2006/relationships/slideLayout" Target="../slideLayouts/slideLayout40.xml"/><Relationship Id="rId13" Type="http://schemas.openxmlformats.org/officeDocument/2006/relationships/slideLayout" Target="../slideLayouts/slideLayout43.xml"/><Relationship Id="rId12" Type="http://schemas.openxmlformats.org/officeDocument/2006/relationships/slideLayout" Target="../slideLayouts/slideLayout42.xml"/><Relationship Id="rId1" Type="http://schemas.openxmlformats.org/officeDocument/2006/relationships/image" Target="../media/image4.png"/><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5" Type="http://schemas.openxmlformats.org/officeDocument/2006/relationships/slideLayout" Target="../slideLayouts/slideLayout45.xml"/><Relationship Id="rId14" Type="http://schemas.openxmlformats.org/officeDocument/2006/relationships/slideLayout" Target="../slideLayouts/slideLayout44.xml"/><Relationship Id="rId17" Type="http://schemas.openxmlformats.org/officeDocument/2006/relationships/slideLayout" Target="../slideLayouts/slideLayout47.xml"/><Relationship Id="rId16" Type="http://schemas.openxmlformats.org/officeDocument/2006/relationships/slideLayout" Target="../slideLayouts/slideLayout46.xml"/><Relationship Id="rId5" Type="http://schemas.openxmlformats.org/officeDocument/2006/relationships/slideLayout" Target="../slideLayouts/slideLayout35.xml"/><Relationship Id="rId6" Type="http://schemas.openxmlformats.org/officeDocument/2006/relationships/slideLayout" Target="../slideLayouts/slideLayout36.xml"/><Relationship Id="rId18" Type="http://schemas.openxmlformats.org/officeDocument/2006/relationships/theme" Target="../theme/theme2.xml"/><Relationship Id="rId7" Type="http://schemas.openxmlformats.org/officeDocument/2006/relationships/slideLayout" Target="../slideLayouts/slideLayout37.xml"/><Relationship Id="rId8"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57.xml"/><Relationship Id="rId10" Type="http://schemas.openxmlformats.org/officeDocument/2006/relationships/slideLayout" Target="../slideLayouts/slideLayout56.xml"/><Relationship Id="rId13" Type="http://schemas.openxmlformats.org/officeDocument/2006/relationships/slideLayout" Target="../slideLayouts/slideLayout59.xml"/><Relationship Id="rId12" Type="http://schemas.openxmlformats.org/officeDocument/2006/relationships/slideLayout" Target="../slideLayouts/slideLayout58.xml"/><Relationship Id="rId1" Type="http://schemas.openxmlformats.org/officeDocument/2006/relationships/image" Target="../media/image7.png"/><Relationship Id="rId2" Type="http://schemas.openxmlformats.org/officeDocument/2006/relationships/slideLayout" Target="../slideLayouts/slideLayout48.xml"/><Relationship Id="rId3" Type="http://schemas.openxmlformats.org/officeDocument/2006/relationships/slideLayout" Target="../slideLayouts/slideLayout49.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5" Type="http://schemas.openxmlformats.org/officeDocument/2006/relationships/slideLayout" Target="../slideLayouts/slideLayout61.xml"/><Relationship Id="rId14" Type="http://schemas.openxmlformats.org/officeDocument/2006/relationships/slideLayout" Target="../slideLayouts/slideLayout60.xml"/><Relationship Id="rId17" Type="http://schemas.openxmlformats.org/officeDocument/2006/relationships/slideLayout" Target="../slideLayouts/slideLayout63.xml"/><Relationship Id="rId16" Type="http://schemas.openxmlformats.org/officeDocument/2006/relationships/slideLayout" Target="../slideLayouts/slideLayout62.xml"/><Relationship Id="rId5" Type="http://schemas.openxmlformats.org/officeDocument/2006/relationships/slideLayout" Target="../slideLayouts/slideLayout51.xml"/><Relationship Id="rId6" Type="http://schemas.openxmlformats.org/officeDocument/2006/relationships/slideLayout" Target="../slideLayouts/slideLayout52.xml"/><Relationship Id="rId18" Type="http://schemas.openxmlformats.org/officeDocument/2006/relationships/theme" Target="../theme/theme3.xml"/><Relationship Id="rId7" Type="http://schemas.openxmlformats.org/officeDocument/2006/relationships/slideLayout" Target="../slideLayouts/slideLayout53.xml"/><Relationship Id="rId8"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9"/>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2"/>
              </a:buClr>
              <a:buSzPts val="3200"/>
              <a:buFont typeface="Arial Black"/>
              <a:buNone/>
              <a:defRPr b="0" i="0" sz="3200" u="none" cap="none" strike="noStrike">
                <a:solidFill>
                  <a:schemeClr val="dk2"/>
                </a:solidFill>
                <a:latin typeface="Arial Black"/>
                <a:ea typeface="Arial Black"/>
                <a:cs typeface="Arial Black"/>
                <a:sym typeface="Arial Black"/>
              </a:defRPr>
            </a:lvl1pPr>
            <a:lvl2pPr lvl="1">
              <a:spcBef>
                <a:spcPts val="120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9"/>
          <p:cNvSpPr txBox="1"/>
          <p:nvPr>
            <p:ph idx="1" type="body"/>
          </p:nvPr>
        </p:nvSpPr>
        <p:spPr>
          <a:xfrm>
            <a:off x="457200" y="1527175"/>
            <a:ext cx="11276013" cy="4460873"/>
          </a:xfrm>
          <a:prstGeom prst="rect">
            <a:avLst/>
          </a:prstGeom>
          <a:noFill/>
          <a:ln>
            <a:noFill/>
          </a:ln>
        </p:spPr>
        <p:txBody>
          <a:bodyPr anchorCtr="0" anchor="t" bIns="0" lIns="0" spcFirstLastPara="1" rIns="0" wrap="square" tIns="0">
            <a:noAutofit/>
          </a:bodyPr>
          <a:lstStyle>
            <a:lvl1pPr indent="-365760" lvl="0" marL="457200" marR="0" rtl="0" algn="l">
              <a:lnSpc>
                <a:spcPct val="100000"/>
              </a:lnSpc>
              <a:spcBef>
                <a:spcPts val="0"/>
              </a:spcBef>
              <a:spcAft>
                <a:spcPts val="0"/>
              </a:spcAft>
              <a:buClr>
                <a:schemeClr val="dk2"/>
              </a:buClr>
              <a:buSzPts val="2160"/>
              <a:buFont typeface="Noto Sans Symbols"/>
              <a:buChar char="▪"/>
              <a:defRPr b="0" i="0" sz="2400" u="none" cap="none" strike="noStrike">
                <a:solidFill>
                  <a:schemeClr val="dk1"/>
                </a:solidFill>
                <a:latin typeface="Arial"/>
                <a:ea typeface="Arial"/>
                <a:cs typeface="Arial"/>
                <a:sym typeface="Arial"/>
              </a:defRPr>
            </a:lvl1pPr>
            <a:lvl2pPr indent="-365760" lvl="1" marL="914400" marR="0" rtl="0" algn="l">
              <a:lnSpc>
                <a:spcPct val="100000"/>
              </a:lnSpc>
              <a:spcBef>
                <a:spcPts val="1200"/>
              </a:spcBef>
              <a:spcAft>
                <a:spcPts val="0"/>
              </a:spcAft>
              <a:buClr>
                <a:schemeClr val="dk1"/>
              </a:buClr>
              <a:buSzPts val="2160"/>
              <a:buFont typeface="Arial"/>
              <a:buChar char="–"/>
              <a:defRPr b="0" i="0" sz="2400" u="none" cap="none" strike="noStrike">
                <a:solidFill>
                  <a:schemeClr val="dk1"/>
                </a:solidFill>
                <a:latin typeface="Arial"/>
                <a:ea typeface="Arial"/>
                <a:cs typeface="Arial"/>
                <a:sym typeface="Arial"/>
              </a:defRPr>
            </a:lvl2pPr>
            <a:lvl3pPr indent="-365760" lvl="2" marL="1371600" marR="0" rtl="0" algn="l">
              <a:lnSpc>
                <a:spcPct val="100000"/>
              </a:lnSpc>
              <a:spcBef>
                <a:spcPts val="1200"/>
              </a:spcBef>
              <a:spcAft>
                <a:spcPts val="0"/>
              </a:spcAft>
              <a:buClr>
                <a:schemeClr val="dk1"/>
              </a:buClr>
              <a:buSzPts val="2160"/>
              <a:buFont typeface="Noto Sans Symbols"/>
              <a:buChar char="▪"/>
              <a:defRPr b="0" i="0" sz="2400" u="none" cap="none" strike="noStrike">
                <a:solidFill>
                  <a:schemeClr val="dk1"/>
                </a:solidFill>
                <a:latin typeface="Arial"/>
                <a:ea typeface="Arial"/>
                <a:cs typeface="Arial"/>
                <a:sym typeface="Arial"/>
              </a:defRPr>
            </a:lvl3pPr>
            <a:lvl4pPr indent="-365760" lvl="3" marL="1828800" marR="0" rtl="0" algn="l">
              <a:lnSpc>
                <a:spcPct val="100000"/>
              </a:lnSpc>
              <a:spcBef>
                <a:spcPts val="1200"/>
              </a:spcBef>
              <a:spcAft>
                <a:spcPts val="0"/>
              </a:spcAft>
              <a:buClr>
                <a:schemeClr val="dk1"/>
              </a:buClr>
              <a:buSzPts val="2160"/>
              <a:buFont typeface="Arial"/>
              <a:buChar char="–"/>
              <a:defRPr b="0" i="0" sz="2400" u="none" cap="none" strike="noStrike">
                <a:solidFill>
                  <a:schemeClr val="dk1"/>
                </a:solidFill>
                <a:latin typeface="Arial"/>
                <a:ea typeface="Arial"/>
                <a:cs typeface="Arial"/>
                <a:sym typeface="Arial"/>
              </a:defRPr>
            </a:lvl4pPr>
            <a:lvl5pPr indent="-365760" lvl="4" marL="2286000" marR="0" rtl="0" algn="l">
              <a:lnSpc>
                <a:spcPct val="100000"/>
              </a:lnSpc>
              <a:spcBef>
                <a:spcPts val="1200"/>
              </a:spcBef>
              <a:spcAft>
                <a:spcPts val="0"/>
              </a:spcAft>
              <a:buClr>
                <a:schemeClr val="dk1"/>
              </a:buClr>
              <a:buSzPts val="2160"/>
              <a:buFont typeface="Noto Sans Symbols"/>
              <a:buChar char="▪"/>
              <a:defRPr b="0" i="0" sz="2400" u="none" cap="none" strike="noStrike">
                <a:solidFill>
                  <a:schemeClr val="dk1"/>
                </a:solidFill>
                <a:latin typeface="Arial"/>
                <a:ea typeface="Arial"/>
                <a:cs typeface="Arial"/>
                <a:sym typeface="Arial"/>
              </a:defRPr>
            </a:lvl5pPr>
            <a:lvl6pPr indent="-342900" lvl="5" marL="2743200" marR="0" rtl="0" algn="l">
              <a:lnSpc>
                <a:spcPct val="9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pic>
        <p:nvPicPr>
          <p:cNvPr id="12" name="Google Shape;12;p9"/>
          <p:cNvPicPr preferRelativeResize="0"/>
          <p:nvPr/>
        </p:nvPicPr>
        <p:blipFill rotWithShape="1">
          <a:blip r:embed="rId1">
            <a:alphaModFix/>
          </a:blip>
          <a:srcRect b="0" l="0" r="0" t="0"/>
          <a:stretch/>
        </p:blipFill>
        <p:spPr>
          <a:xfrm>
            <a:off x="10452994" y="6241458"/>
            <a:ext cx="1280218" cy="292850"/>
          </a:xfrm>
          <a:prstGeom prst="rect">
            <a:avLst/>
          </a:prstGeom>
          <a:noFill/>
          <a:ln>
            <a:noFill/>
          </a:ln>
        </p:spPr>
      </p:pic>
      <p:sp>
        <p:nvSpPr>
          <p:cNvPr id="13" name="Google Shape;13;p9"/>
          <p:cNvSpPr txBox="1"/>
          <p:nvPr/>
        </p:nvSpPr>
        <p:spPr>
          <a:xfrm>
            <a:off x="457201" y="6439286"/>
            <a:ext cx="7306732" cy="107722"/>
          </a:xfrm>
          <a:prstGeom prst="rect">
            <a:avLst/>
          </a:prstGeom>
          <a:noFill/>
          <a:ln>
            <a:noFill/>
          </a:ln>
        </p:spPr>
        <p:txBody>
          <a:bodyPr anchorCtr="0" anchor="b" bIns="0" lIns="0" spcFirstLastPara="1" rIns="0" wrap="square" tIns="0">
            <a:spAutoFit/>
          </a:bodyPr>
          <a:lstStyle/>
          <a:p>
            <a:pPr indent="-228600" lvl="0" marL="228600" marR="0" rtl="0" algn="l">
              <a:lnSpc>
                <a:spcPct val="100000"/>
              </a:lnSpc>
              <a:spcBef>
                <a:spcPts val="0"/>
              </a:spcBef>
              <a:spcAft>
                <a:spcPts val="0"/>
              </a:spcAft>
              <a:buClr>
                <a:srgbClr val="979D9D"/>
              </a:buClr>
              <a:buSzPts val="700"/>
              <a:buFont typeface="Arial"/>
              <a:buNone/>
            </a:pPr>
            <a:fld id="{00000000-1234-1234-1234-123412341234}" type="slidenum">
              <a:rPr b="0" i="0" lang="en-US" sz="700" u="none" cap="none" strike="noStrike">
                <a:solidFill>
                  <a:srgbClr val="979D9D"/>
                </a:solidFill>
                <a:latin typeface="Arial"/>
                <a:ea typeface="Arial"/>
                <a:cs typeface="Arial"/>
                <a:sym typeface="Arial"/>
              </a:rPr>
              <a:t>‹#›</a:t>
            </a:fld>
            <a:r>
              <a:rPr b="0" i="0" lang="en-US" sz="700" u="none" cap="none" strike="noStrike">
                <a:solidFill>
                  <a:srgbClr val="979D9D"/>
                </a:solidFill>
                <a:latin typeface="Arial"/>
                <a:ea typeface="Arial"/>
                <a:cs typeface="Arial"/>
                <a:sym typeface="Arial"/>
              </a:rPr>
              <a:t>	© 2020 Gartner, Inc. and/or its affiliates. All rights reserved. Gartner is a registered trademark of Gartner, Inc. and its affiliates.</a:t>
            </a:r>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840">
          <p15:clr>
            <a:srgbClr val="A4A3A4"/>
          </p15:clr>
        </p15:guide>
        <p15:guide id="2" pos="288">
          <p15:clr>
            <a:srgbClr val="5ACBF0"/>
          </p15:clr>
        </p15:guide>
        <p15:guide id="3" orient="horz" pos="2160">
          <p15:clr>
            <a:srgbClr val="A4A3A4"/>
          </p15:clr>
        </p15:guide>
        <p15:guide id="4" orient="horz" pos="231">
          <p15:clr>
            <a:srgbClr val="5ACBF0"/>
          </p15:clr>
        </p15:guide>
        <p15:guide id="5" pos="7391">
          <p15:clr>
            <a:srgbClr val="5ACBF0"/>
          </p15:clr>
        </p15:guide>
        <p15:guide id="6" orient="horz" pos="3772">
          <p15:clr>
            <a:srgbClr val="FBAE40"/>
          </p15:clr>
        </p15:guide>
        <p15:guide id="7" orient="horz" pos="4110">
          <p15:clr>
            <a:srgbClr val="5ACBF0"/>
          </p15:clr>
        </p15:guide>
        <p15:guide id="8" orient="horz" pos="537">
          <p15:clr>
            <a:srgbClr val="FDE53C"/>
          </p15:clr>
        </p15:guide>
        <p15:guide id="9" orient="horz" pos="846">
          <p15:clr>
            <a:srgbClr val="FDE53C"/>
          </p15:clr>
        </p15:guide>
        <p15:guide id="10" orient="horz" pos="962">
          <p15:clr>
            <a:srgbClr val="5ACBF0"/>
          </p15:clr>
        </p15:guide>
        <p15:guide id="11" orient="horz" pos="4035">
          <p15:clr>
            <a:srgbClr val="5ACBF0"/>
          </p15:clr>
        </p15:guide>
        <p15:guide id="12" pos="3752">
          <p15:clr>
            <a:srgbClr val="5ACBF0"/>
          </p15:clr>
        </p15:guide>
        <p15:guide id="13" pos="3927">
          <p15:clr>
            <a:srgbClr val="5ACBF0"/>
          </p15:clr>
        </p15:guide>
        <p15:guide id="14" orient="horz" pos="3947">
          <p15:clr>
            <a:srgbClr val="5ACBF0"/>
          </p15:clr>
        </p15:guide>
        <p15:guide id="15" pos="2655">
          <p15:clr>
            <a:srgbClr val="A4A3A4"/>
          </p15:clr>
        </p15:guide>
        <p15:guide id="16" pos="502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3" name="Shape 93"/>
        <p:cNvGrpSpPr/>
        <p:nvPr/>
      </p:nvGrpSpPr>
      <p:grpSpPr>
        <a:xfrm>
          <a:off x="0" y="0"/>
          <a:ext cx="0" cy="0"/>
          <a:chOff x="0" y="0"/>
          <a:chExt cx="0" cy="0"/>
        </a:xfrm>
      </p:grpSpPr>
      <p:sp>
        <p:nvSpPr>
          <p:cNvPr id="94" name="Google Shape;94;p27"/>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lt2"/>
              </a:buClr>
              <a:buSzPts val="3200"/>
              <a:buFont typeface="Arial Black"/>
              <a:buNone/>
              <a:defRPr b="0" i="0" sz="3200" u="none" cap="none" strike="noStrike">
                <a:solidFill>
                  <a:schemeClr val="lt2"/>
                </a:solidFill>
                <a:latin typeface="Arial Black"/>
                <a:ea typeface="Arial Black"/>
                <a:cs typeface="Arial Black"/>
                <a:sym typeface="Arial Black"/>
              </a:defRPr>
            </a:lvl1pPr>
            <a:lvl2pPr lvl="1">
              <a:spcBef>
                <a:spcPts val="120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5" name="Google Shape;95;p27"/>
          <p:cNvSpPr txBox="1"/>
          <p:nvPr>
            <p:ph idx="1" type="body"/>
          </p:nvPr>
        </p:nvSpPr>
        <p:spPr>
          <a:xfrm>
            <a:off x="457200" y="1527175"/>
            <a:ext cx="11276013" cy="4460873"/>
          </a:xfrm>
          <a:prstGeom prst="rect">
            <a:avLst/>
          </a:prstGeom>
          <a:noFill/>
          <a:ln>
            <a:noFill/>
          </a:ln>
        </p:spPr>
        <p:txBody>
          <a:bodyPr anchorCtr="0" anchor="t" bIns="0" lIns="0" spcFirstLastPara="1" rIns="0" wrap="square" tIns="0">
            <a:noAutofit/>
          </a:bodyPr>
          <a:lstStyle>
            <a:lvl1pPr indent="-365760" lvl="0" marL="457200" marR="0" rtl="0" algn="l">
              <a:lnSpc>
                <a:spcPct val="100000"/>
              </a:lnSpc>
              <a:spcBef>
                <a:spcPts val="0"/>
              </a:spcBef>
              <a:spcAft>
                <a:spcPts val="0"/>
              </a:spcAft>
              <a:buClr>
                <a:schemeClr val="lt2"/>
              </a:buClr>
              <a:buSzPts val="2160"/>
              <a:buFont typeface="Noto Sans Symbols"/>
              <a:buChar char="▪"/>
              <a:defRPr b="0" i="0" sz="2400" u="none" cap="none" strike="noStrike">
                <a:solidFill>
                  <a:schemeClr val="lt1"/>
                </a:solidFill>
                <a:latin typeface="Arial"/>
                <a:ea typeface="Arial"/>
                <a:cs typeface="Arial"/>
                <a:sym typeface="Arial"/>
              </a:defRPr>
            </a:lvl1pPr>
            <a:lvl2pPr indent="-365760" lvl="1" marL="914400" marR="0" rtl="0" algn="l">
              <a:lnSpc>
                <a:spcPct val="100000"/>
              </a:lnSpc>
              <a:spcBef>
                <a:spcPts val="1200"/>
              </a:spcBef>
              <a:spcAft>
                <a:spcPts val="0"/>
              </a:spcAft>
              <a:buClr>
                <a:schemeClr val="lt1"/>
              </a:buClr>
              <a:buSzPts val="2160"/>
              <a:buFont typeface="Arial"/>
              <a:buChar char="–"/>
              <a:defRPr b="0" i="0" sz="2400" u="none" cap="none" strike="noStrike">
                <a:solidFill>
                  <a:schemeClr val="lt1"/>
                </a:solidFill>
                <a:latin typeface="Arial"/>
                <a:ea typeface="Arial"/>
                <a:cs typeface="Arial"/>
                <a:sym typeface="Arial"/>
              </a:defRPr>
            </a:lvl2pPr>
            <a:lvl3pPr indent="-365760" lvl="2" marL="1371600" marR="0" rtl="0" algn="l">
              <a:lnSpc>
                <a:spcPct val="100000"/>
              </a:lnSpc>
              <a:spcBef>
                <a:spcPts val="1200"/>
              </a:spcBef>
              <a:spcAft>
                <a:spcPts val="0"/>
              </a:spcAft>
              <a:buClr>
                <a:schemeClr val="lt1"/>
              </a:buClr>
              <a:buSzPts val="2160"/>
              <a:buFont typeface="Noto Sans Symbols"/>
              <a:buChar char="▪"/>
              <a:defRPr b="0" i="0" sz="2400" u="none" cap="none" strike="noStrike">
                <a:solidFill>
                  <a:schemeClr val="lt1"/>
                </a:solidFill>
                <a:latin typeface="Arial"/>
                <a:ea typeface="Arial"/>
                <a:cs typeface="Arial"/>
                <a:sym typeface="Arial"/>
              </a:defRPr>
            </a:lvl3pPr>
            <a:lvl4pPr indent="-365760" lvl="3" marL="1828800" marR="0" rtl="0" algn="l">
              <a:lnSpc>
                <a:spcPct val="100000"/>
              </a:lnSpc>
              <a:spcBef>
                <a:spcPts val="1200"/>
              </a:spcBef>
              <a:spcAft>
                <a:spcPts val="0"/>
              </a:spcAft>
              <a:buClr>
                <a:schemeClr val="lt1"/>
              </a:buClr>
              <a:buSzPts val="2160"/>
              <a:buFont typeface="Arial"/>
              <a:buChar char="–"/>
              <a:defRPr b="0" i="0" sz="2400" u="none" cap="none" strike="noStrike">
                <a:solidFill>
                  <a:schemeClr val="lt1"/>
                </a:solidFill>
                <a:latin typeface="Arial"/>
                <a:ea typeface="Arial"/>
                <a:cs typeface="Arial"/>
                <a:sym typeface="Arial"/>
              </a:defRPr>
            </a:lvl4pPr>
            <a:lvl5pPr indent="-365760" lvl="4" marL="2286000" marR="0" rtl="0" algn="l">
              <a:lnSpc>
                <a:spcPct val="100000"/>
              </a:lnSpc>
              <a:spcBef>
                <a:spcPts val="1200"/>
              </a:spcBef>
              <a:spcAft>
                <a:spcPts val="0"/>
              </a:spcAft>
              <a:buClr>
                <a:schemeClr val="lt1"/>
              </a:buClr>
              <a:buSzPts val="2160"/>
              <a:buFont typeface="Noto Sans Symbols"/>
              <a:buChar char="▪"/>
              <a:defRPr b="0" i="0" sz="2400" u="none" cap="none" strike="noStrike">
                <a:solidFill>
                  <a:schemeClr val="lt1"/>
                </a:solidFill>
                <a:latin typeface="Arial"/>
                <a:ea typeface="Arial"/>
                <a:cs typeface="Arial"/>
                <a:sym typeface="Arial"/>
              </a:defRPr>
            </a:lvl5pPr>
            <a:lvl6pPr indent="-342900" lvl="5" marL="2743200" marR="0" rtl="0" algn="l">
              <a:lnSpc>
                <a:spcPct val="90000"/>
              </a:lnSpc>
              <a:spcBef>
                <a:spcPts val="12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9pPr>
          </a:lstStyle>
          <a:p/>
        </p:txBody>
      </p:sp>
      <p:pic>
        <p:nvPicPr>
          <p:cNvPr id="96" name="Google Shape;96;p27"/>
          <p:cNvPicPr preferRelativeResize="0"/>
          <p:nvPr/>
        </p:nvPicPr>
        <p:blipFill rotWithShape="1">
          <a:blip r:embed="rId1">
            <a:alphaModFix/>
          </a:blip>
          <a:srcRect b="0" l="0" r="0" t="0"/>
          <a:stretch/>
        </p:blipFill>
        <p:spPr>
          <a:xfrm>
            <a:off x="10452994" y="6241641"/>
            <a:ext cx="1280218" cy="292484"/>
          </a:xfrm>
          <a:prstGeom prst="rect">
            <a:avLst/>
          </a:prstGeom>
          <a:noFill/>
          <a:ln>
            <a:noFill/>
          </a:ln>
        </p:spPr>
      </p:pic>
      <p:sp>
        <p:nvSpPr>
          <p:cNvPr id="97" name="Google Shape;97;p27"/>
          <p:cNvSpPr txBox="1"/>
          <p:nvPr/>
        </p:nvSpPr>
        <p:spPr>
          <a:xfrm>
            <a:off x="457201" y="6439286"/>
            <a:ext cx="7181849" cy="107722"/>
          </a:xfrm>
          <a:prstGeom prst="rect">
            <a:avLst/>
          </a:prstGeom>
          <a:noFill/>
          <a:ln>
            <a:noFill/>
          </a:ln>
        </p:spPr>
        <p:txBody>
          <a:bodyPr anchorCtr="0" anchor="b" bIns="0" lIns="0" spcFirstLastPara="1" rIns="0" wrap="square" tIns="0">
            <a:spAutoFit/>
          </a:bodyPr>
          <a:lstStyle/>
          <a:p>
            <a:pPr indent="-228600" lvl="0" marL="228600" marR="0" rtl="0" algn="l">
              <a:lnSpc>
                <a:spcPct val="100000"/>
              </a:lnSpc>
              <a:spcBef>
                <a:spcPts val="0"/>
              </a:spcBef>
              <a:spcAft>
                <a:spcPts val="0"/>
              </a:spcAft>
              <a:buClr>
                <a:srgbClr val="979D9D"/>
              </a:buClr>
              <a:buSzPts val="700"/>
              <a:buFont typeface="Arial"/>
              <a:buNone/>
            </a:pPr>
            <a:fld id="{00000000-1234-1234-1234-123412341234}" type="slidenum">
              <a:rPr b="0" i="0" lang="en-US" sz="700" u="none" cap="none" strike="noStrike">
                <a:solidFill>
                  <a:srgbClr val="979D9D"/>
                </a:solidFill>
                <a:latin typeface="Arial"/>
                <a:ea typeface="Arial"/>
                <a:cs typeface="Arial"/>
                <a:sym typeface="Arial"/>
              </a:rPr>
              <a:t>‹#›</a:t>
            </a:fld>
            <a:r>
              <a:rPr b="0" i="0" lang="en-US" sz="700" u="none" cap="none" strike="noStrike">
                <a:solidFill>
                  <a:srgbClr val="979D9D"/>
                </a:solidFill>
                <a:latin typeface="Arial"/>
                <a:ea typeface="Arial"/>
                <a:cs typeface="Arial"/>
                <a:sym typeface="Arial"/>
              </a:rPr>
              <a:t>	© 2019 Gartner, Inc. and/or its affiliates. All rights reserved. Gartner is a registered trademark of Gartner, Inc. and its affiliates.</a:t>
            </a:r>
            <a:endParaRPr/>
          </a:p>
        </p:txBody>
      </p:sp>
    </p:spTree>
  </p:cSld>
  <p:clrMap accent1="accent1" accent2="accent2" accent3="accent3" accent4="accent4" accent5="accent5" accent6="accent6" bg1="lt1" bg2="dk2" tx1="dk1" tx2="lt2" folHlink="folHlink" hlink="hlink"/>
  <p:sldLayoutIdLst>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840">
          <p15:clr>
            <a:srgbClr val="A4A3A4"/>
          </p15:clr>
        </p15:guide>
        <p15:guide id="2" pos="288">
          <p15:clr>
            <a:srgbClr val="5ACBF0"/>
          </p15:clr>
        </p15:guide>
        <p15:guide id="3" orient="horz" pos="2160">
          <p15:clr>
            <a:srgbClr val="A4A3A4"/>
          </p15:clr>
        </p15:guide>
        <p15:guide id="4" orient="horz" pos="231">
          <p15:clr>
            <a:srgbClr val="5ACBF0"/>
          </p15:clr>
        </p15:guide>
        <p15:guide id="5" pos="7391">
          <p15:clr>
            <a:srgbClr val="5ACBF0"/>
          </p15:clr>
        </p15:guide>
        <p15:guide id="6" orient="horz" pos="3772">
          <p15:clr>
            <a:srgbClr val="FBAE40"/>
          </p15:clr>
        </p15:guide>
        <p15:guide id="7" orient="horz" pos="4110">
          <p15:clr>
            <a:srgbClr val="5ACBF0"/>
          </p15:clr>
        </p15:guide>
        <p15:guide id="8" orient="horz" pos="537">
          <p15:clr>
            <a:srgbClr val="FDE53C"/>
          </p15:clr>
        </p15:guide>
        <p15:guide id="9" orient="horz" pos="846">
          <p15:clr>
            <a:srgbClr val="FDE53C"/>
          </p15:clr>
        </p15:guide>
        <p15:guide id="10" orient="horz" pos="962">
          <p15:clr>
            <a:srgbClr val="5ACBF0"/>
          </p15:clr>
        </p15:guide>
        <p15:guide id="11" orient="horz" pos="4035">
          <p15:clr>
            <a:srgbClr val="5ACBF0"/>
          </p15:clr>
        </p15:guide>
        <p15:guide id="12" pos="3752">
          <p15:clr>
            <a:srgbClr val="5ACBF0"/>
          </p15:clr>
        </p15:guide>
        <p15:guide id="13" pos="3927">
          <p15:clr>
            <a:srgbClr val="5ACBF0"/>
          </p15:clr>
        </p15:guide>
        <p15:guide id="14" orient="horz" pos="3947">
          <p15:clr>
            <a:srgbClr val="5ACBF0"/>
          </p15:clr>
        </p15:guide>
        <p15:guide id="15" pos="2655">
          <p15:clr>
            <a:srgbClr val="A4A3A4"/>
          </p15:clr>
        </p15:guide>
        <p15:guide id="16" pos="5025">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9" name="Shape 159"/>
        <p:cNvGrpSpPr/>
        <p:nvPr/>
      </p:nvGrpSpPr>
      <p:grpSpPr>
        <a:xfrm>
          <a:off x="0" y="0"/>
          <a:ext cx="0" cy="0"/>
          <a:chOff x="0" y="0"/>
          <a:chExt cx="0" cy="0"/>
        </a:xfrm>
      </p:grpSpPr>
      <p:sp>
        <p:nvSpPr>
          <p:cNvPr id="160" name="Google Shape;160;p42"/>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2"/>
              </a:buClr>
              <a:buSzPts val="3200"/>
              <a:buFont typeface="Arial Black"/>
              <a:buNone/>
              <a:defRPr b="0" i="0" sz="3200" u="none" cap="none" strike="noStrike">
                <a:solidFill>
                  <a:schemeClr val="dk2"/>
                </a:solidFill>
                <a:latin typeface="Arial Black"/>
                <a:ea typeface="Arial Black"/>
                <a:cs typeface="Arial Black"/>
                <a:sym typeface="Arial Black"/>
              </a:defRPr>
            </a:lvl1pPr>
            <a:lvl2pPr lvl="1">
              <a:spcBef>
                <a:spcPts val="120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1" name="Google Shape;161;p42"/>
          <p:cNvSpPr txBox="1"/>
          <p:nvPr>
            <p:ph idx="1" type="body"/>
          </p:nvPr>
        </p:nvSpPr>
        <p:spPr>
          <a:xfrm>
            <a:off x="457200" y="1527175"/>
            <a:ext cx="11276013" cy="4460873"/>
          </a:xfrm>
          <a:prstGeom prst="rect">
            <a:avLst/>
          </a:prstGeom>
          <a:noFill/>
          <a:ln>
            <a:noFill/>
          </a:ln>
        </p:spPr>
        <p:txBody>
          <a:bodyPr anchorCtr="0" anchor="t" bIns="0" lIns="0" spcFirstLastPara="1" rIns="0" wrap="square" tIns="0">
            <a:noAutofit/>
          </a:bodyPr>
          <a:lstStyle>
            <a:lvl1pPr indent="-365760" lvl="0" marL="457200" marR="0" rtl="0" algn="l">
              <a:lnSpc>
                <a:spcPct val="100000"/>
              </a:lnSpc>
              <a:spcBef>
                <a:spcPts val="0"/>
              </a:spcBef>
              <a:spcAft>
                <a:spcPts val="0"/>
              </a:spcAft>
              <a:buClr>
                <a:schemeClr val="dk2"/>
              </a:buClr>
              <a:buSzPts val="2160"/>
              <a:buFont typeface="Noto Sans Symbols"/>
              <a:buChar char="▪"/>
              <a:defRPr b="0" i="0" sz="2400" u="none" cap="none" strike="noStrike">
                <a:solidFill>
                  <a:schemeClr val="dk1"/>
                </a:solidFill>
                <a:latin typeface="Arial"/>
                <a:ea typeface="Arial"/>
                <a:cs typeface="Arial"/>
                <a:sym typeface="Arial"/>
              </a:defRPr>
            </a:lvl1pPr>
            <a:lvl2pPr indent="-365760" lvl="1" marL="914400" marR="0" rtl="0" algn="l">
              <a:lnSpc>
                <a:spcPct val="100000"/>
              </a:lnSpc>
              <a:spcBef>
                <a:spcPts val="1200"/>
              </a:spcBef>
              <a:spcAft>
                <a:spcPts val="0"/>
              </a:spcAft>
              <a:buClr>
                <a:schemeClr val="dk1"/>
              </a:buClr>
              <a:buSzPts val="2160"/>
              <a:buFont typeface="Arial"/>
              <a:buChar char="–"/>
              <a:defRPr b="0" i="0" sz="2400" u="none" cap="none" strike="noStrike">
                <a:solidFill>
                  <a:schemeClr val="dk1"/>
                </a:solidFill>
                <a:latin typeface="Arial"/>
                <a:ea typeface="Arial"/>
                <a:cs typeface="Arial"/>
                <a:sym typeface="Arial"/>
              </a:defRPr>
            </a:lvl2pPr>
            <a:lvl3pPr indent="-365760" lvl="2" marL="1371600" marR="0" rtl="0" algn="l">
              <a:lnSpc>
                <a:spcPct val="100000"/>
              </a:lnSpc>
              <a:spcBef>
                <a:spcPts val="1200"/>
              </a:spcBef>
              <a:spcAft>
                <a:spcPts val="0"/>
              </a:spcAft>
              <a:buClr>
                <a:schemeClr val="dk1"/>
              </a:buClr>
              <a:buSzPts val="2160"/>
              <a:buFont typeface="Noto Sans Symbols"/>
              <a:buChar char="▪"/>
              <a:defRPr b="0" i="0" sz="2400" u="none" cap="none" strike="noStrike">
                <a:solidFill>
                  <a:schemeClr val="dk1"/>
                </a:solidFill>
                <a:latin typeface="Arial"/>
                <a:ea typeface="Arial"/>
                <a:cs typeface="Arial"/>
                <a:sym typeface="Arial"/>
              </a:defRPr>
            </a:lvl3pPr>
            <a:lvl4pPr indent="-365760" lvl="3" marL="1828800" marR="0" rtl="0" algn="l">
              <a:lnSpc>
                <a:spcPct val="100000"/>
              </a:lnSpc>
              <a:spcBef>
                <a:spcPts val="1200"/>
              </a:spcBef>
              <a:spcAft>
                <a:spcPts val="0"/>
              </a:spcAft>
              <a:buClr>
                <a:schemeClr val="dk1"/>
              </a:buClr>
              <a:buSzPts val="2160"/>
              <a:buFont typeface="Arial"/>
              <a:buChar char="–"/>
              <a:defRPr b="0" i="0" sz="2400" u="none" cap="none" strike="noStrike">
                <a:solidFill>
                  <a:schemeClr val="dk1"/>
                </a:solidFill>
                <a:latin typeface="Arial"/>
                <a:ea typeface="Arial"/>
                <a:cs typeface="Arial"/>
                <a:sym typeface="Arial"/>
              </a:defRPr>
            </a:lvl4pPr>
            <a:lvl5pPr indent="-365760" lvl="4" marL="2286000" marR="0" rtl="0" algn="l">
              <a:lnSpc>
                <a:spcPct val="100000"/>
              </a:lnSpc>
              <a:spcBef>
                <a:spcPts val="1200"/>
              </a:spcBef>
              <a:spcAft>
                <a:spcPts val="0"/>
              </a:spcAft>
              <a:buClr>
                <a:schemeClr val="dk1"/>
              </a:buClr>
              <a:buSzPts val="2160"/>
              <a:buFont typeface="Noto Sans Symbols"/>
              <a:buChar char="▪"/>
              <a:defRPr b="0" i="0" sz="2400" u="none" cap="none" strike="noStrike">
                <a:solidFill>
                  <a:schemeClr val="dk1"/>
                </a:solidFill>
                <a:latin typeface="Arial"/>
                <a:ea typeface="Arial"/>
                <a:cs typeface="Arial"/>
                <a:sym typeface="Arial"/>
              </a:defRPr>
            </a:lvl5pPr>
            <a:lvl6pPr indent="-342900" lvl="5" marL="2743200" marR="0" rtl="0" algn="l">
              <a:lnSpc>
                <a:spcPct val="9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pic>
        <p:nvPicPr>
          <p:cNvPr id="162" name="Google Shape;162;p42"/>
          <p:cNvPicPr preferRelativeResize="0"/>
          <p:nvPr/>
        </p:nvPicPr>
        <p:blipFill rotWithShape="1">
          <a:blip r:embed="rId1">
            <a:alphaModFix/>
          </a:blip>
          <a:srcRect b="0" l="0" r="0" t="0"/>
          <a:stretch/>
        </p:blipFill>
        <p:spPr>
          <a:xfrm>
            <a:off x="10452994" y="6241458"/>
            <a:ext cx="1280218" cy="292850"/>
          </a:xfrm>
          <a:prstGeom prst="rect">
            <a:avLst/>
          </a:prstGeom>
          <a:noFill/>
          <a:ln>
            <a:noFill/>
          </a:ln>
        </p:spPr>
      </p:pic>
      <p:sp>
        <p:nvSpPr>
          <p:cNvPr id="163" name="Google Shape;163;p42"/>
          <p:cNvSpPr txBox="1"/>
          <p:nvPr/>
        </p:nvSpPr>
        <p:spPr>
          <a:xfrm>
            <a:off x="457201" y="6439286"/>
            <a:ext cx="7181849" cy="107722"/>
          </a:xfrm>
          <a:prstGeom prst="rect">
            <a:avLst/>
          </a:prstGeom>
          <a:noFill/>
          <a:ln>
            <a:noFill/>
          </a:ln>
        </p:spPr>
        <p:txBody>
          <a:bodyPr anchorCtr="0" anchor="b" bIns="0" lIns="0" spcFirstLastPara="1" rIns="0" wrap="square" tIns="0">
            <a:spAutoFit/>
          </a:bodyPr>
          <a:lstStyle/>
          <a:p>
            <a:pPr indent="-228600" lvl="0" marL="228600" marR="0" rtl="0" algn="l">
              <a:lnSpc>
                <a:spcPct val="100000"/>
              </a:lnSpc>
              <a:spcBef>
                <a:spcPts val="0"/>
              </a:spcBef>
              <a:spcAft>
                <a:spcPts val="0"/>
              </a:spcAft>
              <a:buClr>
                <a:srgbClr val="979D9D"/>
              </a:buClr>
              <a:buSzPts val="700"/>
              <a:buFont typeface="Arial"/>
              <a:buNone/>
            </a:pPr>
            <a:fld id="{00000000-1234-1234-1234-123412341234}" type="slidenum">
              <a:rPr b="0" i="0" lang="en-US" sz="700" u="none" cap="none" strike="noStrike">
                <a:solidFill>
                  <a:srgbClr val="979D9D"/>
                </a:solidFill>
                <a:latin typeface="Arial"/>
                <a:ea typeface="Arial"/>
                <a:cs typeface="Arial"/>
                <a:sym typeface="Arial"/>
              </a:rPr>
              <a:t>‹#›</a:t>
            </a:fld>
            <a:r>
              <a:rPr b="0" i="0" lang="en-US" sz="700" u="none" cap="none" strike="noStrike">
                <a:solidFill>
                  <a:srgbClr val="979D9D"/>
                </a:solidFill>
                <a:latin typeface="Arial"/>
                <a:ea typeface="Arial"/>
                <a:cs typeface="Arial"/>
                <a:sym typeface="Arial"/>
              </a:rPr>
              <a:t>	© 2019 Gartner, Inc. and/or its affiliates. All rights reserved. Gartner is a registered trademark of Gartner, Inc. and its affiliates.</a:t>
            </a:r>
            <a:endParaRPr/>
          </a:p>
        </p:txBody>
      </p:sp>
    </p:spTree>
  </p:cSld>
  <p:clrMap accent1="accent1" accent2="accent2" accent3="accent3" accent4="accent4" accent5="accent5" accent6="accent6" bg1="lt1" bg2="dk2" tx1="dk1" tx2="lt2" folHlink="folHlink" hlink="hlink"/>
  <p:sldLayoutIdLst>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840">
          <p15:clr>
            <a:srgbClr val="A4A3A4"/>
          </p15:clr>
        </p15:guide>
        <p15:guide id="2" pos="288">
          <p15:clr>
            <a:srgbClr val="5ACBF0"/>
          </p15:clr>
        </p15:guide>
        <p15:guide id="3" orient="horz" pos="2160">
          <p15:clr>
            <a:srgbClr val="A4A3A4"/>
          </p15:clr>
        </p15:guide>
        <p15:guide id="4" orient="horz" pos="231">
          <p15:clr>
            <a:srgbClr val="5ACBF0"/>
          </p15:clr>
        </p15:guide>
        <p15:guide id="5" pos="7391">
          <p15:clr>
            <a:srgbClr val="5ACBF0"/>
          </p15:clr>
        </p15:guide>
        <p15:guide id="6" orient="horz" pos="3772">
          <p15:clr>
            <a:srgbClr val="FBAE40"/>
          </p15:clr>
        </p15:guide>
        <p15:guide id="7" orient="horz" pos="4110">
          <p15:clr>
            <a:srgbClr val="5ACBF0"/>
          </p15:clr>
        </p15:guide>
        <p15:guide id="8" orient="horz" pos="537">
          <p15:clr>
            <a:srgbClr val="FDE53C"/>
          </p15:clr>
        </p15:guide>
        <p15:guide id="9" orient="horz" pos="846">
          <p15:clr>
            <a:srgbClr val="FDE53C"/>
          </p15:clr>
        </p15:guide>
        <p15:guide id="10" orient="horz" pos="962">
          <p15:clr>
            <a:srgbClr val="5ACBF0"/>
          </p15:clr>
        </p15:guide>
        <p15:guide id="11" orient="horz" pos="4035">
          <p15:clr>
            <a:srgbClr val="5ACBF0"/>
          </p15:clr>
        </p15:guide>
        <p15:guide id="12" pos="3752">
          <p15:clr>
            <a:srgbClr val="5ACBF0"/>
          </p15:clr>
        </p15:guide>
        <p15:guide id="13" pos="3927">
          <p15:clr>
            <a:srgbClr val="5ACBF0"/>
          </p15:clr>
        </p15:guide>
        <p15:guide id="14" orient="horz" pos="3947">
          <p15:clr>
            <a:srgbClr val="5ACBF0"/>
          </p15:clr>
        </p15:guide>
        <p15:guide id="15" pos="2655">
          <p15:clr>
            <a:srgbClr val="A4A3A4"/>
          </p15:clr>
        </p15:guide>
        <p15:guide id="16" pos="5025">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52" name="Shape 252"/>
        <p:cNvGrpSpPr/>
        <p:nvPr/>
      </p:nvGrpSpPr>
      <p:grpSpPr>
        <a:xfrm>
          <a:off x="0" y="0"/>
          <a:ext cx="0" cy="0"/>
          <a:chOff x="0" y="0"/>
          <a:chExt cx="0" cy="0"/>
        </a:xfrm>
      </p:grpSpPr>
      <p:sp>
        <p:nvSpPr>
          <p:cNvPr id="253" name="Google Shape;253;p59"/>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lt2"/>
              </a:buClr>
              <a:buSzPts val="3200"/>
              <a:buFont typeface="Arial Black"/>
              <a:buNone/>
              <a:defRPr b="0" i="0" sz="3200" u="none" cap="none" strike="noStrike">
                <a:solidFill>
                  <a:schemeClr val="lt2"/>
                </a:solidFill>
                <a:latin typeface="Arial Black"/>
                <a:ea typeface="Arial Black"/>
                <a:cs typeface="Arial Black"/>
                <a:sym typeface="Arial Black"/>
              </a:defRPr>
            </a:lvl1pPr>
            <a:lvl2pPr lvl="1">
              <a:spcBef>
                <a:spcPts val="120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54" name="Google Shape;254;p59"/>
          <p:cNvSpPr txBox="1"/>
          <p:nvPr>
            <p:ph idx="1" type="body"/>
          </p:nvPr>
        </p:nvSpPr>
        <p:spPr>
          <a:xfrm>
            <a:off x="457200" y="1527175"/>
            <a:ext cx="11276013" cy="4460873"/>
          </a:xfrm>
          <a:prstGeom prst="rect">
            <a:avLst/>
          </a:prstGeom>
          <a:noFill/>
          <a:ln>
            <a:noFill/>
          </a:ln>
        </p:spPr>
        <p:txBody>
          <a:bodyPr anchorCtr="0" anchor="t" bIns="0" lIns="0" spcFirstLastPara="1" rIns="0" wrap="square" tIns="0">
            <a:noAutofit/>
          </a:bodyPr>
          <a:lstStyle>
            <a:lvl1pPr indent="-365760" lvl="0" marL="457200" marR="0" rtl="0" algn="l">
              <a:lnSpc>
                <a:spcPct val="100000"/>
              </a:lnSpc>
              <a:spcBef>
                <a:spcPts val="0"/>
              </a:spcBef>
              <a:spcAft>
                <a:spcPts val="0"/>
              </a:spcAft>
              <a:buClr>
                <a:schemeClr val="lt2"/>
              </a:buClr>
              <a:buSzPts val="2160"/>
              <a:buFont typeface="Noto Sans Symbols"/>
              <a:buChar char="▪"/>
              <a:defRPr b="0" i="0" sz="2400" u="none" cap="none" strike="noStrike">
                <a:solidFill>
                  <a:schemeClr val="lt1"/>
                </a:solidFill>
                <a:latin typeface="Arial"/>
                <a:ea typeface="Arial"/>
                <a:cs typeface="Arial"/>
                <a:sym typeface="Arial"/>
              </a:defRPr>
            </a:lvl1pPr>
            <a:lvl2pPr indent="-365760" lvl="1" marL="914400" marR="0" rtl="0" algn="l">
              <a:lnSpc>
                <a:spcPct val="100000"/>
              </a:lnSpc>
              <a:spcBef>
                <a:spcPts val="1200"/>
              </a:spcBef>
              <a:spcAft>
                <a:spcPts val="0"/>
              </a:spcAft>
              <a:buClr>
                <a:schemeClr val="lt1"/>
              </a:buClr>
              <a:buSzPts val="2160"/>
              <a:buFont typeface="Arial"/>
              <a:buChar char="–"/>
              <a:defRPr b="0" i="0" sz="2400" u="none" cap="none" strike="noStrike">
                <a:solidFill>
                  <a:schemeClr val="lt1"/>
                </a:solidFill>
                <a:latin typeface="Arial"/>
                <a:ea typeface="Arial"/>
                <a:cs typeface="Arial"/>
                <a:sym typeface="Arial"/>
              </a:defRPr>
            </a:lvl2pPr>
            <a:lvl3pPr indent="-365760" lvl="2" marL="1371600" marR="0" rtl="0" algn="l">
              <a:lnSpc>
                <a:spcPct val="100000"/>
              </a:lnSpc>
              <a:spcBef>
                <a:spcPts val="1200"/>
              </a:spcBef>
              <a:spcAft>
                <a:spcPts val="0"/>
              </a:spcAft>
              <a:buClr>
                <a:schemeClr val="lt1"/>
              </a:buClr>
              <a:buSzPts val="2160"/>
              <a:buFont typeface="Noto Sans Symbols"/>
              <a:buChar char="▪"/>
              <a:defRPr b="0" i="0" sz="2400" u="none" cap="none" strike="noStrike">
                <a:solidFill>
                  <a:schemeClr val="lt1"/>
                </a:solidFill>
                <a:latin typeface="Arial"/>
                <a:ea typeface="Arial"/>
                <a:cs typeface="Arial"/>
                <a:sym typeface="Arial"/>
              </a:defRPr>
            </a:lvl3pPr>
            <a:lvl4pPr indent="-365760" lvl="3" marL="1828800" marR="0" rtl="0" algn="l">
              <a:lnSpc>
                <a:spcPct val="100000"/>
              </a:lnSpc>
              <a:spcBef>
                <a:spcPts val="1200"/>
              </a:spcBef>
              <a:spcAft>
                <a:spcPts val="0"/>
              </a:spcAft>
              <a:buClr>
                <a:schemeClr val="lt1"/>
              </a:buClr>
              <a:buSzPts val="2160"/>
              <a:buFont typeface="Arial"/>
              <a:buChar char="–"/>
              <a:defRPr b="0" i="0" sz="2400" u="none" cap="none" strike="noStrike">
                <a:solidFill>
                  <a:schemeClr val="lt1"/>
                </a:solidFill>
                <a:latin typeface="Arial"/>
                <a:ea typeface="Arial"/>
                <a:cs typeface="Arial"/>
                <a:sym typeface="Arial"/>
              </a:defRPr>
            </a:lvl4pPr>
            <a:lvl5pPr indent="-365760" lvl="4" marL="2286000" marR="0" rtl="0" algn="l">
              <a:lnSpc>
                <a:spcPct val="100000"/>
              </a:lnSpc>
              <a:spcBef>
                <a:spcPts val="1200"/>
              </a:spcBef>
              <a:spcAft>
                <a:spcPts val="0"/>
              </a:spcAft>
              <a:buClr>
                <a:schemeClr val="lt1"/>
              </a:buClr>
              <a:buSzPts val="2160"/>
              <a:buFont typeface="Noto Sans Symbols"/>
              <a:buChar char="▪"/>
              <a:defRPr b="0" i="0" sz="2400" u="none" cap="none" strike="noStrike">
                <a:solidFill>
                  <a:schemeClr val="lt1"/>
                </a:solidFill>
                <a:latin typeface="Arial"/>
                <a:ea typeface="Arial"/>
                <a:cs typeface="Arial"/>
                <a:sym typeface="Arial"/>
              </a:defRPr>
            </a:lvl5pPr>
            <a:lvl6pPr indent="-342900" lvl="5" marL="2743200" marR="0" rtl="0" algn="l">
              <a:lnSpc>
                <a:spcPct val="90000"/>
              </a:lnSpc>
              <a:spcBef>
                <a:spcPts val="12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9pPr>
          </a:lstStyle>
          <a:p/>
        </p:txBody>
      </p:sp>
      <p:pic>
        <p:nvPicPr>
          <p:cNvPr id="255" name="Google Shape;255;p59"/>
          <p:cNvPicPr preferRelativeResize="0"/>
          <p:nvPr/>
        </p:nvPicPr>
        <p:blipFill rotWithShape="1">
          <a:blip r:embed="rId1">
            <a:alphaModFix/>
          </a:blip>
          <a:srcRect b="0" l="0" r="0" t="0"/>
          <a:stretch/>
        </p:blipFill>
        <p:spPr>
          <a:xfrm>
            <a:off x="10452994" y="6241641"/>
            <a:ext cx="1280218" cy="292484"/>
          </a:xfrm>
          <a:prstGeom prst="rect">
            <a:avLst/>
          </a:prstGeom>
          <a:noFill/>
          <a:ln>
            <a:noFill/>
          </a:ln>
        </p:spPr>
      </p:pic>
      <p:sp>
        <p:nvSpPr>
          <p:cNvPr id="256" name="Google Shape;256;p59"/>
          <p:cNvSpPr txBox="1"/>
          <p:nvPr/>
        </p:nvSpPr>
        <p:spPr>
          <a:xfrm>
            <a:off x="457201" y="6439286"/>
            <a:ext cx="7181849" cy="107722"/>
          </a:xfrm>
          <a:prstGeom prst="rect">
            <a:avLst/>
          </a:prstGeom>
          <a:noFill/>
          <a:ln>
            <a:noFill/>
          </a:ln>
        </p:spPr>
        <p:txBody>
          <a:bodyPr anchorCtr="0" anchor="b" bIns="0" lIns="0" spcFirstLastPara="1" rIns="0" wrap="square" tIns="0">
            <a:spAutoFit/>
          </a:bodyPr>
          <a:lstStyle/>
          <a:p>
            <a:pPr indent="-228600" lvl="0" marL="228600" marR="0" rtl="0" algn="l">
              <a:lnSpc>
                <a:spcPct val="100000"/>
              </a:lnSpc>
              <a:spcBef>
                <a:spcPts val="0"/>
              </a:spcBef>
              <a:spcAft>
                <a:spcPts val="0"/>
              </a:spcAft>
              <a:buClr>
                <a:srgbClr val="979D9D"/>
              </a:buClr>
              <a:buSzPts val="700"/>
              <a:buFont typeface="Arial"/>
              <a:buNone/>
            </a:pPr>
            <a:fld id="{00000000-1234-1234-1234-123412341234}" type="slidenum">
              <a:rPr b="0" i="0" lang="en-US" sz="700" u="none" cap="none" strike="noStrike">
                <a:solidFill>
                  <a:srgbClr val="979D9D"/>
                </a:solidFill>
                <a:latin typeface="Arial"/>
                <a:ea typeface="Arial"/>
                <a:cs typeface="Arial"/>
                <a:sym typeface="Arial"/>
              </a:rPr>
              <a:t>‹#›</a:t>
            </a:fld>
            <a:r>
              <a:rPr b="0" i="0" lang="en-US" sz="700" u="none" cap="none" strike="noStrike">
                <a:solidFill>
                  <a:srgbClr val="979D9D"/>
                </a:solidFill>
                <a:latin typeface="Arial"/>
                <a:ea typeface="Arial"/>
                <a:cs typeface="Arial"/>
                <a:sym typeface="Arial"/>
              </a:rPr>
              <a:t>	© 2019 Gartner, Inc. and/or its affiliates. All rights reserved. Gartner is a registered trademark of Gartner, Inc. and its affiliates.</a:t>
            </a:r>
            <a:endParaRPr/>
          </a:p>
        </p:txBody>
      </p:sp>
    </p:spTree>
  </p:cSld>
  <p:clrMap accent1="accent1" accent2="accent2" accent3="accent3" accent4="accent4" accent5="accent5" accent6="accent6" bg1="lt1" bg2="dk2" tx1="dk1" tx2="lt2" folHlink="folHlink" hlink="hlink"/>
  <p:sldLayoutIdLst>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840">
          <p15:clr>
            <a:srgbClr val="A4A3A4"/>
          </p15:clr>
        </p15:guide>
        <p15:guide id="2" pos="288">
          <p15:clr>
            <a:srgbClr val="5ACBF0"/>
          </p15:clr>
        </p15:guide>
        <p15:guide id="3" orient="horz" pos="2160">
          <p15:clr>
            <a:srgbClr val="A4A3A4"/>
          </p15:clr>
        </p15:guide>
        <p15:guide id="4" orient="horz" pos="231">
          <p15:clr>
            <a:srgbClr val="5ACBF0"/>
          </p15:clr>
        </p15:guide>
        <p15:guide id="5" pos="7391">
          <p15:clr>
            <a:srgbClr val="5ACBF0"/>
          </p15:clr>
        </p15:guide>
        <p15:guide id="6" orient="horz" pos="3772">
          <p15:clr>
            <a:srgbClr val="FBAE40"/>
          </p15:clr>
        </p15:guide>
        <p15:guide id="7" orient="horz" pos="4110">
          <p15:clr>
            <a:srgbClr val="5ACBF0"/>
          </p15:clr>
        </p15:guide>
        <p15:guide id="8" orient="horz" pos="537">
          <p15:clr>
            <a:srgbClr val="FDE53C"/>
          </p15:clr>
        </p15:guide>
        <p15:guide id="9" orient="horz" pos="846">
          <p15:clr>
            <a:srgbClr val="FDE53C"/>
          </p15:clr>
        </p15:guide>
        <p15:guide id="10" orient="horz" pos="962">
          <p15:clr>
            <a:srgbClr val="5ACBF0"/>
          </p15:clr>
        </p15:guide>
        <p15:guide id="11" orient="horz" pos="4035">
          <p15:clr>
            <a:srgbClr val="5ACBF0"/>
          </p15:clr>
        </p15:guide>
        <p15:guide id="12" pos="3752">
          <p15:clr>
            <a:srgbClr val="5ACBF0"/>
          </p15:clr>
        </p15:guide>
        <p15:guide id="13" pos="3927">
          <p15:clr>
            <a:srgbClr val="5ACBF0"/>
          </p15:clr>
        </p15:guide>
        <p15:guide id="14" orient="horz" pos="3947">
          <p15:clr>
            <a:srgbClr val="5ACBF0"/>
          </p15:clr>
        </p15:guide>
        <p15:guide id="15" pos="2656">
          <p15:clr>
            <a:srgbClr val="A4A3A4"/>
          </p15:clr>
        </p15:guide>
        <p15:guide id="16" pos="5025">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1"/>
          <p:cNvSpPr txBox="1"/>
          <p:nvPr>
            <p:ph idx="1" type="body"/>
          </p:nvPr>
        </p:nvSpPr>
        <p:spPr>
          <a:xfrm>
            <a:off x="2166861" y="3888675"/>
            <a:ext cx="4545024" cy="630942"/>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620"/>
              <a:buNone/>
            </a:pPr>
            <a:r>
              <a:rPr b="1" lang="en-US"/>
              <a:t>Downloadable Figures</a:t>
            </a:r>
            <a:endParaRPr/>
          </a:p>
          <a:p>
            <a:pPr indent="0" lvl="0" marL="0" rtl="0" algn="l">
              <a:lnSpc>
                <a:spcPct val="100000"/>
              </a:lnSpc>
              <a:spcBef>
                <a:spcPts val="600"/>
              </a:spcBef>
              <a:spcAft>
                <a:spcPts val="0"/>
              </a:spcAft>
              <a:buSzPts val="1620"/>
              <a:buNone/>
            </a:pPr>
            <a:r>
              <a:rPr lang="en-US"/>
              <a:t>Steve Deng</a:t>
            </a:r>
            <a:endParaRPr/>
          </a:p>
        </p:txBody>
      </p:sp>
      <p:sp>
        <p:nvSpPr>
          <p:cNvPr id="351" name="Google Shape;351;p1"/>
          <p:cNvSpPr txBox="1"/>
          <p:nvPr>
            <p:ph type="ctrTitle"/>
          </p:nvPr>
        </p:nvSpPr>
        <p:spPr>
          <a:xfrm>
            <a:off x="2166861" y="1578929"/>
            <a:ext cx="4545024" cy="1994392"/>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2"/>
              </a:buClr>
              <a:buSzPts val="3600"/>
              <a:buFont typeface="Arial Black"/>
              <a:buNone/>
            </a:pPr>
            <a:r>
              <a:rPr lang="en-US"/>
              <a:t>Decision Point for Mediating API and Microservices Communication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2e5e973a543_0_6"/>
          <p:cNvSpPr txBox="1"/>
          <p:nvPr>
            <p:ph type="title"/>
          </p:nvPr>
        </p:nvSpPr>
        <p:spPr>
          <a:xfrm>
            <a:off x="457200" y="366713"/>
            <a:ext cx="11276100" cy="4431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US"/>
              <a:t>New Figure 1</a:t>
            </a:r>
            <a:endParaRPr/>
          </a:p>
        </p:txBody>
      </p:sp>
      <p:pic>
        <p:nvPicPr>
          <p:cNvPr id="357" name="Google Shape;357;g2e5e973a543_0_6"/>
          <p:cNvPicPr preferRelativeResize="0"/>
          <p:nvPr/>
        </p:nvPicPr>
        <p:blipFill>
          <a:blip r:embed="rId3">
            <a:alphaModFix/>
          </a:blip>
          <a:stretch>
            <a:fillRect/>
          </a:stretch>
        </p:blipFill>
        <p:spPr>
          <a:xfrm>
            <a:off x="152400" y="962213"/>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g2e5e973a543_0_11"/>
          <p:cNvSpPr txBox="1"/>
          <p:nvPr>
            <p:ph type="title"/>
          </p:nvPr>
        </p:nvSpPr>
        <p:spPr>
          <a:xfrm>
            <a:off x="457200" y="366713"/>
            <a:ext cx="11276100" cy="4431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US"/>
              <a:t>New Figure 2</a:t>
            </a:r>
            <a:endParaRPr/>
          </a:p>
        </p:txBody>
      </p:sp>
      <p:pic>
        <p:nvPicPr>
          <p:cNvPr id="363" name="Google Shape;363;g2e5e973a543_0_11"/>
          <p:cNvPicPr preferRelativeResize="0"/>
          <p:nvPr/>
        </p:nvPicPr>
        <p:blipFill>
          <a:blip r:embed="rId3">
            <a:alphaModFix/>
          </a:blip>
          <a:stretch>
            <a:fillRect/>
          </a:stretch>
        </p:blipFill>
        <p:spPr>
          <a:xfrm>
            <a:off x="1882675" y="809813"/>
            <a:ext cx="7829660" cy="574338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3200"/>
              <a:buFont typeface="Arial Black"/>
              <a:buNone/>
            </a:pPr>
            <a:r>
              <a:rPr lang="en-US"/>
              <a:t>Figure 1</a:t>
            </a:r>
            <a:endParaRPr/>
          </a:p>
        </p:txBody>
      </p:sp>
      <p:pic>
        <p:nvPicPr>
          <p:cNvPr id="369" name="Google Shape;369;p2"/>
          <p:cNvPicPr preferRelativeResize="0"/>
          <p:nvPr/>
        </p:nvPicPr>
        <p:blipFill rotWithShape="1">
          <a:blip r:embed="rId3">
            <a:alphaModFix/>
          </a:blip>
          <a:srcRect b="0" l="0" r="0" t="0"/>
          <a:stretch/>
        </p:blipFill>
        <p:spPr>
          <a:xfrm>
            <a:off x="2770909" y="581157"/>
            <a:ext cx="6650182" cy="569568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3200"/>
              <a:buFont typeface="Arial Black"/>
              <a:buNone/>
            </a:pPr>
            <a:r>
              <a:rPr lang="en-US"/>
              <a:t>Figure 2</a:t>
            </a:r>
            <a:endParaRPr/>
          </a:p>
        </p:txBody>
      </p:sp>
      <p:pic>
        <p:nvPicPr>
          <p:cNvPr id="375" name="Google Shape;375;p3"/>
          <p:cNvPicPr preferRelativeResize="0"/>
          <p:nvPr/>
        </p:nvPicPr>
        <p:blipFill rotWithShape="1">
          <a:blip r:embed="rId3">
            <a:alphaModFix/>
          </a:blip>
          <a:srcRect b="0" l="0" r="0" t="0"/>
          <a:stretch/>
        </p:blipFill>
        <p:spPr>
          <a:xfrm>
            <a:off x="2694743" y="515923"/>
            <a:ext cx="6802514" cy="582615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3200"/>
              <a:buFont typeface="Arial Black"/>
              <a:buNone/>
            </a:pPr>
            <a:r>
              <a:rPr lang="en-US"/>
              <a:t>Figure 3</a:t>
            </a:r>
            <a:endParaRPr/>
          </a:p>
        </p:txBody>
      </p:sp>
      <p:pic>
        <p:nvPicPr>
          <p:cNvPr id="381" name="Google Shape;381;p4"/>
          <p:cNvPicPr preferRelativeResize="0"/>
          <p:nvPr/>
        </p:nvPicPr>
        <p:blipFill rotWithShape="1">
          <a:blip r:embed="rId3">
            <a:alphaModFix/>
          </a:blip>
          <a:srcRect b="0" l="0" r="0" t="0"/>
          <a:stretch/>
        </p:blipFill>
        <p:spPr>
          <a:xfrm>
            <a:off x="2360103" y="557487"/>
            <a:ext cx="7471794" cy="57430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3200"/>
              <a:buFont typeface="Arial Black"/>
              <a:buNone/>
            </a:pPr>
            <a:r>
              <a:rPr lang="en-US"/>
              <a:t>Figure 4</a:t>
            </a:r>
            <a:endParaRPr/>
          </a:p>
        </p:txBody>
      </p:sp>
      <p:pic>
        <p:nvPicPr>
          <p:cNvPr id="387" name="Google Shape;387;p5"/>
          <p:cNvPicPr preferRelativeResize="0"/>
          <p:nvPr/>
        </p:nvPicPr>
        <p:blipFill rotWithShape="1">
          <a:blip r:embed="rId3">
            <a:alphaModFix/>
          </a:blip>
          <a:srcRect b="0" l="0" r="0" t="0"/>
          <a:stretch/>
        </p:blipFill>
        <p:spPr>
          <a:xfrm>
            <a:off x="2645107" y="624980"/>
            <a:ext cx="6901786" cy="560804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3200"/>
              <a:buFont typeface="Arial Black"/>
              <a:buNone/>
            </a:pPr>
            <a:r>
              <a:rPr lang="en-US"/>
              <a:t>Figure 5</a:t>
            </a:r>
            <a:endParaRPr/>
          </a:p>
        </p:txBody>
      </p:sp>
      <p:pic>
        <p:nvPicPr>
          <p:cNvPr id="393" name="Google Shape;393;p6"/>
          <p:cNvPicPr preferRelativeResize="0"/>
          <p:nvPr/>
        </p:nvPicPr>
        <p:blipFill rotWithShape="1">
          <a:blip r:embed="rId3">
            <a:alphaModFix/>
          </a:blip>
          <a:srcRect b="0" l="0" r="0" t="0"/>
          <a:stretch/>
        </p:blipFill>
        <p:spPr>
          <a:xfrm>
            <a:off x="2737607" y="552635"/>
            <a:ext cx="6716786" cy="575273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7"/>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3200"/>
              <a:buFont typeface="Arial Black"/>
              <a:buNone/>
            </a:pPr>
            <a:r>
              <a:rPr lang="en-US"/>
              <a:t>Figure 6</a:t>
            </a:r>
            <a:endParaRPr/>
          </a:p>
        </p:txBody>
      </p:sp>
      <p:pic>
        <p:nvPicPr>
          <p:cNvPr id="399" name="Google Shape;399;p7"/>
          <p:cNvPicPr preferRelativeResize="0"/>
          <p:nvPr/>
        </p:nvPicPr>
        <p:blipFill rotWithShape="1">
          <a:blip r:embed="rId3">
            <a:alphaModFix/>
          </a:blip>
          <a:srcRect b="0" l="0" r="0" t="0"/>
          <a:stretch/>
        </p:blipFill>
        <p:spPr>
          <a:xfrm>
            <a:off x="2452382" y="602696"/>
            <a:ext cx="7287236" cy="565260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8"/>
          <p:cNvSpPr txBox="1"/>
          <p:nvPr>
            <p:ph type="title"/>
          </p:nvPr>
        </p:nvSpPr>
        <p:spPr>
          <a:xfrm>
            <a:off x="457200" y="366713"/>
            <a:ext cx="11276013" cy="443198"/>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3200"/>
              <a:buFont typeface="Arial Black"/>
              <a:buNone/>
            </a:pPr>
            <a:r>
              <a:rPr lang="en-US"/>
              <a:t>Figure 7</a:t>
            </a:r>
            <a:endParaRPr/>
          </a:p>
        </p:txBody>
      </p:sp>
      <p:pic>
        <p:nvPicPr>
          <p:cNvPr id="405" name="Google Shape;405;p8"/>
          <p:cNvPicPr preferRelativeResize="0"/>
          <p:nvPr/>
        </p:nvPicPr>
        <p:blipFill rotWithShape="1">
          <a:blip r:embed="rId3">
            <a:alphaModFix/>
          </a:blip>
          <a:srcRect b="0" l="0" r="0" t="0"/>
          <a:stretch/>
        </p:blipFill>
        <p:spPr>
          <a:xfrm>
            <a:off x="2183934" y="695156"/>
            <a:ext cx="7824132" cy="546768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White bkgrnd master">
  <a:themeElements>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bk accent color options">
  <a:themeElements>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lue bk accent color options">
  <a:themeElements>
    <a:clrScheme name="2018 Brand Colors-012">
      <a:dk1>
        <a:srgbClr val="000000"/>
      </a:dk1>
      <a:lt1>
        <a:srgbClr val="FFFFFF"/>
      </a:lt1>
      <a:dk2>
        <a:srgbClr val="002856"/>
      </a:dk2>
      <a:lt2>
        <a:srgbClr val="FFFFFF"/>
      </a:lt2>
      <a:accent1>
        <a:srgbClr val="FFFFFF"/>
      </a:accent1>
      <a:accent2>
        <a:srgbClr val="E2E4E4"/>
      </a:accent2>
      <a:accent3>
        <a:srgbClr val="A7AFAF"/>
      </a:accent3>
      <a:accent4>
        <a:srgbClr val="009AD7"/>
      </a:accent4>
      <a:accent5>
        <a:srgbClr val="FF540A"/>
      </a:accent5>
      <a:accent6>
        <a:srgbClr val="FEC10D"/>
      </a:accent6>
      <a:hlink>
        <a:srgbClr val="0052D7"/>
      </a:hlink>
      <a:folHlink>
        <a:srgbClr val="0045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Blue bkgrnd master">
  <a:themeElements>
    <a:clrScheme name="2018 Brand Colors-012">
      <a:dk1>
        <a:srgbClr val="000000"/>
      </a:dk1>
      <a:lt1>
        <a:srgbClr val="FFFFFF"/>
      </a:lt1>
      <a:dk2>
        <a:srgbClr val="002856"/>
      </a:dk2>
      <a:lt2>
        <a:srgbClr val="FFFFFF"/>
      </a:lt2>
      <a:accent1>
        <a:srgbClr val="FFFFFF"/>
      </a:accent1>
      <a:accent2>
        <a:srgbClr val="E2E4E4"/>
      </a:accent2>
      <a:accent3>
        <a:srgbClr val="A7AFAF"/>
      </a:accent3>
      <a:accent4>
        <a:srgbClr val="009AD7"/>
      </a:accent4>
      <a:accent5>
        <a:srgbClr val="FF540A"/>
      </a:accent5>
      <a:accent6>
        <a:srgbClr val="FEC10D"/>
      </a:accent6>
      <a:hlink>
        <a:srgbClr val="0052D7"/>
      </a:hlink>
      <a:folHlink>
        <a:srgbClr val="0045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5289A8C450F9054EB29426F7CEFE03A5" ma:contentTypeVersion="10" ma:contentTypeDescription="Crear nuevo documento." ma:contentTypeScope="" ma:versionID="b9bdd79b3e6984eff7da9e46a399e4fc">
  <xsd:schema xmlns:xsd="http://www.w3.org/2001/XMLSchema" xmlns:xs="http://www.w3.org/2001/XMLSchema" xmlns:p="http://schemas.microsoft.com/office/2006/metadata/properties" xmlns:ns2="738852dc-be73-472e-9db2-44f2c719d44c" targetNamespace="http://schemas.microsoft.com/office/2006/metadata/properties" ma:root="true" ma:fieldsID="0f61f24040f775bd695a7b5bdd7cd3ae" ns2:_="">
    <xsd:import namespace="738852dc-be73-472e-9db2-44f2c719d44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Location" minOccurs="0"/>
                <xsd:element ref="ns2:MediaServiceOCR" minOccurs="0"/>
                <xsd:element ref="ns2:MediaServiceGenerationTime" minOccurs="0"/>
                <xsd:element ref="ns2:MediaServiceEventHashCode"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8852dc-be73-472e-9db2-44f2c719d44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Location" ma:index="12" nillable="true" ma:displayName="Location" ma:indexed="true"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Etiquetas de imagen" ma:readOnly="false" ma:fieldId="{5cf76f15-5ced-4ddc-b409-7134ff3c332f}" ma:taxonomyMulti="true" ma:sspId="bb83c93d-21d4-42b2-83de-45f581889dfe"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38852dc-be73-472e-9db2-44f2c719d44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76E1316-DC56-480C-98D2-AC3DF060F417}"/>
</file>

<file path=customXml/itemProps2.xml><?xml version="1.0" encoding="utf-8"?>
<ds:datastoreItem xmlns:ds="http://schemas.openxmlformats.org/officeDocument/2006/customXml" ds:itemID="{E9F39F07-4B39-48F1-9D72-9ABACAAE17A5}"/>
</file>

<file path=customXml/itemProps3.xml><?xml version="1.0" encoding="utf-8"?>
<ds:datastoreItem xmlns:ds="http://schemas.openxmlformats.org/officeDocument/2006/customXml" ds:itemID="{F67ADEE8-5C2D-4DA0-871E-72BF79B959E3}"/>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Bronson,Ryan</dc:creator>
  <dcterms:created xsi:type="dcterms:W3CDTF">2020-08-13T17:43:24Z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0x0101005289A8C450F9054EB29426F7CEFE03A5</vt:lpwstr>
  </property>
</Properties>
</file>