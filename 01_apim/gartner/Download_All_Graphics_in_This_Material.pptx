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48.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44" r:id="rId1"/>
    <p:sldMasterId id="2147483794" r:id="rId2"/>
    <p:sldMasterId id="2147483814" r:id="rId3"/>
    <p:sldMasterId id="2147483854" r:id="rId4"/>
  </p:sldMasterIdLst>
  <p:notesMasterIdLst>
    <p:notesMasterId r:id="rId13"/>
  </p:notesMasterIdLst>
  <p:handoutMasterIdLst>
    <p:handoutMasterId r:id="rId14"/>
  </p:handoutMasterIdLst>
  <p:sldIdLst>
    <p:sldId id="351" r:id="rId5"/>
    <p:sldId id="380" r:id="rId6"/>
    <p:sldId id="386" r:id="rId7"/>
    <p:sldId id="385" r:id="rId8"/>
    <p:sldId id="384" r:id="rId9"/>
    <p:sldId id="383" r:id="rId10"/>
    <p:sldId id="382" r:id="rId11"/>
    <p:sldId id="381" r:id="rId12"/>
  </p:sldIdLst>
  <p:sldSz cx="12192000" cy="6858000"/>
  <p:notesSz cx="6954838"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fferty,Charles" initials="R" lastIdx="3" clrIdx="0">
    <p:extLst>
      <p:ext uri="{19B8F6BF-5375-455C-9EA6-DF929625EA0E}">
        <p15:presenceInfo xmlns:p15="http://schemas.microsoft.com/office/powerpoint/2012/main" userId="S-1-5-21-802951002-2094223479-794563710-775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5578"/>
    <a:srgbClr val="D0DEEA"/>
    <a:srgbClr val="A1B3CA"/>
    <a:srgbClr val="6A80A3"/>
    <a:srgbClr val="7EBFDD"/>
    <a:srgbClr val="D3D3D3"/>
    <a:srgbClr val="DAF3FD"/>
    <a:srgbClr val="91DCF8"/>
    <a:srgbClr val="49C5F4"/>
    <a:srgbClr val="009A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3" autoAdjust="0"/>
    <p:restoredTop sz="96366" autoAdjust="0"/>
  </p:normalViewPr>
  <p:slideViewPr>
    <p:cSldViewPr snapToGrid="0">
      <p:cViewPr varScale="1">
        <p:scale>
          <a:sx n="74" d="100"/>
          <a:sy n="74" d="100"/>
        </p:scale>
        <p:origin x="188" y="56"/>
      </p:cViewPr>
      <p:guideLst/>
    </p:cSldViewPr>
  </p:slideViewPr>
  <p:outlineViewPr>
    <p:cViewPr>
      <p:scale>
        <a:sx n="33" d="100"/>
        <a:sy n="33" d="100"/>
      </p:scale>
      <p:origin x="0" y="-2526"/>
    </p:cViewPr>
  </p:outlineViewPr>
  <p:notesTextViewPr>
    <p:cViewPr>
      <p:scale>
        <a:sx n="75" d="100"/>
        <a:sy n="75" d="100"/>
      </p:scale>
      <p:origin x="0" y="0"/>
    </p:cViewPr>
  </p:notesTextViewPr>
  <p:sorterViewPr>
    <p:cViewPr varScale="1">
      <p:scale>
        <a:sx n="1" d="1"/>
        <a:sy n="1" d="1"/>
      </p:scale>
      <p:origin x="0" y="-12492"/>
    </p:cViewPr>
  </p:sorterViewPr>
  <p:notesViewPr>
    <p:cSldViewPr snapToGrid="0">
      <p:cViewPr>
        <p:scale>
          <a:sx n="75" d="100"/>
          <a:sy n="75" d="100"/>
        </p:scale>
        <p:origin x="2266" y="-49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customXml" Target="../customXml/item2.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408"/>
          </a:xfrm>
          <a:prstGeom prst="rect">
            <a:avLst/>
          </a:prstGeom>
        </p:spPr>
        <p:txBody>
          <a:bodyPr vert="horz" lIns="92519" tIns="46259" rIns="92519" bIns="46259" rtlCol="0"/>
          <a:lstStyle>
            <a:lvl1pPr algn="l">
              <a:defRPr sz="1200"/>
            </a:lvl1pPr>
          </a:lstStyle>
          <a:p>
            <a:endParaRPr lang="en-US" dirty="0"/>
          </a:p>
        </p:txBody>
      </p:sp>
      <p:sp>
        <p:nvSpPr>
          <p:cNvPr id="3" name="Date Placeholder 2"/>
          <p:cNvSpPr>
            <a:spLocks noGrp="1"/>
          </p:cNvSpPr>
          <p:nvPr>
            <p:ph type="dt" sz="quarter" idx="1"/>
          </p:nvPr>
        </p:nvSpPr>
        <p:spPr>
          <a:xfrm>
            <a:off x="3939466" y="0"/>
            <a:ext cx="3013763" cy="463408"/>
          </a:xfrm>
          <a:prstGeom prst="rect">
            <a:avLst/>
          </a:prstGeom>
        </p:spPr>
        <p:txBody>
          <a:bodyPr vert="horz" lIns="92519" tIns="46259" rIns="92519" bIns="46259" rtlCol="0"/>
          <a:lstStyle>
            <a:lvl1pPr algn="r">
              <a:defRPr sz="1200"/>
            </a:lvl1pPr>
          </a:lstStyle>
          <a:p>
            <a:fld id="{D0E8F3FD-8012-4C7C-BCFB-C23E18FC275E}" type="datetimeFigureOut">
              <a:rPr lang="en-US" smtClean="0"/>
              <a:t>10/24/2024</a:t>
            </a:fld>
            <a:endParaRPr lang="en-US" dirty="0"/>
          </a:p>
        </p:txBody>
      </p:sp>
      <p:sp>
        <p:nvSpPr>
          <p:cNvPr id="5" name="TextBox 4"/>
          <p:cNvSpPr txBox="1"/>
          <p:nvPr/>
        </p:nvSpPr>
        <p:spPr>
          <a:xfrm>
            <a:off x="245795" y="9007834"/>
            <a:ext cx="6463251" cy="93263"/>
          </a:xfrm>
          <a:prstGeom prst="rect">
            <a:avLst/>
          </a:prstGeom>
          <a:noFill/>
        </p:spPr>
        <p:txBody>
          <a:bodyPr wrap="square" lIns="0" tIns="0" rIns="0" bIns="0" rtlCol="0" anchor="b" anchorCtr="0">
            <a:spAutoFit/>
          </a:bodyPr>
          <a:lstStyle/>
          <a:p>
            <a:pPr marL="231297" indent="-231297" defTabSz="925190">
              <a:tabLst>
                <a:tab pos="231297" algn="l"/>
              </a:tabLst>
              <a:defRPr/>
            </a:pPr>
            <a:fld id="{1CE9EA8B-DBE7-492B-893F-AD13AC039ED7}" type="slidenum">
              <a:rPr lang="en-US" sz="600">
                <a:solidFill>
                  <a:srgbClr val="979D9D"/>
                </a:solidFill>
              </a:rPr>
              <a:pPr marL="231297" indent="-231297" defTabSz="925190">
                <a:tabLst>
                  <a:tab pos="231297" algn="l"/>
                </a:tabLst>
                <a:defRPr/>
              </a:pPr>
              <a:t>‹#›</a:t>
            </a:fld>
            <a:r>
              <a:rPr lang="en-US" sz="600" dirty="0">
                <a:solidFill>
                  <a:srgbClr val="979D9D"/>
                </a:solidFill>
              </a:rPr>
              <a:t>	© 2019 Gartner, Inc. and/or its affiliates. All rights reserved. Gartner is a registered trademark of Gartner, Inc. and its affiliates.</a:t>
            </a:r>
          </a:p>
        </p:txBody>
      </p:sp>
    </p:spTree>
    <p:extLst>
      <p:ext uri="{BB962C8B-B14F-4D97-AF65-F5344CB8AC3E}">
        <p14:creationId xmlns:p14="http://schemas.microsoft.com/office/powerpoint/2010/main" val="102343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5688" y="719138"/>
            <a:ext cx="4843462" cy="2724150"/>
          </a:xfrm>
          <a:prstGeom prst="rect">
            <a:avLst/>
          </a:prstGeom>
          <a:noFill/>
          <a:ln w="12700">
            <a:solidFill>
              <a:prstClr val="black"/>
            </a:solidFill>
          </a:ln>
        </p:spPr>
        <p:txBody>
          <a:bodyPr vert="horz" lIns="92519" tIns="46259" rIns="92519" bIns="46259" rtlCol="0" anchor="ctr"/>
          <a:lstStyle/>
          <a:p>
            <a:endParaRPr lang="en-US" dirty="0"/>
          </a:p>
        </p:txBody>
      </p:sp>
      <p:sp>
        <p:nvSpPr>
          <p:cNvPr id="5" name="Notes Placeholder 4"/>
          <p:cNvSpPr>
            <a:spLocks noGrp="1"/>
          </p:cNvSpPr>
          <p:nvPr>
            <p:ph type="body" sz="quarter" idx="3"/>
          </p:nvPr>
        </p:nvSpPr>
        <p:spPr>
          <a:xfrm>
            <a:off x="245794" y="3628710"/>
            <a:ext cx="6463251" cy="5287522"/>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p:nvSpPr>
        <p:spPr>
          <a:xfrm rot="16200000">
            <a:off x="-1060250" y="1997345"/>
            <a:ext cx="2752545" cy="140455"/>
          </a:xfrm>
          <a:prstGeom prst="rect">
            <a:avLst/>
          </a:prstGeom>
          <a:noFill/>
        </p:spPr>
        <p:txBody>
          <a:bodyPr wrap="none" lIns="0" tIns="0" rIns="0" bIns="0" rtlCol="0" anchor="ctr">
            <a:spAutoFit/>
          </a:bodyPr>
          <a:lstStyle/>
          <a:p>
            <a:pPr algn="ctr">
              <a:spcBef>
                <a:spcPts val="0"/>
              </a:spcBef>
              <a:spcAft>
                <a:spcPts val="0"/>
              </a:spcAft>
            </a:pPr>
            <a:r>
              <a:rPr lang="en-US" sz="900" kern="1200" spc="101" baseline="0" dirty="0">
                <a:solidFill>
                  <a:srgbClr val="CDCDCD"/>
                </a:solidFill>
                <a:effectLst/>
              </a:rPr>
              <a:t>— NOT FOR EXTERNAL DISTRIBUTION —</a:t>
            </a:r>
            <a:endParaRPr lang="en-US" sz="900" spc="101" baseline="0" dirty="0">
              <a:solidFill>
                <a:srgbClr val="CDCDCD"/>
              </a:solidFill>
            </a:endParaRPr>
          </a:p>
        </p:txBody>
      </p:sp>
      <p:sp>
        <p:nvSpPr>
          <p:cNvPr id="12" name="TextBox 11"/>
          <p:cNvSpPr txBox="1"/>
          <p:nvPr/>
        </p:nvSpPr>
        <p:spPr>
          <a:xfrm rot="5400000">
            <a:off x="5262545" y="1997345"/>
            <a:ext cx="2752545" cy="140455"/>
          </a:xfrm>
          <a:prstGeom prst="rect">
            <a:avLst/>
          </a:prstGeom>
          <a:noFill/>
        </p:spPr>
        <p:txBody>
          <a:bodyPr wrap="none" lIns="0" tIns="0" rIns="0" bIns="0" rtlCol="0" anchor="ctr">
            <a:spAutoFit/>
          </a:bodyPr>
          <a:lstStyle/>
          <a:p>
            <a:pPr algn="ctr">
              <a:spcBef>
                <a:spcPts val="0"/>
              </a:spcBef>
              <a:spcAft>
                <a:spcPts val="0"/>
              </a:spcAft>
            </a:pPr>
            <a:r>
              <a:rPr lang="en-US" sz="900" kern="1200" spc="101" baseline="0" dirty="0">
                <a:solidFill>
                  <a:srgbClr val="CDCDCD"/>
                </a:solidFill>
                <a:effectLst/>
              </a:rPr>
              <a:t>— NOT FOR EXTERNAL DISTRIBUTION —</a:t>
            </a:r>
            <a:endParaRPr lang="en-US" sz="900" spc="101" baseline="0" dirty="0">
              <a:solidFill>
                <a:srgbClr val="CDCDCD"/>
              </a:solidFill>
            </a:endParaRPr>
          </a:p>
        </p:txBody>
      </p:sp>
      <p:sp>
        <p:nvSpPr>
          <p:cNvPr id="14" name="Text Box 86"/>
          <p:cNvSpPr txBox="1">
            <a:spLocks noChangeArrowheads="1"/>
          </p:cNvSpPr>
          <p:nvPr/>
        </p:nvSpPr>
        <p:spPr bwMode="gray">
          <a:xfrm>
            <a:off x="245796" y="129551"/>
            <a:ext cx="6415394" cy="261061"/>
          </a:xfrm>
          <a:prstGeom prst="rect">
            <a:avLst/>
          </a:prstGeom>
          <a:noFill/>
          <a:ln w="12700">
            <a:noFill/>
            <a:miter lim="800000"/>
            <a:headEnd type="none" w="sm" len="sm"/>
            <a:tailEnd type="none" w="sm" len="sm"/>
          </a:ln>
          <a:effectLst/>
        </p:spPr>
        <p:txBody>
          <a:bodyPr wrap="square" lIns="0" tIns="46222" rIns="92444" bIns="46222" anchor="t" anchorCtr="0">
            <a:spAutoFit/>
          </a:bodyPr>
          <a:lstStyle/>
          <a:p>
            <a:pPr marL="0" marR="0" lvl="0" indent="0" algn="l" defTabSz="923584" rtl="0" eaLnBrk="1" fontAlgn="auto" latinLnBrk="0" hangingPunct="1">
              <a:lnSpc>
                <a:spcPct val="90000"/>
              </a:lnSpc>
              <a:spcBef>
                <a:spcPct val="0"/>
              </a:spcBef>
              <a:spcAft>
                <a:spcPct val="0"/>
              </a:spcAft>
              <a:buClrTx/>
              <a:buSzTx/>
              <a:buFontTx/>
              <a:buNone/>
              <a:tabLst/>
              <a:defRPr/>
            </a:pPr>
            <a:r>
              <a:rPr lang="en-US" sz="1200" b="1" dirty="0"/>
              <a:t>Presentation Title</a:t>
            </a:r>
          </a:p>
        </p:txBody>
      </p:sp>
      <p:sp>
        <p:nvSpPr>
          <p:cNvPr id="8" name="TextBox 7"/>
          <p:cNvSpPr txBox="1"/>
          <p:nvPr/>
        </p:nvSpPr>
        <p:spPr>
          <a:xfrm>
            <a:off x="245795" y="9007834"/>
            <a:ext cx="6463251" cy="93263"/>
          </a:xfrm>
          <a:prstGeom prst="rect">
            <a:avLst/>
          </a:prstGeom>
          <a:noFill/>
        </p:spPr>
        <p:txBody>
          <a:bodyPr wrap="square" lIns="0" tIns="0" rIns="0" bIns="0" rtlCol="0" anchor="b" anchorCtr="0">
            <a:spAutoFit/>
          </a:bodyPr>
          <a:lstStyle/>
          <a:p>
            <a:pPr marL="231297" marR="0" lvl="0" indent="-231297" algn="l" defTabSz="925190" rtl="0" eaLnBrk="1" fontAlgn="auto" latinLnBrk="0" hangingPunct="1">
              <a:lnSpc>
                <a:spcPct val="100000"/>
              </a:lnSpc>
              <a:spcBef>
                <a:spcPts val="0"/>
              </a:spcBef>
              <a:spcAft>
                <a:spcPts val="0"/>
              </a:spcAft>
              <a:buClrTx/>
              <a:buSzTx/>
              <a:buFontTx/>
              <a:buNone/>
              <a:tabLst>
                <a:tab pos="231297" algn="l"/>
              </a:tabLst>
              <a:defRPr/>
            </a:pPr>
            <a:fld id="{1CE9EA8B-DBE7-492B-893F-AD13AC039ED7}" type="slidenum">
              <a:rPr lang="en-US" sz="600" smtClean="0">
                <a:solidFill>
                  <a:srgbClr val="979D9D"/>
                </a:solidFill>
              </a:rPr>
              <a:pPr marL="231297" marR="0" lvl="0" indent="-231297" algn="l" defTabSz="925190" rtl="0" eaLnBrk="1" fontAlgn="auto" latinLnBrk="0" hangingPunct="1">
                <a:lnSpc>
                  <a:spcPct val="100000"/>
                </a:lnSpc>
                <a:spcBef>
                  <a:spcPts val="0"/>
                </a:spcBef>
                <a:spcAft>
                  <a:spcPts val="0"/>
                </a:spcAft>
                <a:buClrTx/>
                <a:buSzTx/>
                <a:buFontTx/>
                <a:buNone/>
                <a:tabLst>
                  <a:tab pos="231297" algn="l"/>
                </a:tabLst>
                <a:defRPr/>
              </a:pPr>
              <a:t>‹#›</a:t>
            </a:fld>
            <a:r>
              <a:rPr lang="en-US" sz="600" dirty="0">
                <a:solidFill>
                  <a:srgbClr val="979D9D"/>
                </a:solidFill>
              </a:rPr>
              <a:t>	© 2019 Gartner, Inc. and/or its affiliates. All rights reserved. Gartner is a registered trademark of Gartner, Inc. and its affiliates.</a:t>
            </a:r>
          </a:p>
        </p:txBody>
      </p:sp>
    </p:spTree>
    <p:extLst>
      <p:ext uri="{BB962C8B-B14F-4D97-AF65-F5344CB8AC3E}">
        <p14:creationId xmlns:p14="http://schemas.microsoft.com/office/powerpoint/2010/main" val="1265795583"/>
      </p:ext>
    </p:extLst>
  </p:cSld>
  <p:clrMap bg1="lt1" tx1="dk1" bg2="lt2" tx2="dk2" accent1="accent1" accent2="accent2" accent3="accent3" accent4="accent4" accent5="accent5" accent6="accent6" hlink="hlink" folHlink="folHlink"/>
  <p:hf sldNum="0" hdr="0" ftr="0" dt="0"/>
  <p:notesStyle>
    <a:lvl1pPr marL="0" indent="0" algn="l" defTabSz="914400" rtl="0" eaLnBrk="1" latinLnBrk="0" hangingPunct="1">
      <a:lnSpc>
        <a:spcPct val="90000"/>
      </a:lnSpc>
      <a:spcAft>
        <a:spcPts val="600"/>
      </a:spcAft>
      <a:buFont typeface="Arial" panose="020B0604020202020204" pitchFamily="34" charset="0"/>
      <a:buNone/>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Wingdings" panose="05000000000000000000" pitchFamily="2" charset="2"/>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Wingdings" panose="05000000000000000000" pitchFamily="2" charset="2"/>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otes Placeholder 4"/>
          <p:cNvSpPr>
            <a:spLocks noGrp="1" noChangeAspect="1"/>
          </p:cNvSpPr>
          <p:nvPr>
            <p:ph type="body" idx="1"/>
          </p:nvPr>
        </p:nvSpPr>
        <p:spPr>
          <a:xfrm>
            <a:off x="245794" y="3628710"/>
            <a:ext cx="6463251" cy="5287522"/>
          </a:xfrm>
        </p:spPr>
        <p:txBody>
          <a:bodyPr vert="horz" lIns="0" tIns="0" rIns="0" bIns="0" rtlCol="0"/>
          <a:lstStyle/>
          <a:p>
            <a:endParaRPr lang="en-US" dirty="0"/>
          </a:p>
        </p:txBody>
      </p:sp>
      <p:sp>
        <p:nvSpPr>
          <p:cNvPr id="6" name="Rectangle 103"/>
          <p:cNvSpPr>
            <a:spLocks noChangeArrowheads="1"/>
          </p:cNvSpPr>
          <p:nvPr/>
        </p:nvSpPr>
        <p:spPr bwMode="gray">
          <a:xfrm>
            <a:off x="3916928" y="662011"/>
            <a:ext cx="2655395" cy="424817"/>
          </a:xfrm>
          <a:prstGeom prst="rect">
            <a:avLst/>
          </a:prstGeom>
          <a:noFill/>
          <a:ln w="9525">
            <a:noFill/>
            <a:miter lim="800000"/>
            <a:headEnd/>
            <a:tailEnd/>
          </a:ln>
        </p:spPr>
        <p:txBody>
          <a:bodyPr wrap="square" lIns="65795" tIns="25676" rIns="65795" bIns="25676">
            <a:spAutoFit/>
          </a:bodyPr>
          <a:lstStyle/>
          <a:p>
            <a:pPr defTabSz="958921">
              <a:spcBef>
                <a:spcPct val="0"/>
              </a:spcBef>
              <a:spcAft>
                <a:spcPct val="0"/>
              </a:spcAft>
            </a:pPr>
            <a:r>
              <a:rPr lang="en-US" sz="1200" dirty="0">
                <a:solidFill>
                  <a:srgbClr val="000000"/>
                </a:solidFill>
              </a:rPr>
              <a:t>Presenter's Name</a:t>
            </a:r>
          </a:p>
          <a:p>
            <a:pPr defTabSz="958921">
              <a:spcBef>
                <a:spcPct val="0"/>
              </a:spcBef>
              <a:spcAft>
                <a:spcPct val="0"/>
              </a:spcAft>
            </a:pPr>
            <a:r>
              <a:rPr lang="en-US" sz="1200" dirty="0">
                <a:solidFill>
                  <a:srgbClr val="000000"/>
                </a:solidFill>
              </a:rPr>
              <a:t>Presenter's Name</a:t>
            </a:r>
          </a:p>
        </p:txBody>
      </p:sp>
    </p:spTree>
    <p:extLst>
      <p:ext uri="{BB962C8B-B14F-4D97-AF65-F5344CB8AC3E}">
        <p14:creationId xmlns:p14="http://schemas.microsoft.com/office/powerpoint/2010/main" val="361319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3974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60788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42620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50943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46476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91008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908052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2"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r>
              <a:rPr lang="en-US"/>
              <a:t>Click to edit Master title style</a:t>
            </a:r>
            <a:endParaRPr lang="en-US" dirty="0"/>
          </a:p>
        </p:txBody>
      </p:sp>
      <p:sp>
        <p:nvSpPr>
          <p:cNvPr id="11" name="Focus Frame 2"/>
          <p:cNvSpPr>
            <a:spLocks noChangeAspect="1"/>
          </p:cNvSpPr>
          <p:nvPr userDrawn="1"/>
        </p:nvSpPr>
        <p:spPr bwMode="auto">
          <a:xfrm>
            <a:off x="7058822" y="1343025"/>
            <a:ext cx="160433" cy="3291840"/>
          </a:xfrm>
          <a:prstGeom prst="rect">
            <a:avLst/>
          </a:prstGeom>
          <a:solidFill>
            <a:srgbClr val="009AD7"/>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5" name="Focus Frame 2"/>
          <p:cNvSpPr>
            <a:spLocks noChangeAspect="1"/>
          </p:cNvSpPr>
          <p:nvPr userDrawn="1"/>
        </p:nvSpPr>
        <p:spPr bwMode="auto">
          <a:xfrm>
            <a:off x="1588464" y="1343025"/>
            <a:ext cx="160433" cy="3291840"/>
          </a:xfrm>
          <a:prstGeom prst="rect">
            <a:avLst/>
          </a:prstGeom>
          <a:solidFill>
            <a:srgbClr val="009AD7"/>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9686167" y="5975402"/>
            <a:ext cx="2057400" cy="469087"/>
          </a:xfrm>
          <a:prstGeom prst="rect">
            <a:avLst/>
          </a:prstGeom>
        </p:spPr>
      </p:pic>
      <p:sp>
        <p:nvSpPr>
          <p:cNvPr id="17" name="TextBox 16"/>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D3D3D3"/>
                </a:solidFill>
                <a:effectLst/>
                <a:latin typeface="Arial" charset="0"/>
                <a:ea typeface="Arial Unicode MS" pitchFamily="34" charset="-128"/>
                <a:cs typeface="Arial Unicode MS" pitchFamily="34" charset="-128"/>
              </a:rPr>
              <a:t>© 2021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D3D3D3"/>
              </a:solidFill>
              <a:ea typeface="Arial Unicode MS" pitchFamily="34" charset="-128"/>
              <a:cs typeface="Arial Unicode MS" pitchFamily="34" charset="-128"/>
            </a:endParaRPr>
          </a:p>
        </p:txBody>
      </p:sp>
    </p:spTree>
    <p:extLst>
      <p:ext uri="{BB962C8B-B14F-4D97-AF65-F5344CB8AC3E}">
        <p14:creationId xmlns:p14="http://schemas.microsoft.com/office/powerpoint/2010/main" val="8077582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Ref idx="1001">
        <a:schemeClr val="bg1"/>
      </p:bgRef>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2"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r>
              <a:rPr lang="en-US"/>
              <a:t>Click to edit Master title style</a:t>
            </a:r>
            <a:endParaRPr lang="en-US" dirty="0"/>
          </a:p>
        </p:txBody>
      </p:sp>
      <p:sp>
        <p:nvSpPr>
          <p:cNvPr id="11" name="Focus Frame 2"/>
          <p:cNvSpPr>
            <a:spLocks noChangeAspect="1"/>
          </p:cNvSpPr>
          <p:nvPr userDrawn="1"/>
        </p:nvSpPr>
        <p:spPr bwMode="auto">
          <a:xfrm>
            <a:off x="7058822" y="1343025"/>
            <a:ext cx="160433" cy="3291840"/>
          </a:xfrm>
          <a:prstGeom prst="rect">
            <a:avLst/>
          </a:prstGeom>
          <a:solidFill>
            <a:srgbClr val="009AD7"/>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5" name="Focus Frame 2"/>
          <p:cNvSpPr>
            <a:spLocks noChangeAspect="1"/>
          </p:cNvSpPr>
          <p:nvPr userDrawn="1"/>
        </p:nvSpPr>
        <p:spPr bwMode="auto">
          <a:xfrm>
            <a:off x="1588464" y="1343025"/>
            <a:ext cx="160433" cy="3291840"/>
          </a:xfrm>
          <a:prstGeom prst="rect">
            <a:avLst/>
          </a:prstGeom>
          <a:solidFill>
            <a:srgbClr val="009AD7"/>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89540" y="5975402"/>
            <a:ext cx="2050653" cy="469087"/>
          </a:xfrm>
          <a:prstGeom prst="rect">
            <a:avLst/>
          </a:prstGeom>
        </p:spPr>
      </p:pic>
      <p:sp>
        <p:nvSpPr>
          <p:cNvPr id="17" name="TextBox 16"/>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2021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327179709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41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0831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10"/>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0199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graphics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8133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4113"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7736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6" name="Text Placeholder 11"/>
          <p:cNvSpPr>
            <a:spLocks noGrp="1"/>
          </p:cNvSpPr>
          <p:nvPr>
            <p:ph type="body" sz="quarter" idx="16"/>
          </p:nvPr>
        </p:nvSpPr>
        <p:spPr>
          <a:xfrm>
            <a:off x="4424193"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11"/>
          <p:cNvSpPr>
            <a:spLocks noGrp="1"/>
          </p:cNvSpPr>
          <p:nvPr>
            <p:ph type="body" sz="quarter" idx="17"/>
          </p:nvPr>
        </p:nvSpPr>
        <p:spPr>
          <a:xfrm>
            <a:off x="8391186"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2" name="Text Placeholder 11"/>
          <p:cNvSpPr>
            <a:spLocks noGrp="1"/>
          </p:cNvSpPr>
          <p:nvPr>
            <p:ph type="body" sz="quarter" idx="13"/>
          </p:nvPr>
        </p:nvSpPr>
        <p:spPr>
          <a:xfrm>
            <a:off x="457200"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0468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lumn shaded">
    <p:spTree>
      <p:nvGrpSpPr>
        <p:cNvPr id="1" name=""/>
        <p:cNvGrpSpPr/>
        <p:nvPr/>
      </p:nvGrpSpPr>
      <p:grpSpPr>
        <a:xfrm>
          <a:off x="0" y="0"/>
          <a:ext cx="0" cy="0"/>
          <a:chOff x="0" y="0"/>
          <a:chExt cx="0" cy="0"/>
        </a:xfrm>
      </p:grpSpPr>
      <p:sp>
        <p:nvSpPr>
          <p:cNvPr id="9" name="Text Placeholder 11"/>
          <p:cNvSpPr>
            <a:spLocks noGrp="1"/>
          </p:cNvSpPr>
          <p:nvPr>
            <p:ph type="body" sz="quarter" idx="19"/>
          </p:nvPr>
        </p:nvSpPr>
        <p:spPr>
          <a:xfrm>
            <a:off x="4424192" y="1527175"/>
            <a:ext cx="333692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1"/>
          <p:cNvSpPr>
            <a:spLocks noGrp="1"/>
          </p:cNvSpPr>
          <p:nvPr>
            <p:ph type="body" sz="quarter" idx="20"/>
          </p:nvPr>
        </p:nvSpPr>
        <p:spPr>
          <a:xfrm>
            <a:off x="8391523" y="1527175"/>
            <a:ext cx="333692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1"/>
          <p:cNvSpPr>
            <a:spLocks noGrp="1"/>
          </p:cNvSpPr>
          <p:nvPr>
            <p:ph type="body" sz="quarter" idx="18"/>
          </p:nvPr>
        </p:nvSpPr>
        <p:spPr>
          <a:xfrm>
            <a:off x="457200" y="1527175"/>
            <a:ext cx="333692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75809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10" name="Text Placeholder 11"/>
          <p:cNvSpPr>
            <a:spLocks noGrp="1"/>
          </p:cNvSpPr>
          <p:nvPr>
            <p:ph type="body" sz="quarter" idx="17"/>
          </p:nvPr>
        </p:nvSpPr>
        <p:spPr>
          <a:xfrm>
            <a:off x="457200"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p:cNvSpPr>
            <a:spLocks noGrp="1"/>
          </p:cNvSpPr>
          <p:nvPr>
            <p:ph type="body" sz="quarter" idx="18"/>
          </p:nvPr>
        </p:nvSpPr>
        <p:spPr>
          <a:xfrm>
            <a:off x="3375342"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1"/>
          <p:cNvSpPr>
            <a:spLocks noGrp="1"/>
          </p:cNvSpPr>
          <p:nvPr>
            <p:ph type="body" sz="quarter" idx="19"/>
          </p:nvPr>
        </p:nvSpPr>
        <p:spPr>
          <a:xfrm>
            <a:off x="6254752"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p:cNvSpPr>
            <a:spLocks noGrp="1"/>
          </p:cNvSpPr>
          <p:nvPr>
            <p:ph type="body" sz="quarter" idx="20"/>
          </p:nvPr>
        </p:nvSpPr>
        <p:spPr>
          <a:xfrm>
            <a:off x="9169718"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57105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6" name="Text Placeholder 11"/>
          <p:cNvSpPr>
            <a:spLocks noGrp="1"/>
          </p:cNvSpPr>
          <p:nvPr>
            <p:ph type="body" sz="quarter" idx="18"/>
          </p:nvPr>
        </p:nvSpPr>
        <p:spPr>
          <a:xfrm>
            <a:off x="457200" y="1527175"/>
            <a:ext cx="256349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p:cNvSpPr>
            <a:spLocks noGrp="1"/>
          </p:cNvSpPr>
          <p:nvPr>
            <p:ph type="body" sz="quarter" idx="19"/>
          </p:nvPr>
        </p:nvSpPr>
        <p:spPr>
          <a:xfrm>
            <a:off x="3363487" y="1527175"/>
            <a:ext cx="256349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1"/>
          <p:cNvSpPr>
            <a:spLocks noGrp="1"/>
          </p:cNvSpPr>
          <p:nvPr>
            <p:ph type="body" sz="quarter" idx="20"/>
          </p:nvPr>
        </p:nvSpPr>
        <p:spPr>
          <a:xfrm>
            <a:off x="6266602" y="1527175"/>
            <a:ext cx="256349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p:cNvSpPr>
            <a:spLocks noGrp="1"/>
          </p:cNvSpPr>
          <p:nvPr>
            <p:ph type="body" sz="quarter" idx="21"/>
          </p:nvPr>
        </p:nvSpPr>
        <p:spPr>
          <a:xfrm>
            <a:off x="9166542" y="1527175"/>
            <a:ext cx="2563495" cy="4460875"/>
          </a:xfrm>
          <a:solidFill>
            <a:srgbClr val="F4F4F4"/>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1470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73EB3B-0AE2-7A48-BF35-D1CF1DB27874}"/>
              </a:ext>
            </a:extLst>
          </p:cNvPr>
          <p:cNvSpPr/>
          <p:nvPr userDrawn="1"/>
        </p:nvSpPr>
        <p:spPr bwMode="ltGray">
          <a:xfrm>
            <a:off x="7140899" y="1354039"/>
            <a:ext cx="5051100" cy="328692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itle 5">
            <a:extLst>
              <a:ext uri="{FF2B5EF4-FFF2-40B4-BE49-F238E27FC236}">
                <a16:creationId xmlns:a16="http://schemas.microsoft.com/office/drawing/2014/main" id="{73370145-84B9-6A4C-AABF-9DA2C2415A28}"/>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rgbClr val="002856"/>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
        <p:nvSpPr>
          <p:cNvPr id="14" name="Rectangle 13">
            <a:extLst>
              <a:ext uri="{FF2B5EF4-FFF2-40B4-BE49-F238E27FC236}">
                <a16:creationId xmlns:a16="http://schemas.microsoft.com/office/drawing/2014/main" id="{D3C73678-BC25-BB4A-A678-83DD136C7174}"/>
              </a:ext>
            </a:extLst>
          </p:cNvPr>
          <p:cNvSpPr/>
          <p:nvPr userDrawn="1"/>
        </p:nvSpPr>
        <p:spPr bwMode="ltGray">
          <a:xfrm>
            <a:off x="-2" y="1354039"/>
            <a:ext cx="1753954" cy="328692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1295426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W1_Sk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367EBE-ACE4-6A4A-8194-81828A72B691}"/>
              </a:ext>
            </a:extLst>
          </p:cNvPr>
          <p:cNvSpPr/>
          <p:nvPr userDrawn="1"/>
        </p:nvSpPr>
        <p:spPr bwMode="ltGray">
          <a:xfrm>
            <a:off x="7140899" y="1354039"/>
            <a:ext cx="5051100" cy="328692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6" name="Rectangle 5">
            <a:extLst>
              <a:ext uri="{FF2B5EF4-FFF2-40B4-BE49-F238E27FC236}">
                <a16:creationId xmlns:a16="http://schemas.microsoft.com/office/drawing/2014/main" id="{433B9AE8-D471-4240-AAF9-7F4A822FF5B3}"/>
              </a:ext>
            </a:extLst>
          </p:cNvPr>
          <p:cNvSpPr/>
          <p:nvPr userDrawn="1"/>
        </p:nvSpPr>
        <p:spPr bwMode="ltGray">
          <a:xfrm>
            <a:off x="-2" y="1354039"/>
            <a:ext cx="1753954" cy="328692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7"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1888747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ltGray">
          <a:xfrm>
            <a:off x="474077"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2" name="Rectangle 1"/>
          <p:cNvSpPr>
            <a:spLocks noChangeAspect="1"/>
          </p:cNvSpPr>
          <p:nvPr userDrawn="1"/>
        </p:nvSpPr>
        <p:spPr bwMode="ltGray">
          <a:xfrm>
            <a:off x="9422804"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4175680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W1_Sky">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auto">
          <a:xfrm>
            <a:off x="474077"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2" name="Rectangle 1"/>
          <p:cNvSpPr>
            <a:spLocks noChangeAspect="1"/>
          </p:cNvSpPr>
          <p:nvPr userDrawn="1"/>
        </p:nvSpPr>
        <p:spPr bwMode="auto">
          <a:xfrm>
            <a:off x="9422804"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3355319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a:t>Click icon to add picture</a:t>
            </a:r>
            <a:endParaRPr lang="en-US" dirty="0"/>
          </a:p>
        </p:txBody>
      </p:sp>
      <p:sp>
        <p:nvSpPr>
          <p:cNvPr id="17"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13"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ltGray">
          <a:xfrm>
            <a:off x="6426219"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6" name="Rectangle 15"/>
          <p:cNvSpPr>
            <a:spLocks noChangeAspect="1"/>
          </p:cNvSpPr>
          <p:nvPr userDrawn="1"/>
        </p:nvSpPr>
        <p:spPr bwMode="ltGray">
          <a:xfrm>
            <a:off x="473765"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147847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W1_Sky wi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a:t>Click icon to add picture</a:t>
            </a:r>
            <a:endParaRPr lang="en-US" dirty="0"/>
          </a:p>
        </p:txBody>
      </p:sp>
      <p:sp>
        <p:nvSpPr>
          <p:cNvPr id="17"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15" name="Rectangle 14"/>
          <p:cNvSpPr>
            <a:spLocks noChangeAspect="1"/>
          </p:cNvSpPr>
          <p:nvPr userDrawn="1"/>
        </p:nvSpPr>
        <p:spPr bwMode="auto">
          <a:xfrm>
            <a:off x="6426219"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6" name="Rectangle 15"/>
          <p:cNvSpPr>
            <a:spLocks noChangeAspect="1"/>
          </p:cNvSpPr>
          <p:nvPr userDrawn="1"/>
        </p:nvSpPr>
        <p:spPr bwMode="auto">
          <a:xfrm>
            <a:off x="473765"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7"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Tree>
    <p:extLst>
      <p:ext uri="{BB962C8B-B14F-4D97-AF65-F5344CB8AC3E}">
        <p14:creationId xmlns:p14="http://schemas.microsoft.com/office/powerpoint/2010/main" val="1695905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896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155197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Content Placeholder 6"/>
          <p:cNvSpPr>
            <a:spLocks noGrp="1"/>
          </p:cNvSpPr>
          <p:nvPr>
            <p:ph sz="quarter" idx="10"/>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465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graphics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26990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34113" y="1527174"/>
            <a:ext cx="5499100" cy="4460875"/>
          </a:xfrm>
        </p:spPr>
        <p:txBody>
          <a:bodyPr>
            <a:noAutofit/>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444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6" name="Text Placeholder 11"/>
          <p:cNvSpPr>
            <a:spLocks noGrp="1"/>
          </p:cNvSpPr>
          <p:nvPr>
            <p:ph type="body" sz="quarter" idx="16"/>
          </p:nvPr>
        </p:nvSpPr>
        <p:spPr>
          <a:xfrm>
            <a:off x="4424193"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11"/>
          <p:cNvSpPr>
            <a:spLocks noGrp="1"/>
          </p:cNvSpPr>
          <p:nvPr>
            <p:ph type="body" sz="quarter" idx="17"/>
          </p:nvPr>
        </p:nvSpPr>
        <p:spPr>
          <a:xfrm>
            <a:off x="8391186"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2" name="Text Placeholder 11"/>
          <p:cNvSpPr>
            <a:spLocks noGrp="1"/>
          </p:cNvSpPr>
          <p:nvPr>
            <p:ph type="body" sz="quarter" idx="13"/>
          </p:nvPr>
        </p:nvSpPr>
        <p:spPr>
          <a:xfrm>
            <a:off x="457200" y="1527175"/>
            <a:ext cx="3336925" cy="4460875"/>
          </a:xfrm>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0478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shaded">
    <p:spTree>
      <p:nvGrpSpPr>
        <p:cNvPr id="1" name=""/>
        <p:cNvGrpSpPr/>
        <p:nvPr/>
      </p:nvGrpSpPr>
      <p:grpSpPr>
        <a:xfrm>
          <a:off x="0" y="0"/>
          <a:ext cx="0" cy="0"/>
          <a:chOff x="0" y="0"/>
          <a:chExt cx="0" cy="0"/>
        </a:xfrm>
      </p:grpSpPr>
      <p:sp>
        <p:nvSpPr>
          <p:cNvPr id="9" name="Text Placeholder 11"/>
          <p:cNvSpPr>
            <a:spLocks noGrp="1"/>
          </p:cNvSpPr>
          <p:nvPr>
            <p:ph type="body" sz="quarter" idx="19"/>
          </p:nvPr>
        </p:nvSpPr>
        <p:spPr bwMode="ltGray">
          <a:xfrm>
            <a:off x="4424192" y="1527175"/>
            <a:ext cx="333692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1"/>
          <p:cNvSpPr>
            <a:spLocks noGrp="1"/>
          </p:cNvSpPr>
          <p:nvPr>
            <p:ph type="body" sz="quarter" idx="20"/>
          </p:nvPr>
        </p:nvSpPr>
        <p:spPr bwMode="ltGray">
          <a:xfrm>
            <a:off x="8391523" y="1527175"/>
            <a:ext cx="333692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11"/>
          <p:cNvSpPr>
            <a:spLocks noGrp="1"/>
          </p:cNvSpPr>
          <p:nvPr>
            <p:ph type="body" sz="quarter" idx="18"/>
          </p:nvPr>
        </p:nvSpPr>
        <p:spPr bwMode="ltGray">
          <a:xfrm>
            <a:off x="457200" y="1527175"/>
            <a:ext cx="333692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15568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10" name="Text Placeholder 11"/>
          <p:cNvSpPr>
            <a:spLocks noGrp="1"/>
          </p:cNvSpPr>
          <p:nvPr>
            <p:ph type="body" sz="quarter" idx="17"/>
          </p:nvPr>
        </p:nvSpPr>
        <p:spPr>
          <a:xfrm>
            <a:off x="457200"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1"/>
          <p:cNvSpPr>
            <a:spLocks noGrp="1"/>
          </p:cNvSpPr>
          <p:nvPr>
            <p:ph type="body" sz="quarter" idx="18"/>
          </p:nvPr>
        </p:nvSpPr>
        <p:spPr>
          <a:xfrm>
            <a:off x="3375342"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1"/>
          <p:cNvSpPr>
            <a:spLocks noGrp="1"/>
          </p:cNvSpPr>
          <p:nvPr>
            <p:ph type="body" sz="quarter" idx="19"/>
          </p:nvPr>
        </p:nvSpPr>
        <p:spPr>
          <a:xfrm>
            <a:off x="6254752"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1"/>
          <p:cNvSpPr>
            <a:spLocks noGrp="1"/>
          </p:cNvSpPr>
          <p:nvPr>
            <p:ph type="body" sz="quarter" idx="20"/>
          </p:nvPr>
        </p:nvSpPr>
        <p:spPr>
          <a:xfrm>
            <a:off x="9169718" y="1527175"/>
            <a:ext cx="2563495" cy="4460875"/>
          </a:xfrm>
          <a:noFill/>
        </p:spPr>
        <p:txBody>
          <a:bodyPr>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24743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6" name="Text Placeholder 11"/>
          <p:cNvSpPr>
            <a:spLocks noGrp="1"/>
          </p:cNvSpPr>
          <p:nvPr>
            <p:ph type="body" sz="quarter" idx="18"/>
          </p:nvPr>
        </p:nvSpPr>
        <p:spPr bwMode="ltGray">
          <a:xfrm>
            <a:off x="457200" y="1527175"/>
            <a:ext cx="256349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1"/>
          <p:cNvSpPr>
            <a:spLocks noGrp="1"/>
          </p:cNvSpPr>
          <p:nvPr>
            <p:ph type="body" sz="quarter" idx="19"/>
          </p:nvPr>
        </p:nvSpPr>
        <p:spPr bwMode="ltGray">
          <a:xfrm>
            <a:off x="3363487" y="1527175"/>
            <a:ext cx="256349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11"/>
          <p:cNvSpPr>
            <a:spLocks noGrp="1"/>
          </p:cNvSpPr>
          <p:nvPr>
            <p:ph type="body" sz="quarter" idx="20"/>
          </p:nvPr>
        </p:nvSpPr>
        <p:spPr bwMode="ltGray">
          <a:xfrm>
            <a:off x="6266602" y="1527175"/>
            <a:ext cx="256349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1"/>
          <p:cNvSpPr>
            <a:spLocks noGrp="1"/>
          </p:cNvSpPr>
          <p:nvPr>
            <p:ph type="body" sz="quarter" idx="21"/>
          </p:nvPr>
        </p:nvSpPr>
        <p:spPr bwMode="ltGray">
          <a:xfrm>
            <a:off x="9166542" y="1527175"/>
            <a:ext cx="2563495" cy="4460875"/>
          </a:xfrm>
          <a:solidFill>
            <a:srgbClr val="26486F"/>
          </a:solidFill>
        </p:spPr>
        <p:txBody>
          <a:bodyPr lIns="182880" tIns="182880" rIns="91440" bIns="182880">
            <a:noAutofit/>
          </a:bodyPr>
          <a:lstStyle>
            <a:lvl1pPr marL="0" indent="0">
              <a:buNone/>
              <a:defRPr sz="2000" b="1"/>
            </a:lvl1pPr>
            <a:lvl2pPr marL="228600" indent="-228600">
              <a:buClr>
                <a:schemeClr val="tx2"/>
              </a:buClr>
              <a:buFont typeface="Wingdings" panose="05000000000000000000" pitchFamily="2" charset="2"/>
              <a:buChar char="§"/>
              <a:defRPr sz="2000"/>
            </a:lvl2pPr>
            <a:lvl3pPr marL="502920" indent="-228600">
              <a:buFont typeface="Arial" panose="020B0604020202020204" pitchFamily="34" charset="0"/>
              <a:buChar char="–"/>
              <a:defRPr sz="2000"/>
            </a:lvl3pPr>
            <a:lvl4pPr marL="731520" indent="-228600">
              <a:buFont typeface="Wingdings" panose="05000000000000000000" pitchFamily="2" charset="2"/>
              <a:buChar char="§"/>
              <a:defRPr sz="2000"/>
            </a:lvl4pPr>
            <a:lvl5pPr marL="1005840" indent="-228600">
              <a:buFont typeface="Arial" panose="020B0604020202020204"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17564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B1_Sk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6" name="Rectangle 5">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7"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2177489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invGray">
          <a:xfrm>
            <a:off x="474077"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2" name="Rectangle 1"/>
          <p:cNvSpPr>
            <a:spLocks noChangeAspect="1"/>
          </p:cNvSpPr>
          <p:nvPr userDrawn="1"/>
        </p:nvSpPr>
        <p:spPr bwMode="invGray">
          <a:xfrm>
            <a:off x="9422804"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3938165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B1_Sky">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auto">
          <a:xfrm>
            <a:off x="474077"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2" name="Rectangle 1"/>
          <p:cNvSpPr>
            <a:spLocks noChangeAspect="1"/>
          </p:cNvSpPr>
          <p:nvPr userDrawn="1"/>
        </p:nvSpPr>
        <p:spPr bwMode="auto">
          <a:xfrm>
            <a:off x="9422804"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1354587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17"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13"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invGray">
          <a:xfrm>
            <a:off x="6426219"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6" name="Rectangle 15"/>
          <p:cNvSpPr>
            <a:spLocks noChangeAspect="1"/>
          </p:cNvSpPr>
          <p:nvPr userDrawn="1"/>
        </p:nvSpPr>
        <p:spPr bwMode="invGray">
          <a:xfrm>
            <a:off x="473765" y="920687"/>
            <a:ext cx="246952" cy="5065776"/>
          </a:xfrm>
          <a:prstGeom prst="rect">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392693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B1_Sky with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17"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13"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5" name="Rectangle 14"/>
          <p:cNvSpPr>
            <a:spLocks noChangeAspect="1"/>
          </p:cNvSpPr>
          <p:nvPr userDrawn="1"/>
        </p:nvSpPr>
        <p:spPr bwMode="auto">
          <a:xfrm>
            <a:off x="6426219"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6" name="Rectangle 15"/>
          <p:cNvSpPr>
            <a:spLocks noChangeAspect="1"/>
          </p:cNvSpPr>
          <p:nvPr userDrawn="1"/>
        </p:nvSpPr>
        <p:spPr bwMode="auto">
          <a:xfrm>
            <a:off x="473765" y="920687"/>
            <a:ext cx="246952" cy="5065776"/>
          </a:xfrm>
          <a:prstGeom prst="rect">
            <a:avLst/>
          </a:prstGeom>
          <a:solidFill>
            <a:schemeClr val="accent4"/>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41868066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W1_Steel">
    <p:bg>
      <p:bgRef idx="1001">
        <a:schemeClr val="bg1"/>
      </p:bgRef>
    </p:bg>
    <p:spTree>
      <p:nvGrpSpPr>
        <p:cNvPr id="1" name=""/>
        <p:cNvGrpSpPr/>
        <p:nvPr/>
      </p:nvGrpSpPr>
      <p:grpSpPr>
        <a:xfrm>
          <a:off x="0" y="0"/>
          <a:ext cx="0" cy="0"/>
          <a:chOff x="0" y="0"/>
          <a:chExt cx="0" cy="0"/>
        </a:xfrm>
      </p:grpSpPr>
      <p:sp>
        <p:nvSpPr>
          <p:cNvPr id="9" name="Focus Frame 2"/>
          <p:cNvSpPr>
            <a:spLocks noChangeAspect="1"/>
          </p:cNvSpPr>
          <p:nvPr userDrawn="1"/>
        </p:nvSpPr>
        <p:spPr bwMode="auto">
          <a:xfrm>
            <a:off x="7058822" y="1343025"/>
            <a:ext cx="160433" cy="3291840"/>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pic>
        <p:nvPicPr>
          <p:cNvPr id="10"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82533" y="5971215"/>
            <a:ext cx="2057936" cy="470848"/>
          </a:xfrm>
          <a:prstGeom prst="rect">
            <a:avLst/>
          </a:prstGeom>
        </p:spPr>
      </p:pic>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1" name="TextBox 20"/>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2021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42709846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W1_Tang">
    <p:bg>
      <p:bgRef idx="1001">
        <a:schemeClr val="bg1"/>
      </p:bgRef>
    </p:bg>
    <p:spTree>
      <p:nvGrpSpPr>
        <p:cNvPr id="1" name=""/>
        <p:cNvGrpSpPr/>
        <p:nvPr/>
      </p:nvGrpSpPr>
      <p:grpSpPr>
        <a:xfrm>
          <a:off x="0" y="0"/>
          <a:ext cx="0" cy="0"/>
          <a:chOff x="0" y="0"/>
          <a:chExt cx="0" cy="0"/>
        </a:xfrm>
      </p:grpSpPr>
      <p:pic>
        <p:nvPicPr>
          <p:cNvPr id="10"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82533" y="5971215"/>
            <a:ext cx="2057936" cy="470848"/>
          </a:xfrm>
          <a:prstGeom prst="rect">
            <a:avLst/>
          </a:prstGeom>
        </p:spPr>
      </p:pic>
      <p:sp>
        <p:nvSpPr>
          <p:cNvPr id="9" name="Focus Frame 2"/>
          <p:cNvSpPr>
            <a:spLocks noChangeAspect="1"/>
          </p:cNvSpPr>
          <p:nvPr userDrawn="1"/>
        </p:nvSpPr>
        <p:spPr bwMode="auto">
          <a:xfrm>
            <a:off x="7058822" y="1343025"/>
            <a:ext cx="160433" cy="3291840"/>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22062327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W1_Lemon">
    <p:bg>
      <p:bgRef idx="1001">
        <a:schemeClr val="bg1"/>
      </p:bgRef>
    </p:bg>
    <p:spTree>
      <p:nvGrpSpPr>
        <p:cNvPr id="1" name=""/>
        <p:cNvGrpSpPr/>
        <p:nvPr/>
      </p:nvGrpSpPr>
      <p:grpSpPr>
        <a:xfrm>
          <a:off x="0" y="0"/>
          <a:ext cx="0" cy="0"/>
          <a:chOff x="0" y="0"/>
          <a:chExt cx="0" cy="0"/>
        </a:xfrm>
      </p:grpSpPr>
      <p:pic>
        <p:nvPicPr>
          <p:cNvPr id="10"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82533" y="5971215"/>
            <a:ext cx="2057936" cy="470848"/>
          </a:xfrm>
          <a:prstGeom prst="rect">
            <a:avLst/>
          </a:prstGeom>
        </p:spPr>
      </p:pic>
      <p:sp>
        <p:nvSpPr>
          <p:cNvPr id="9" name="Focus Frame 2"/>
          <p:cNvSpPr>
            <a:spLocks noChangeAspect="1"/>
          </p:cNvSpPr>
          <p:nvPr userDrawn="1"/>
        </p:nvSpPr>
        <p:spPr bwMode="auto">
          <a:xfrm>
            <a:off x="7058822" y="1343025"/>
            <a:ext cx="160433" cy="3291840"/>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42214562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W1_Rose">
    <p:bg>
      <p:bgRef idx="1001">
        <a:schemeClr val="bg1"/>
      </p:bgRef>
    </p:bg>
    <p:spTree>
      <p:nvGrpSpPr>
        <p:cNvPr id="1" name=""/>
        <p:cNvGrpSpPr/>
        <p:nvPr/>
      </p:nvGrpSpPr>
      <p:grpSpPr>
        <a:xfrm>
          <a:off x="0" y="0"/>
          <a:ext cx="0" cy="0"/>
          <a:chOff x="0" y="0"/>
          <a:chExt cx="0" cy="0"/>
        </a:xfrm>
      </p:grpSpPr>
      <p:pic>
        <p:nvPicPr>
          <p:cNvPr id="10"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82533" y="5971215"/>
            <a:ext cx="2057936" cy="470848"/>
          </a:xfrm>
          <a:prstGeom prst="rect">
            <a:avLst/>
          </a:prstGeom>
        </p:spPr>
      </p:pic>
      <p:sp>
        <p:nvSpPr>
          <p:cNvPr id="9" name="Focus Frame 2"/>
          <p:cNvSpPr>
            <a:spLocks noChangeAspect="1"/>
          </p:cNvSpPr>
          <p:nvPr userDrawn="1"/>
        </p:nvSpPr>
        <p:spPr bwMode="auto">
          <a:xfrm>
            <a:off x="7058822" y="1343025"/>
            <a:ext cx="160433" cy="3291840"/>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7665613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W1_Steel">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26281709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W1_Tan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39377596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W1_Lem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601489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W1_Ros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22190986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W1_Steel">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8293842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W1_Tang">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19179161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W1_Lemon">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7516503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W1_Rose">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15227674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W2_Steel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ltGray">
          <a:xfrm>
            <a:off x="6426219"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ltGray">
          <a:xfrm>
            <a:off x="473765"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1687310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W2_Tang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ltGray">
          <a:xfrm>
            <a:off x="6426219"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ltGray">
          <a:xfrm>
            <a:off x="473765"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33974176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2_Lemon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ltGray">
          <a:xfrm>
            <a:off x="6426219"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ltGray">
          <a:xfrm>
            <a:off x="473765"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5422380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W2_Rose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ltGray">
          <a:xfrm>
            <a:off x="6426219"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ltGray">
          <a:xfrm>
            <a:off x="473765"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8180954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B1_Steel">
    <p:spTree>
      <p:nvGrpSpPr>
        <p:cNvPr id="1" name=""/>
        <p:cNvGrpSpPr/>
        <p:nvPr/>
      </p:nvGrpSpPr>
      <p:grpSpPr>
        <a:xfrm>
          <a:off x="0" y="0"/>
          <a:ext cx="0" cy="0"/>
          <a:chOff x="0" y="0"/>
          <a:chExt cx="0" cy="0"/>
        </a:xfrm>
      </p:grpSpPr>
      <p:sp>
        <p:nvSpPr>
          <p:cNvPr id="9" name="Focus Frame 2"/>
          <p:cNvSpPr>
            <a:spLocks noChangeAspect="1"/>
          </p:cNvSpPr>
          <p:nvPr userDrawn="1"/>
        </p:nvSpPr>
        <p:spPr bwMode="auto">
          <a:xfrm>
            <a:off x="7058822" y="1343025"/>
            <a:ext cx="160433" cy="3291840"/>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pic>
        <p:nvPicPr>
          <p:cNvPr id="10"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9682533" y="5971556"/>
            <a:ext cx="2057936" cy="470165"/>
          </a:xfrm>
          <a:prstGeom prst="rect">
            <a:avLst/>
          </a:prstGeom>
        </p:spPr>
      </p:pic>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1" name="TextBox 20"/>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spTree>
    <p:extLst>
      <p:ext uri="{BB962C8B-B14F-4D97-AF65-F5344CB8AC3E}">
        <p14:creationId xmlns:p14="http://schemas.microsoft.com/office/powerpoint/2010/main" val="268311875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B1_Tang">
    <p:spTree>
      <p:nvGrpSpPr>
        <p:cNvPr id="1" name=""/>
        <p:cNvGrpSpPr/>
        <p:nvPr/>
      </p:nvGrpSpPr>
      <p:grpSpPr>
        <a:xfrm>
          <a:off x="0" y="0"/>
          <a:ext cx="0" cy="0"/>
          <a:chOff x="0" y="0"/>
          <a:chExt cx="0" cy="0"/>
        </a:xfrm>
      </p:grpSpPr>
      <p:sp>
        <p:nvSpPr>
          <p:cNvPr id="9" name="Focus Frame 2"/>
          <p:cNvSpPr>
            <a:spLocks noChangeAspect="1"/>
          </p:cNvSpPr>
          <p:nvPr userDrawn="1"/>
        </p:nvSpPr>
        <p:spPr bwMode="auto">
          <a:xfrm>
            <a:off x="7058822" y="1343025"/>
            <a:ext cx="160433" cy="3291840"/>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pic>
        <p:nvPicPr>
          <p:cNvPr id="11"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9682533" y="5971556"/>
            <a:ext cx="2057936" cy="470165"/>
          </a:xfrm>
          <a:prstGeom prst="rect">
            <a:avLst/>
          </a:prstGeom>
        </p:spPr>
      </p:pic>
    </p:spTree>
    <p:extLst>
      <p:ext uri="{BB962C8B-B14F-4D97-AF65-F5344CB8AC3E}">
        <p14:creationId xmlns:p14="http://schemas.microsoft.com/office/powerpoint/2010/main" val="251224209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B1_Lemon">
    <p:spTree>
      <p:nvGrpSpPr>
        <p:cNvPr id="1" name=""/>
        <p:cNvGrpSpPr/>
        <p:nvPr/>
      </p:nvGrpSpPr>
      <p:grpSpPr>
        <a:xfrm>
          <a:off x="0" y="0"/>
          <a:ext cx="0" cy="0"/>
          <a:chOff x="0" y="0"/>
          <a:chExt cx="0" cy="0"/>
        </a:xfrm>
      </p:grpSpPr>
      <p:sp>
        <p:nvSpPr>
          <p:cNvPr id="9" name="Focus Frame 2"/>
          <p:cNvSpPr>
            <a:spLocks noChangeAspect="1"/>
          </p:cNvSpPr>
          <p:nvPr userDrawn="1"/>
        </p:nvSpPr>
        <p:spPr bwMode="auto">
          <a:xfrm>
            <a:off x="7058822" y="1343025"/>
            <a:ext cx="160433" cy="3291840"/>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pic>
        <p:nvPicPr>
          <p:cNvPr id="11"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9682533" y="5971556"/>
            <a:ext cx="2057936" cy="470165"/>
          </a:xfrm>
          <a:prstGeom prst="rect">
            <a:avLst/>
          </a:prstGeom>
        </p:spPr>
      </p:pic>
    </p:spTree>
    <p:extLst>
      <p:ext uri="{BB962C8B-B14F-4D97-AF65-F5344CB8AC3E}">
        <p14:creationId xmlns:p14="http://schemas.microsoft.com/office/powerpoint/2010/main" val="1506269273"/>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B1_Rose">
    <p:spTree>
      <p:nvGrpSpPr>
        <p:cNvPr id="1" name=""/>
        <p:cNvGrpSpPr/>
        <p:nvPr/>
      </p:nvGrpSpPr>
      <p:grpSpPr>
        <a:xfrm>
          <a:off x="0" y="0"/>
          <a:ext cx="0" cy="0"/>
          <a:chOff x="0" y="0"/>
          <a:chExt cx="0" cy="0"/>
        </a:xfrm>
      </p:grpSpPr>
      <p:sp>
        <p:nvSpPr>
          <p:cNvPr id="9" name="Focus Frame 2"/>
          <p:cNvSpPr>
            <a:spLocks noChangeAspect="1"/>
          </p:cNvSpPr>
          <p:nvPr userDrawn="1"/>
        </p:nvSpPr>
        <p:spPr bwMode="auto">
          <a:xfrm>
            <a:off x="7058822" y="1343025"/>
            <a:ext cx="160433" cy="3291840"/>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2" name="Focus Frame 2"/>
          <p:cNvSpPr>
            <a:spLocks noChangeAspect="1"/>
          </p:cNvSpPr>
          <p:nvPr userDrawn="1"/>
        </p:nvSpPr>
        <p:spPr bwMode="auto">
          <a:xfrm>
            <a:off x="1588464" y="1343025"/>
            <a:ext cx="160433" cy="3291840"/>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3" name="Text Placeholder 4"/>
          <p:cNvSpPr>
            <a:spLocks noGrp="1"/>
          </p:cNvSpPr>
          <p:nvPr>
            <p:ph type="body" sz="quarter" idx="10" hasCustomPrompt="1"/>
          </p:nvPr>
        </p:nvSpPr>
        <p:spPr>
          <a:xfrm>
            <a:off x="2166861" y="3804785"/>
            <a:ext cx="4545024" cy="553998"/>
          </a:xfrm>
        </p:spPr>
        <p:txBody>
          <a:bodyPr wrap="square">
            <a:spAutoFit/>
          </a:bodyPr>
          <a:lstStyle>
            <a:lvl1pPr marL="0" indent="0">
              <a:lnSpc>
                <a:spcPct val="100000"/>
              </a:lnSpc>
              <a:spcAft>
                <a:spcPts val="0"/>
              </a:spcAft>
              <a:buNone/>
              <a:defRPr sz="1800" baseline="0"/>
            </a:lvl1pPr>
            <a:lvl2pPr marL="0" indent="0">
              <a:buNone/>
              <a:defRPr/>
            </a:lvl2pPr>
            <a:lvl3pPr marL="0" indent="0">
              <a:buNone/>
              <a:defRPr/>
            </a:lvl3pPr>
            <a:lvl4pPr marL="0" indent="0">
              <a:buNone/>
              <a:defRPr/>
            </a:lvl4pPr>
            <a:lvl5pPr marL="0" indent="0">
              <a:buNone/>
              <a:defRPr/>
            </a:lvl5pPr>
          </a:lstStyle>
          <a:p>
            <a:pPr lvl="0"/>
            <a:r>
              <a:rPr lang="en-US" dirty="0"/>
              <a:t>Click to add Presenter Name</a:t>
            </a:r>
            <a:br>
              <a:rPr lang="en-US" dirty="0"/>
            </a:br>
            <a:r>
              <a:rPr lang="en-US" dirty="0"/>
              <a:t>Add date on second line</a:t>
            </a:r>
          </a:p>
        </p:txBody>
      </p:sp>
      <p:sp>
        <p:nvSpPr>
          <p:cNvPr id="16" name="Title 1"/>
          <p:cNvSpPr>
            <a:spLocks noGrp="1"/>
          </p:cNvSpPr>
          <p:nvPr>
            <p:ph type="ctrTitle"/>
          </p:nvPr>
        </p:nvSpPr>
        <p:spPr>
          <a:xfrm>
            <a:off x="2166861" y="1687986"/>
            <a:ext cx="4545024" cy="1994392"/>
          </a:xfrm>
        </p:spPr>
        <p:txBody>
          <a:bodyPr wrap="square" anchor="ctr" anchorCtr="0">
            <a:noAutofit/>
          </a:bodyPr>
          <a:lstStyle>
            <a:lvl1pPr algn="l">
              <a:defRPr sz="3600"/>
            </a:lvl1pPr>
          </a:lstStyle>
          <a:p>
            <a:endParaRPr lang="en-US" dirty="0"/>
          </a:p>
        </p:txBody>
      </p:sp>
      <p:sp>
        <p:nvSpPr>
          <p:cNvPr id="20" name="TextBox 19"/>
          <p:cNvSpPr txBox="1"/>
          <p:nvPr userDrawn="1"/>
        </p:nvSpPr>
        <p:spPr bwMode="gray">
          <a:xfrm>
            <a:off x="460256" y="6134024"/>
            <a:ext cx="7098135" cy="323165"/>
          </a:xfrm>
          <a:prstGeom prst="rect">
            <a:avLst/>
          </a:prstGeom>
          <a:noFill/>
        </p:spPr>
        <p:txBody>
          <a:bodyPr wrap="square" lIns="0" tIns="0" rIns="0" bIns="0" anchor="t" anchorCtr="0">
            <a:spAutoFit/>
          </a:bodyPr>
          <a:lstStyle/>
          <a:p>
            <a:pPr algn="l" eaLnBrk="0" hangingPunct="0">
              <a:lnSpc>
                <a:spcPct val="100000"/>
              </a:lnSpc>
              <a:spcBef>
                <a:spcPts val="0"/>
              </a:spcBef>
              <a:spcAft>
                <a:spcPts val="0"/>
              </a:spcAft>
              <a:defRPr/>
            </a:pPr>
            <a:r>
              <a:rPr lang="en-US" sz="700" b="0" i="0" u="none" strike="noStrike" kern="1200" dirty="0">
                <a:solidFill>
                  <a:srgbClr val="979D9D"/>
                </a:solidFill>
                <a:effectLst/>
                <a:latin typeface="Arial" charset="0"/>
                <a:ea typeface="Arial Unicode MS" pitchFamily="34" charset="-128"/>
                <a:cs typeface="Arial Unicode MS" pitchFamily="34" charset="-128"/>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solidFill>
                <a:srgbClr val="979D9D"/>
              </a:solidFill>
              <a:ea typeface="Arial Unicode MS" pitchFamily="34" charset="-128"/>
              <a:cs typeface="Arial Unicode MS" pitchFamily="34" charset="-128"/>
            </a:endParaRPr>
          </a:p>
        </p:txBody>
      </p:sp>
      <p:pic>
        <p:nvPicPr>
          <p:cNvPr id="11" name="Gartner Logo">
            <a:extLst>
              <a:ext uri="{FF2B5EF4-FFF2-40B4-BE49-F238E27FC236}">
                <a16:creationId xmlns:a16="http://schemas.microsoft.com/office/drawing/2014/main" id="{E537F604-AEEC-FF43-B5BF-9B08BDD39D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black">
          <a:xfrm>
            <a:off x="9682533" y="5971556"/>
            <a:ext cx="2057936" cy="470165"/>
          </a:xfrm>
          <a:prstGeom prst="rect">
            <a:avLst/>
          </a:prstGeom>
        </p:spPr>
      </p:pic>
    </p:spTree>
    <p:extLst>
      <p:ext uri="{BB962C8B-B14F-4D97-AF65-F5344CB8AC3E}">
        <p14:creationId xmlns:p14="http://schemas.microsoft.com/office/powerpoint/2010/main" val="2152423458"/>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B1_Steel">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22755955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B1_Tan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19096082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vider B1_Lem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22265270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 B1_Ros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367EBE-ACE4-6A4A-8194-81828A72B691}"/>
              </a:ext>
            </a:extLst>
          </p:cNvPr>
          <p:cNvSpPr/>
          <p:nvPr userDrawn="1"/>
        </p:nvSpPr>
        <p:spPr bwMode="auto">
          <a:xfrm>
            <a:off x="7140899" y="1354039"/>
            <a:ext cx="5051100" cy="328692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433B9AE8-D471-4240-AAF9-7F4A822FF5B3}"/>
              </a:ext>
            </a:extLst>
          </p:cNvPr>
          <p:cNvSpPr/>
          <p:nvPr userDrawn="1"/>
        </p:nvSpPr>
        <p:spPr bwMode="auto">
          <a:xfrm>
            <a:off x="-2" y="1354039"/>
            <a:ext cx="1753954" cy="328692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0" name="Title 5">
            <a:extLst>
              <a:ext uri="{FF2B5EF4-FFF2-40B4-BE49-F238E27FC236}">
                <a16:creationId xmlns:a16="http://schemas.microsoft.com/office/drawing/2014/main" id="{BA38D267-B215-E146-94C8-2EA867ED1E60}"/>
              </a:ext>
            </a:extLst>
          </p:cNvPr>
          <p:cNvSpPr>
            <a:spLocks noGrp="1"/>
          </p:cNvSpPr>
          <p:nvPr>
            <p:ph type="title"/>
          </p:nvPr>
        </p:nvSpPr>
        <p:spPr>
          <a:xfrm>
            <a:off x="2055247" y="1527176"/>
            <a:ext cx="4906765" cy="2937249"/>
          </a:xfrm>
        </p:spPr>
        <p:txBody>
          <a:bodyPr vert="horz" lIns="0" tIns="0" rIns="0" bIns="0" rtlCol="0" anchor="ctr">
            <a:noAutofit/>
          </a:bodyPr>
          <a:lstStyle>
            <a:lvl1pPr>
              <a:lnSpc>
                <a:spcPct val="100000"/>
              </a:lnSpc>
              <a:defRPr lang="en-US" sz="3200" b="0">
                <a:solidFill>
                  <a:schemeClr val="accent1"/>
                </a:solidFill>
                <a:latin typeface="+mj-lt"/>
                <a:ea typeface="+mn-ea"/>
                <a:cs typeface="Arial Black" panose="020B0604020202020204" pitchFamily="34" charset="0"/>
              </a:defRPr>
            </a:lvl1pPr>
          </a:lstStyle>
          <a:p>
            <a:pPr lvl="0">
              <a:spcBef>
                <a:spcPts val="0"/>
              </a:spcBef>
              <a:buClr>
                <a:schemeClr val="tx1"/>
              </a:buClr>
              <a:buSzPct val="90000"/>
              <a:buFont typeface="Wingdings" panose="05000000000000000000" pitchFamily="2" charset="2"/>
              <a:buNone/>
            </a:pPr>
            <a:r>
              <a:rPr lang="en-US"/>
              <a:t>Click to edit Master title style</a:t>
            </a:r>
            <a:endParaRPr lang="en-US" dirty="0"/>
          </a:p>
        </p:txBody>
      </p:sp>
    </p:spTree>
    <p:extLst>
      <p:ext uri="{BB962C8B-B14F-4D97-AF65-F5344CB8AC3E}">
        <p14:creationId xmlns:p14="http://schemas.microsoft.com/office/powerpoint/2010/main" val="32972832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B1_Steel">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8328048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Quote B1_Tang">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28658791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B1_Lemon">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gray">
          <a:xfrm>
            <a:off x="474077"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gray">
          <a:xfrm>
            <a:off x="9422804"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22340560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B1_Rose">
    <p:spTree>
      <p:nvGrpSpPr>
        <p:cNvPr id="1" name=""/>
        <p:cNvGrpSpPr/>
        <p:nvPr/>
      </p:nvGrpSpPr>
      <p:grpSpPr>
        <a:xfrm>
          <a:off x="0" y="0"/>
          <a:ext cx="0" cy="0"/>
          <a:chOff x="0" y="0"/>
          <a:chExt cx="0" cy="0"/>
        </a:xfrm>
      </p:grpSpPr>
      <p:sp>
        <p:nvSpPr>
          <p:cNvPr id="6" name="Title 2"/>
          <p:cNvSpPr>
            <a:spLocks noGrp="1"/>
          </p:cNvSpPr>
          <p:nvPr>
            <p:ph type="title" hasCustomPrompt="1"/>
          </p:nvPr>
        </p:nvSpPr>
        <p:spPr>
          <a:xfrm>
            <a:off x="1167116" y="920688"/>
            <a:ext cx="7842706" cy="4640295"/>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7" name="Rectangle 6"/>
          <p:cNvSpPr>
            <a:spLocks noChangeAspect="1"/>
          </p:cNvSpPr>
          <p:nvPr userDrawn="1"/>
        </p:nvSpPr>
        <p:spPr bwMode="ltGray">
          <a:xfrm>
            <a:off x="474077"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8" name="Rectangle 7"/>
          <p:cNvSpPr>
            <a:spLocks noChangeAspect="1"/>
          </p:cNvSpPr>
          <p:nvPr userDrawn="1"/>
        </p:nvSpPr>
        <p:spPr bwMode="ltGray">
          <a:xfrm>
            <a:off x="9422804"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9" name="Text Placeholder 11">
            <a:extLst>
              <a:ext uri="{FF2B5EF4-FFF2-40B4-BE49-F238E27FC236}">
                <a16:creationId xmlns:a16="http://schemas.microsoft.com/office/drawing/2014/main" id="{5B6CBD6E-4EFD-3A43-940F-8E12AD0605A8}"/>
              </a:ext>
            </a:extLst>
          </p:cNvPr>
          <p:cNvSpPr>
            <a:spLocks noGrp="1"/>
          </p:cNvSpPr>
          <p:nvPr>
            <p:ph type="body" sz="quarter" idx="11" hasCustomPrompt="1"/>
          </p:nvPr>
        </p:nvSpPr>
        <p:spPr>
          <a:xfrm>
            <a:off x="1167117" y="5583239"/>
            <a:ext cx="7842704" cy="403225"/>
          </a:xfrm>
        </p:spPr>
        <p:txBody>
          <a:bodyPr/>
          <a:lstStyle>
            <a:lvl1pPr marL="0" indent="0">
              <a:buNone/>
              <a:defRPr sz="1400">
                <a:solidFill>
                  <a:schemeClr val="tx1"/>
                </a:solidFill>
              </a:defRPr>
            </a:lvl1pPr>
          </a:lstStyle>
          <a:p>
            <a:pPr lvl="0"/>
            <a:r>
              <a:rPr lang="en-US" sz="1400" dirty="0"/>
              <a:t>Quote attribution placeholder</a:t>
            </a:r>
            <a:endParaRPr lang="en-US" dirty="0"/>
          </a:p>
        </p:txBody>
      </p:sp>
    </p:spTree>
    <p:extLst>
      <p:ext uri="{BB962C8B-B14F-4D97-AF65-F5344CB8AC3E}">
        <p14:creationId xmlns:p14="http://schemas.microsoft.com/office/powerpoint/2010/main" val="19933414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B2_Steel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auto">
          <a:xfrm>
            <a:off x="6426219"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auto">
          <a:xfrm>
            <a:off x="473765" y="920687"/>
            <a:ext cx="246952" cy="5065776"/>
          </a:xfrm>
          <a:prstGeom prst="rect">
            <a:avLst/>
          </a:prstGeom>
          <a:solidFill>
            <a:srgbClr val="6F7878"/>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4008960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B2_Tang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auto">
          <a:xfrm>
            <a:off x="6426219"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auto">
          <a:xfrm>
            <a:off x="473765" y="920687"/>
            <a:ext cx="246952" cy="5065776"/>
          </a:xfrm>
          <a:prstGeom prst="rect">
            <a:avLst/>
          </a:prstGeom>
          <a:solidFill>
            <a:srgbClr val="FF540A"/>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7658315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B2_Lemon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invGray">
          <a:xfrm>
            <a:off x="6426219"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invGray">
          <a:xfrm>
            <a:off x="473765" y="920687"/>
            <a:ext cx="246952" cy="5065776"/>
          </a:xfrm>
          <a:prstGeom prst="rect">
            <a:avLst/>
          </a:prstGeom>
          <a:solidFill>
            <a:srgbClr val="FEC10D"/>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0592754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ote B2_Rose with photo">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B80F6528-EE68-E547-B691-7520BAE19AE6}"/>
              </a:ext>
            </a:extLst>
          </p:cNvPr>
          <p:cNvSpPr>
            <a:spLocks noGrp="1"/>
          </p:cNvSpPr>
          <p:nvPr>
            <p:ph type="pic" sz="quarter" idx="11"/>
          </p:nvPr>
        </p:nvSpPr>
        <p:spPr>
          <a:xfrm>
            <a:off x="7043912" y="1343025"/>
            <a:ext cx="4689182" cy="4298950"/>
          </a:xfrm>
        </p:spPr>
        <p:txBody>
          <a:bodyPr/>
          <a:lstStyle/>
          <a:p>
            <a:r>
              <a:rPr lang="en-US" dirty="0"/>
              <a:t>Click icon to add picture</a:t>
            </a:r>
          </a:p>
        </p:txBody>
      </p:sp>
      <p:sp>
        <p:nvSpPr>
          <p:cNvPr id="8" name="Text Placeholder 11">
            <a:extLst>
              <a:ext uri="{FF2B5EF4-FFF2-40B4-BE49-F238E27FC236}">
                <a16:creationId xmlns:a16="http://schemas.microsoft.com/office/drawing/2014/main" id="{88A909D5-54FC-434E-A562-A62EE938E1A0}"/>
              </a:ext>
            </a:extLst>
          </p:cNvPr>
          <p:cNvSpPr>
            <a:spLocks noGrp="1"/>
          </p:cNvSpPr>
          <p:nvPr>
            <p:ph type="body" sz="quarter" idx="12" hasCustomPrompt="1"/>
          </p:nvPr>
        </p:nvSpPr>
        <p:spPr>
          <a:xfrm>
            <a:off x="1092084" y="5469731"/>
            <a:ext cx="4962768" cy="344489"/>
          </a:xfrm>
        </p:spPr>
        <p:txBody>
          <a:bodyPr/>
          <a:lstStyle>
            <a:lvl1pPr marL="0" indent="0">
              <a:buNone/>
              <a:defRPr sz="1400">
                <a:solidFill>
                  <a:schemeClr val="tx1"/>
                </a:solidFill>
              </a:defRPr>
            </a:lvl1pPr>
          </a:lstStyle>
          <a:p>
            <a:pPr lvl="0"/>
            <a:r>
              <a:rPr lang="en-US" sz="1400" dirty="0"/>
              <a:t>Quote attribution placeholder</a:t>
            </a:r>
            <a:endParaRPr lang="en-US" dirty="0"/>
          </a:p>
        </p:txBody>
      </p:sp>
      <p:sp>
        <p:nvSpPr>
          <p:cNvPr id="9" name="Title 2"/>
          <p:cNvSpPr>
            <a:spLocks noGrp="1"/>
          </p:cNvSpPr>
          <p:nvPr>
            <p:ph type="title" hasCustomPrompt="1"/>
          </p:nvPr>
        </p:nvSpPr>
        <p:spPr>
          <a:xfrm>
            <a:off x="1092085" y="923926"/>
            <a:ext cx="4962768" cy="4545804"/>
          </a:xfrm>
        </p:spPr>
        <p:txBody>
          <a:bodyPr anchor="ctr" anchorCtr="0"/>
          <a:lstStyle>
            <a:lvl1pPr marL="228600" indent="-228600">
              <a:lnSpc>
                <a:spcPct val="100000"/>
              </a:lnSpc>
              <a:defRPr/>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ur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0" name="Rectangle 9"/>
          <p:cNvSpPr>
            <a:spLocks noChangeAspect="1"/>
          </p:cNvSpPr>
          <p:nvPr userDrawn="1"/>
        </p:nvSpPr>
        <p:spPr bwMode="ltGray">
          <a:xfrm>
            <a:off x="6426219"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
        <p:nvSpPr>
          <p:cNvPr id="11" name="Rectangle 10"/>
          <p:cNvSpPr>
            <a:spLocks noChangeAspect="1"/>
          </p:cNvSpPr>
          <p:nvPr userDrawn="1"/>
        </p:nvSpPr>
        <p:spPr bwMode="ltGray">
          <a:xfrm>
            <a:off x="473765" y="920687"/>
            <a:ext cx="246952" cy="5065776"/>
          </a:xfrm>
          <a:prstGeom prst="rect">
            <a:avLst/>
          </a:prstGeom>
          <a:solidFill>
            <a:srgbClr val="E81159"/>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8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183861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6" Type="http://schemas.openxmlformats.org/officeDocument/2006/relationships/image" Target="../media/image4.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theme" Target="../theme/theme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image" Target="../media/image1.pn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image" Target="../media/image6.pn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theme" Target="../theme/theme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Gartner Logo"/>
          <p:cNvPicPr>
            <a:picLocks noChangeAspect="1"/>
          </p:cNvPicPr>
          <p:nvPr userDrawn="1"/>
        </p:nvPicPr>
        <p:blipFill>
          <a:blip r:embed="rId19" cstate="print">
            <a:extLst>
              <a:ext uri="{28A0092B-C50C-407E-A947-70E740481C1C}">
                <a14:useLocalDpi xmlns:a14="http://schemas.microsoft.com/office/drawing/2010/main"/>
              </a:ext>
            </a:extLst>
          </a:blip>
          <a:stretch>
            <a:fillRect/>
          </a:stretch>
        </p:blipFill>
        <p:spPr>
          <a:xfrm>
            <a:off x="10452994" y="6241458"/>
            <a:ext cx="1280218" cy="292850"/>
          </a:xfrm>
          <a:prstGeom prst="rect">
            <a:avLst/>
          </a:prstGeom>
        </p:spPr>
      </p:pic>
      <p:sp>
        <p:nvSpPr>
          <p:cNvPr id="10" name="TextBox 9"/>
          <p:cNvSpPr txBox="1"/>
          <p:nvPr userDrawn="1"/>
        </p:nvSpPr>
        <p:spPr>
          <a:xfrm>
            <a:off x="457201" y="6439286"/>
            <a:ext cx="7306732" cy="107722"/>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700" smtClean="0">
                <a:solidFill>
                  <a:srgbClr val="979D9D"/>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dirty="0">
                <a:solidFill>
                  <a:srgbClr val="979D9D"/>
                </a:solidFill>
              </a:rPr>
              <a:t>	© 2021 Gartner, Inc. and/or its affiliates. All rights reserved. Gartner is a registered trademark of Gartner, Inc. and its affiliates.</a:t>
            </a:r>
          </a:p>
        </p:txBody>
      </p:sp>
    </p:spTree>
    <p:extLst>
      <p:ext uri="{BB962C8B-B14F-4D97-AF65-F5344CB8AC3E}">
        <p14:creationId xmlns:p14="http://schemas.microsoft.com/office/powerpoint/2010/main" val="3362298311"/>
      </p:ext>
    </p:extLst>
  </p:cSld>
  <p:clrMap bg1="lt1" tx1="dk1" bg2="lt2" tx2="dk2" accent1="accent1" accent2="accent2" accent3="accent3" accent4="accent4" accent5="accent5" accent6="accent6" hlink="hlink" folHlink="folHlink"/>
  <p:sldLayoutIdLst>
    <p:sldLayoutId id="2147483745" r:id="rId1"/>
    <p:sldLayoutId id="2147483786" r:id="rId2"/>
    <p:sldLayoutId id="2147483751" r:id="rId3"/>
    <p:sldLayoutId id="2147483750" r:id="rId4"/>
    <p:sldLayoutId id="2147483746" r:id="rId5"/>
    <p:sldLayoutId id="2147483759" r:id="rId6"/>
    <p:sldLayoutId id="2147483748" r:id="rId7"/>
    <p:sldLayoutId id="2147483761" r:id="rId8"/>
    <p:sldLayoutId id="2147483762" r:id="rId9"/>
    <p:sldLayoutId id="2147483763" r:id="rId10"/>
    <p:sldLayoutId id="2147483764" r:id="rId11"/>
    <p:sldLayoutId id="2147483788" r:id="rId12"/>
    <p:sldLayoutId id="2147483789" r:id="rId13"/>
    <p:sldLayoutId id="2147483790" r:id="rId14"/>
    <p:sldLayoutId id="2147483791" r:id="rId15"/>
    <p:sldLayoutId id="2147483792" r:id="rId16"/>
    <p:sldLayoutId id="2147483793" r:id="rId17"/>
  </p:sldLayoutIdLst>
  <p:hf sldNum="0" hdr="0" ftr="0" dt="0"/>
  <p:txStyles>
    <p:title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tx2"/>
        </a:buClr>
        <a:buSzPct val="90000"/>
        <a:buFont typeface="Wingdings" panose="05000000000000000000"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3" pos="288" userDrawn="1">
          <p15:clr>
            <a:srgbClr val="5ACBF0"/>
          </p15:clr>
        </p15:guide>
        <p15:guide id="4" orient="horz" pos="2160" userDrawn="1">
          <p15:clr>
            <a:srgbClr val="A4A3A4"/>
          </p15:clr>
        </p15:guide>
        <p15:guide id="5" orient="horz" pos="231" userDrawn="1">
          <p15:clr>
            <a:srgbClr val="5ACBF0"/>
          </p15:clr>
        </p15:guide>
        <p15:guide id="6" pos="7391" userDrawn="1">
          <p15:clr>
            <a:srgbClr val="5ACBF0"/>
          </p15:clr>
        </p15:guide>
        <p15:guide id="7" orient="horz" pos="3772" userDrawn="1">
          <p15:clr>
            <a:srgbClr val="FBAE40"/>
          </p15:clr>
        </p15:guide>
        <p15:guide id="9" orient="horz" pos="4110" userDrawn="1">
          <p15:clr>
            <a:srgbClr val="5ACBF0"/>
          </p15:clr>
        </p15:guide>
        <p15:guide id="10" orient="horz" pos="537" userDrawn="1">
          <p15:clr>
            <a:srgbClr val="FDE53C"/>
          </p15:clr>
        </p15:guide>
        <p15:guide id="11" orient="horz" pos="846" userDrawn="1">
          <p15:clr>
            <a:srgbClr val="FDE53C"/>
          </p15:clr>
        </p15:guide>
        <p15:guide id="12" orient="horz" pos="962" userDrawn="1">
          <p15:clr>
            <a:srgbClr val="5ACBF0"/>
          </p15:clr>
        </p15:guide>
        <p15:guide id="13" orient="horz" pos="4035" userDrawn="1">
          <p15:clr>
            <a:srgbClr val="5ACBF0"/>
          </p15:clr>
        </p15:guide>
        <p15:guide id="14" pos="3752" userDrawn="1">
          <p15:clr>
            <a:srgbClr val="5ACBF0"/>
          </p15:clr>
        </p15:guide>
        <p15:guide id="15" pos="3927" userDrawn="1">
          <p15:clr>
            <a:srgbClr val="5ACBF0"/>
          </p15:clr>
        </p15:guide>
        <p15:guide id="16" orient="horz" pos="3947" userDrawn="1">
          <p15:clr>
            <a:srgbClr val="5ACBF0"/>
          </p15:clr>
        </p15:guide>
        <p15:guide id="17" pos="2655" userDrawn="1">
          <p15:clr>
            <a:srgbClr val="A4A3A4"/>
          </p15:clr>
        </p15:guide>
        <p15:guide id="19" pos="502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Gartner Logo"/>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bwMode="black">
          <a:xfrm>
            <a:off x="10452994" y="6241641"/>
            <a:ext cx="1280218" cy="292484"/>
          </a:xfrm>
          <a:prstGeom prst="rect">
            <a:avLst/>
          </a:prstGeom>
        </p:spPr>
      </p:pic>
      <p:sp>
        <p:nvSpPr>
          <p:cNvPr id="10" name="TextBox 9"/>
          <p:cNvSpPr txBox="1"/>
          <p:nvPr userDrawn="1"/>
        </p:nvSpPr>
        <p:spPr>
          <a:xfrm>
            <a:off x="457201" y="6439286"/>
            <a:ext cx="7181849" cy="107722"/>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700" b="0" kern="1200" smtClean="0">
                <a:solidFill>
                  <a:srgbClr val="979D9D"/>
                </a:solidFill>
                <a:latin typeface="+mn-lt"/>
                <a:ea typeface="+mn-ea"/>
                <a:cs typeface="+mn-cs"/>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b="0" kern="1200" dirty="0">
                <a:solidFill>
                  <a:srgbClr val="979D9D"/>
                </a:solidFill>
                <a:latin typeface="+mn-lt"/>
                <a:ea typeface="+mn-ea"/>
                <a:cs typeface="+mn-cs"/>
              </a:rPr>
              <a:t>	© 2021 Gartner, Inc. and/or its affiliates. All rights reserved. Gartner is a registered trademark of Gartner, Inc. and its affiliates.</a:t>
            </a:r>
          </a:p>
        </p:txBody>
      </p:sp>
    </p:spTree>
    <p:extLst>
      <p:ext uri="{BB962C8B-B14F-4D97-AF65-F5344CB8AC3E}">
        <p14:creationId xmlns:p14="http://schemas.microsoft.com/office/powerpoint/2010/main" val="2025644939"/>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3" r:id="rId4"/>
    <p:sldLayoutId id="2147483802" r:id="rId5"/>
    <p:sldLayoutId id="2147483804" r:id="rId6"/>
    <p:sldLayoutId id="2147483805" r:id="rId7"/>
    <p:sldLayoutId id="2147483806" r:id="rId8"/>
    <p:sldLayoutId id="2147483807" r:id="rId9"/>
    <p:sldLayoutId id="2147483809" r:id="rId10"/>
    <p:sldLayoutId id="2147483810" r:id="rId11"/>
    <p:sldLayoutId id="2147483811" r:id="rId12"/>
    <p:sldLayoutId id="2147483812" r:id="rId13"/>
    <p:sldLayoutId id="2147483813" r:id="rId14"/>
  </p:sldLayoutIdLst>
  <p:hf sldNum="0" hdr="0" ftr="0" dt="0"/>
  <p:txStyles>
    <p:title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tx2"/>
        </a:buClr>
        <a:buSzPct val="90000"/>
        <a:buFont typeface="Wingdings" panose="05000000000000000000"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userDrawn="1">
          <p15:clr>
            <a:srgbClr val="5ACBF0"/>
          </p15:clr>
        </p15:guide>
        <p15:guide id="12" pos="3752">
          <p15:clr>
            <a:srgbClr val="5ACBF0"/>
          </p15:clr>
        </p15:guide>
        <p15:guide id="13" pos="3927">
          <p15:clr>
            <a:srgbClr val="5ACBF0"/>
          </p15:clr>
        </p15:guide>
        <p15:guide id="14" orient="horz" pos="3947" userDrawn="1">
          <p15:clr>
            <a:srgbClr val="5ACBF0"/>
          </p15:clr>
        </p15:guide>
        <p15:guide id="15" pos="2655" userDrawn="1">
          <p15:clr>
            <a:srgbClr val="A4A3A4"/>
          </p15:clr>
        </p15:guide>
        <p15:guide id="16" pos="502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Gartner Logo"/>
          <p:cNvPicPr>
            <a:picLocks noChangeAspect="1"/>
          </p:cNvPicPr>
          <p:nvPr userDrawn="1"/>
        </p:nvPicPr>
        <p:blipFill>
          <a:blip r:embed="rId18" cstate="print">
            <a:extLst>
              <a:ext uri="{28A0092B-C50C-407E-A947-70E740481C1C}">
                <a14:useLocalDpi xmlns:a14="http://schemas.microsoft.com/office/drawing/2010/main"/>
              </a:ext>
            </a:extLst>
          </a:blip>
          <a:stretch>
            <a:fillRect/>
          </a:stretch>
        </p:blipFill>
        <p:spPr>
          <a:xfrm>
            <a:off x="10452994" y="6241458"/>
            <a:ext cx="1280218" cy="292850"/>
          </a:xfrm>
          <a:prstGeom prst="rect">
            <a:avLst/>
          </a:prstGeom>
        </p:spPr>
      </p:pic>
      <p:sp>
        <p:nvSpPr>
          <p:cNvPr id="10" name="TextBox 9"/>
          <p:cNvSpPr txBox="1"/>
          <p:nvPr userDrawn="1"/>
        </p:nvSpPr>
        <p:spPr>
          <a:xfrm>
            <a:off x="457201" y="6439286"/>
            <a:ext cx="7181849" cy="107722"/>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700" smtClean="0">
                <a:solidFill>
                  <a:srgbClr val="979D9D"/>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dirty="0">
                <a:solidFill>
                  <a:srgbClr val="979D9D"/>
                </a:solidFill>
              </a:rPr>
              <a:t>	© 2021 Gartner, Inc. and/or its affiliates. All rights reserved. Gartner is a registered trademark of Gartner, Inc. and its affiliates.</a:t>
            </a:r>
          </a:p>
        </p:txBody>
      </p:sp>
    </p:spTree>
    <p:extLst>
      <p:ext uri="{BB962C8B-B14F-4D97-AF65-F5344CB8AC3E}">
        <p14:creationId xmlns:p14="http://schemas.microsoft.com/office/powerpoint/2010/main" val="520007369"/>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 id="2147483851" r:id="rId14"/>
    <p:sldLayoutId id="2147483852" r:id="rId15"/>
    <p:sldLayoutId id="2147483853" r:id="rId16"/>
  </p:sldLayoutIdLst>
  <p:hf sldNum="0" hdr="0" ftr="0" dt="0"/>
  <p:txStyles>
    <p:title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tx2"/>
        </a:buClr>
        <a:buSzPct val="90000"/>
        <a:buFont typeface="Wingdings" panose="05000000000000000000"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userDrawn="1">
          <p15:clr>
            <a:srgbClr val="5ACBF0"/>
          </p15:clr>
        </p15:guide>
        <p15:guide id="12" pos="3752">
          <p15:clr>
            <a:srgbClr val="5ACBF0"/>
          </p15:clr>
        </p15:guide>
        <p15:guide id="13" pos="3927">
          <p15:clr>
            <a:srgbClr val="5ACBF0"/>
          </p15:clr>
        </p15:guide>
        <p15:guide id="14" orient="horz" pos="3947" userDrawn="1">
          <p15:clr>
            <a:srgbClr val="5ACBF0"/>
          </p15:clr>
        </p15:guide>
        <p15:guide id="15" pos="2655" userDrawn="1">
          <p15:clr>
            <a:srgbClr val="A4A3A4"/>
          </p15:clr>
        </p15:guide>
        <p15:guide id="16" pos="5025"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Gartner Logo"/>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bwMode="black">
          <a:xfrm>
            <a:off x="10452994" y="6241641"/>
            <a:ext cx="1280218" cy="292484"/>
          </a:xfrm>
          <a:prstGeom prst="rect">
            <a:avLst/>
          </a:prstGeom>
        </p:spPr>
      </p:pic>
      <p:sp>
        <p:nvSpPr>
          <p:cNvPr id="10" name="TextBox 9"/>
          <p:cNvSpPr txBox="1"/>
          <p:nvPr userDrawn="1"/>
        </p:nvSpPr>
        <p:spPr>
          <a:xfrm>
            <a:off x="457201" y="6439286"/>
            <a:ext cx="7181849" cy="107722"/>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700" smtClean="0">
                <a:solidFill>
                  <a:srgbClr val="979D9D"/>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dirty="0">
                <a:solidFill>
                  <a:srgbClr val="979D9D"/>
                </a:solidFill>
              </a:rPr>
              <a:t>	© 2021 Gartner, Inc. and/or its affiliates. All rights reserved. Gartner is a registered trademark of Gartner, Inc. and its affiliates.</a:t>
            </a:r>
          </a:p>
        </p:txBody>
      </p:sp>
    </p:spTree>
    <p:extLst>
      <p:ext uri="{BB962C8B-B14F-4D97-AF65-F5344CB8AC3E}">
        <p14:creationId xmlns:p14="http://schemas.microsoft.com/office/powerpoint/2010/main" val="3809325339"/>
      </p:ext>
    </p:extLst>
  </p:cSld>
  <p:clrMap bg1="dk1" tx1="lt1" bg2="dk2" tx2="lt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Lst>
  <p:hf sldNum="0" hdr="0" ftr="0" dt="0"/>
  <p:txStyles>
    <p:title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tx2"/>
        </a:buClr>
        <a:buSzPct val="90000"/>
        <a:buFont typeface="Wingdings" panose="05000000000000000000"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SzPct val="9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userDrawn="1">
          <p15:clr>
            <a:srgbClr val="5ACBF0"/>
          </p15:clr>
        </p15:guide>
        <p15:guide id="12" pos="3752">
          <p15:clr>
            <a:srgbClr val="5ACBF0"/>
          </p15:clr>
        </p15:guide>
        <p15:guide id="13" pos="3927">
          <p15:clr>
            <a:srgbClr val="5ACBF0"/>
          </p15:clr>
        </p15:guide>
        <p15:guide id="14" orient="horz" pos="3947" userDrawn="1">
          <p15:clr>
            <a:srgbClr val="5ACBF0"/>
          </p15:clr>
        </p15:guide>
        <p15:guide id="15" pos="2656" userDrawn="1">
          <p15:clr>
            <a:srgbClr val="A4A3A4"/>
          </p15:clr>
        </p15:guide>
        <p15:guide id="16" pos="502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62BA78-2541-ADB8-B0B2-5944FB6A907B}"/>
              </a:ext>
            </a:extLst>
          </p:cNvPr>
          <p:cNvSpPr txBox="1"/>
          <p:nvPr/>
        </p:nvSpPr>
        <p:spPr>
          <a:xfrm>
            <a:off x="2070100" y="1524000"/>
            <a:ext cx="4838700" cy="2308324"/>
          </a:xfrm>
          <a:prstGeom prst="rect">
            <a:avLst/>
          </a:prstGeom>
          <a:noFill/>
        </p:spPr>
        <p:txBody>
          <a:bodyPr vert="horz" wrap="square" lIns="91440" rtlCol="0">
            <a:spAutoFit/>
          </a:bodyPr>
          <a:lstStyle/>
          <a:p>
            <a:r>
              <a:rPr lang="en-GB" sz="3600">
                <a:solidFill>
                  <a:srgbClr val="002856"/>
                </a:solidFill>
                <a:latin typeface="Arial Black" panose="020B0A04020102020204" pitchFamily="34" charset="0"/>
              </a:rPr>
              <a:t>When to Use a Service Mesh in Cloud-Native Architectures</a:t>
            </a:r>
            <a:endParaRPr lang="en-US" sz="3600" dirty="0" err="1">
              <a:solidFill>
                <a:srgbClr val="002856"/>
              </a:solidFill>
              <a:latin typeface="Arial Black" panose="020B0A04020102020204" pitchFamily="34" charset="0"/>
            </a:endParaRPr>
          </a:p>
        </p:txBody>
      </p:sp>
      <p:sp>
        <p:nvSpPr>
          <p:cNvPr id="3" name="TextBox 2">
            <a:extLst>
              <a:ext uri="{FF2B5EF4-FFF2-40B4-BE49-F238E27FC236}">
                <a16:creationId xmlns:a16="http://schemas.microsoft.com/office/drawing/2014/main" id="{6D4E16EB-83DD-10BA-9840-A1208FEF567D}"/>
              </a:ext>
            </a:extLst>
          </p:cNvPr>
          <p:cNvSpPr txBox="1"/>
          <p:nvPr/>
        </p:nvSpPr>
        <p:spPr>
          <a:xfrm>
            <a:off x="2070100" y="3822700"/>
            <a:ext cx="4838700" cy="369332"/>
          </a:xfrm>
          <a:prstGeom prst="rect">
            <a:avLst/>
          </a:prstGeom>
          <a:noFill/>
        </p:spPr>
        <p:txBody>
          <a:bodyPr vert="horz" wrap="square" lIns="91440" rtlCol="0">
            <a:spAutoFit/>
          </a:bodyPr>
          <a:lstStyle/>
          <a:p>
            <a:r>
              <a:rPr lang="en-US" b="1">
                <a:solidFill>
                  <a:srgbClr val="002856"/>
                </a:solidFill>
                <a:latin typeface="Arial" panose="020B0604020202020204" pitchFamily="34" charset="0"/>
              </a:rPr>
              <a:t>Downloadable Figures</a:t>
            </a:r>
            <a:endParaRPr lang="en-US" b="1" dirty="0" err="1">
              <a:solidFill>
                <a:srgbClr val="002856"/>
              </a:solidFill>
              <a:latin typeface="Arial" panose="020B0604020202020204" pitchFamily="34" charset="0"/>
            </a:endParaRPr>
          </a:p>
        </p:txBody>
      </p:sp>
      <p:sp>
        <p:nvSpPr>
          <p:cNvPr id="4" name="TextBox 3">
            <a:extLst>
              <a:ext uri="{FF2B5EF4-FFF2-40B4-BE49-F238E27FC236}">
                <a16:creationId xmlns:a16="http://schemas.microsoft.com/office/drawing/2014/main" id="{E82F8074-40EB-9EB5-02A1-147238EE2A8B}"/>
              </a:ext>
            </a:extLst>
          </p:cNvPr>
          <p:cNvSpPr txBox="1"/>
          <p:nvPr/>
        </p:nvSpPr>
        <p:spPr>
          <a:xfrm>
            <a:off x="2070100" y="4152900"/>
            <a:ext cx="4838700" cy="369332"/>
          </a:xfrm>
          <a:prstGeom prst="rect">
            <a:avLst/>
          </a:prstGeom>
          <a:noFill/>
        </p:spPr>
        <p:txBody>
          <a:bodyPr vert="horz" wrap="square" lIns="91440" rtlCol="0">
            <a:spAutoFit/>
          </a:bodyPr>
          <a:lstStyle/>
          <a:p>
            <a:r>
              <a:rPr lang="en-US">
                <a:solidFill>
                  <a:srgbClr val="002856"/>
                </a:solidFill>
                <a:latin typeface="Arial" panose="020B0604020202020204" pitchFamily="34" charset="0"/>
              </a:rPr>
              <a:t>Steve Deng, Simon Richard</a:t>
            </a:r>
            <a:endParaRPr lang="en-US" dirty="0" err="1">
              <a:solidFill>
                <a:srgbClr val="002856"/>
              </a:solidFill>
              <a:latin typeface="Arial" panose="020B0604020202020204" pitchFamily="34" charset="0"/>
            </a:endParaRPr>
          </a:p>
        </p:txBody>
      </p:sp>
    </p:spTree>
    <p:extLst>
      <p:ext uri="{BB962C8B-B14F-4D97-AF65-F5344CB8AC3E}">
        <p14:creationId xmlns:p14="http://schemas.microsoft.com/office/powerpoint/2010/main" val="3828814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B1B2DC-5A68-2AB3-B1C3-83EAD1DD1399}"/>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1</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3DDCEB7A-A03E-5F05-88B7-0FDD5A3E0BAF}"/>
              </a:ext>
            </a:extLst>
          </p:cNvPr>
          <p:cNvPicPr>
            <a:picLocks noChangeAspect="1"/>
          </p:cNvPicPr>
          <p:nvPr/>
        </p:nvPicPr>
        <p:blipFill>
          <a:blip r:embed="rId3"/>
          <a:stretch>
            <a:fillRect/>
          </a:stretch>
        </p:blipFill>
        <p:spPr>
          <a:xfrm>
            <a:off x="2057400" y="685800"/>
            <a:ext cx="8090545" cy="5486400"/>
          </a:xfrm>
          <a:prstGeom prst="rect">
            <a:avLst/>
          </a:prstGeom>
        </p:spPr>
      </p:pic>
    </p:spTree>
    <p:extLst>
      <p:ext uri="{BB962C8B-B14F-4D97-AF65-F5344CB8AC3E}">
        <p14:creationId xmlns:p14="http://schemas.microsoft.com/office/powerpoint/2010/main" val="258048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10E9C0-38E5-EB92-13BA-872AEB2AC221}"/>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2</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F01A509A-608D-CEFF-A67B-3D5AA2B1BC14}"/>
              </a:ext>
            </a:extLst>
          </p:cNvPr>
          <p:cNvPicPr>
            <a:picLocks noChangeAspect="1"/>
          </p:cNvPicPr>
          <p:nvPr/>
        </p:nvPicPr>
        <p:blipFill>
          <a:blip r:embed="rId3"/>
          <a:stretch>
            <a:fillRect/>
          </a:stretch>
        </p:blipFill>
        <p:spPr>
          <a:xfrm>
            <a:off x="1536700" y="685800"/>
            <a:ext cx="9120251" cy="5486400"/>
          </a:xfrm>
          <a:prstGeom prst="rect">
            <a:avLst/>
          </a:prstGeom>
        </p:spPr>
      </p:pic>
    </p:spTree>
    <p:extLst>
      <p:ext uri="{BB962C8B-B14F-4D97-AF65-F5344CB8AC3E}">
        <p14:creationId xmlns:p14="http://schemas.microsoft.com/office/powerpoint/2010/main" val="20735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408557-F6B9-3097-CFCA-FE4BE378D0D5}"/>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3</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3BAF7E00-079C-C51F-DA41-2DE5BE02F9A5}"/>
              </a:ext>
            </a:extLst>
          </p:cNvPr>
          <p:cNvPicPr>
            <a:picLocks noChangeAspect="1"/>
          </p:cNvPicPr>
          <p:nvPr/>
        </p:nvPicPr>
        <p:blipFill>
          <a:blip r:embed="rId3"/>
          <a:stretch>
            <a:fillRect/>
          </a:stretch>
        </p:blipFill>
        <p:spPr>
          <a:xfrm>
            <a:off x="1803400" y="685800"/>
            <a:ext cx="8585076" cy="5486400"/>
          </a:xfrm>
          <a:prstGeom prst="rect">
            <a:avLst/>
          </a:prstGeom>
        </p:spPr>
      </p:pic>
    </p:spTree>
    <p:extLst>
      <p:ext uri="{BB962C8B-B14F-4D97-AF65-F5344CB8AC3E}">
        <p14:creationId xmlns:p14="http://schemas.microsoft.com/office/powerpoint/2010/main" val="3196868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4D24E0-7BF3-927C-7201-E5B85F9B089A}"/>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4</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7ED9A3E4-EDE1-6BA8-7BF5-3B6386724981}"/>
              </a:ext>
            </a:extLst>
          </p:cNvPr>
          <p:cNvPicPr>
            <a:picLocks noChangeAspect="1"/>
          </p:cNvPicPr>
          <p:nvPr/>
        </p:nvPicPr>
        <p:blipFill>
          <a:blip r:embed="rId3"/>
          <a:stretch>
            <a:fillRect/>
          </a:stretch>
        </p:blipFill>
        <p:spPr>
          <a:xfrm>
            <a:off x="2159000" y="685800"/>
            <a:ext cx="7872861" cy="5486400"/>
          </a:xfrm>
          <a:prstGeom prst="rect">
            <a:avLst/>
          </a:prstGeom>
        </p:spPr>
      </p:pic>
    </p:spTree>
    <p:extLst>
      <p:ext uri="{BB962C8B-B14F-4D97-AF65-F5344CB8AC3E}">
        <p14:creationId xmlns:p14="http://schemas.microsoft.com/office/powerpoint/2010/main" val="310036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B3DAAD-A031-CA89-2E09-EB117510C92D}"/>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5</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672D216A-5BF0-D210-D446-77445300B492}"/>
              </a:ext>
            </a:extLst>
          </p:cNvPr>
          <p:cNvPicPr>
            <a:picLocks noChangeAspect="1"/>
          </p:cNvPicPr>
          <p:nvPr/>
        </p:nvPicPr>
        <p:blipFill>
          <a:blip r:embed="rId3"/>
          <a:stretch>
            <a:fillRect/>
          </a:stretch>
        </p:blipFill>
        <p:spPr>
          <a:xfrm>
            <a:off x="1524000" y="1409700"/>
            <a:ext cx="9144672" cy="4036515"/>
          </a:xfrm>
          <a:prstGeom prst="rect">
            <a:avLst/>
          </a:prstGeom>
        </p:spPr>
      </p:pic>
    </p:spTree>
    <p:extLst>
      <p:ext uri="{BB962C8B-B14F-4D97-AF65-F5344CB8AC3E}">
        <p14:creationId xmlns:p14="http://schemas.microsoft.com/office/powerpoint/2010/main" val="2701999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A47222-F09B-81FB-8CA1-5922816607D8}"/>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6</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DF4D13FB-3952-8737-25BF-E27A15D46E2C}"/>
              </a:ext>
            </a:extLst>
          </p:cNvPr>
          <p:cNvPicPr>
            <a:picLocks noChangeAspect="1"/>
          </p:cNvPicPr>
          <p:nvPr/>
        </p:nvPicPr>
        <p:blipFill>
          <a:blip r:embed="rId3"/>
          <a:stretch>
            <a:fillRect/>
          </a:stretch>
        </p:blipFill>
        <p:spPr>
          <a:xfrm>
            <a:off x="1524000" y="1371600"/>
            <a:ext cx="9144672" cy="4129391"/>
          </a:xfrm>
          <a:prstGeom prst="rect">
            <a:avLst/>
          </a:prstGeom>
        </p:spPr>
      </p:pic>
    </p:spTree>
    <p:extLst>
      <p:ext uri="{BB962C8B-B14F-4D97-AF65-F5344CB8AC3E}">
        <p14:creationId xmlns:p14="http://schemas.microsoft.com/office/powerpoint/2010/main" val="3965465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1D01C1-5F10-474F-5C6C-CA851A326DE7}"/>
              </a:ext>
            </a:extLst>
          </p:cNvPr>
          <p:cNvSpPr txBox="1"/>
          <p:nvPr/>
        </p:nvSpPr>
        <p:spPr>
          <a:xfrm>
            <a:off x="383845" y="237071"/>
            <a:ext cx="11391900" cy="584775"/>
          </a:xfrm>
          <a:prstGeom prst="rect">
            <a:avLst/>
          </a:prstGeom>
          <a:noFill/>
        </p:spPr>
        <p:txBody>
          <a:bodyPr vert="horz" wrap="square" lIns="91440" rtlCol="0">
            <a:spAutoFit/>
          </a:bodyPr>
          <a:lstStyle/>
          <a:p>
            <a:r>
              <a:rPr lang="en-US" sz="3200">
                <a:solidFill>
                  <a:srgbClr val="002856"/>
                </a:solidFill>
                <a:latin typeface="Arial Black" panose="020B0A04020102020204" pitchFamily="34" charset="0"/>
              </a:rPr>
              <a:t>Figure 7</a:t>
            </a:r>
            <a:endParaRPr lang="en-US" sz="3200" dirty="0" err="1">
              <a:solidFill>
                <a:srgbClr val="002856"/>
              </a:solidFill>
              <a:latin typeface="Arial Black" panose="020B0A04020102020204" pitchFamily="34" charset="0"/>
            </a:endParaRPr>
          </a:p>
        </p:txBody>
      </p:sp>
      <p:pic>
        <p:nvPicPr>
          <p:cNvPr id="4" name="Picture 3">
            <a:extLst>
              <a:ext uri="{FF2B5EF4-FFF2-40B4-BE49-F238E27FC236}">
                <a16:creationId xmlns:a16="http://schemas.microsoft.com/office/drawing/2014/main" id="{7132F290-50B2-5F2E-AF70-EA2906E846C3}"/>
              </a:ext>
            </a:extLst>
          </p:cNvPr>
          <p:cNvPicPr>
            <a:picLocks noChangeAspect="1"/>
          </p:cNvPicPr>
          <p:nvPr/>
        </p:nvPicPr>
        <p:blipFill>
          <a:blip r:embed="rId3"/>
          <a:stretch>
            <a:fillRect/>
          </a:stretch>
        </p:blipFill>
        <p:spPr>
          <a:xfrm>
            <a:off x="2895600" y="685800"/>
            <a:ext cx="6405824" cy="5486400"/>
          </a:xfrm>
          <a:prstGeom prst="rect">
            <a:avLst/>
          </a:prstGeom>
        </p:spPr>
      </p:pic>
    </p:spTree>
    <p:extLst>
      <p:ext uri="{BB962C8B-B14F-4D97-AF65-F5344CB8AC3E}">
        <p14:creationId xmlns:p14="http://schemas.microsoft.com/office/powerpoint/2010/main" val="165332359"/>
      </p:ext>
    </p:extLst>
  </p:cSld>
  <p:clrMapOvr>
    <a:masterClrMapping/>
  </p:clrMapOvr>
</p:sld>
</file>

<file path=ppt/theme/theme1.xml><?xml version="1.0" encoding="utf-8"?>
<a:theme xmlns:a="http://schemas.openxmlformats.org/drawingml/2006/main" name="White bkgrnd master">
  <a:themeElements>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4F4F4"/>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1440" rtlCol="0">
        <a:spAutoFit/>
      </a:bodyPr>
      <a:lstStyle>
        <a:defPPr>
          <a:defRPr dirty="0" err="1" smtClean="0"/>
        </a:defPPr>
      </a:lstStyle>
    </a:txDef>
  </a:objectDefaults>
  <a:extraClrSchemeLst/>
  <a:custClrLst>
    <a:custClr name="New Gartner Blue">
      <a:srgbClr val="002856"/>
    </a:custClr>
    <a:custClr name="Sky">
      <a:srgbClr val="009AD7"/>
    </a:custClr>
    <a:custClr name="Tangerine">
      <a:srgbClr val="FF540A"/>
    </a:custClr>
    <a:custClr name="Lemon">
      <a:srgbClr val="FEC10D"/>
    </a:custClr>
    <a:custClr name="Rose">
      <a:srgbClr val="E81159"/>
    </a:custClr>
    <a:custClr name="Steel">
      <a:srgbClr val="6F7878"/>
    </a:custClr>
    <a:custClr name="Black">
      <a:srgbClr val="000000"/>
    </a:custClr>
    <a:custClr name="White">
      <a:srgbClr val="FFFFFF"/>
    </a:custClr>
    <a:custClr name="White">
      <a:srgbClr val="FFFFFF"/>
    </a:custClr>
    <a:custClr name="Error Red">
      <a:srgbClr val="DE0A01"/>
    </a:custClr>
    <a:custClr name="New Gartner Blue Tint1">
      <a:srgbClr val="6E7D9D"/>
    </a:custClr>
    <a:custClr name="Sky Tint1">
      <a:srgbClr val="49C5F4"/>
    </a:custClr>
    <a:custClr name="Tangerine Tint1">
      <a:srgbClr val="F8AF79"/>
    </a:custClr>
    <a:custClr name="Lemon Tint1">
      <a:srgbClr val="FFE48E"/>
    </a:custClr>
    <a:custClr name="Rose Tint1">
      <a:srgbClr val="F4729D"/>
    </a:custClr>
    <a:custClr name="Steel Tint1">
      <a:srgbClr val="979D9D"/>
    </a:custClr>
    <a:custClr name="White">
      <a:srgbClr val="FFFFFF"/>
    </a:custClr>
    <a:custClr name="White">
      <a:srgbClr val="FFFFFF"/>
    </a:custClr>
    <a:custClr name="White">
      <a:srgbClr val="FFFFFF"/>
    </a:custClr>
    <a:custClr name="Warning Yellow">
      <a:srgbClr val="F5AB23"/>
    </a:custClr>
    <a:custClr name="New Gartner Blue Tint2">
      <a:srgbClr val="9AACC7"/>
    </a:custClr>
    <a:custClr name="Sky Tint2">
      <a:srgbClr val="91DCF8"/>
    </a:custClr>
    <a:custClr name="Tangerine Tint2">
      <a:srgbClr val="FBC9A6"/>
    </a:custClr>
    <a:custClr name="Lemon Tint2">
      <a:srgbClr val="FFEDB3"/>
    </a:custClr>
    <a:custClr name="Rose Tint2">
      <a:srgbClr val="F8A1BD"/>
    </a:custClr>
    <a:custClr name="Border Gray">
      <a:srgbClr val="D3D3D3"/>
    </a:custClr>
    <a:custClr name="White">
      <a:srgbClr val="FFFFFF"/>
    </a:custClr>
    <a:custClr name="White">
      <a:srgbClr val="FFFFFF"/>
    </a:custClr>
    <a:custClr name="White">
      <a:srgbClr val="FFFFFF"/>
    </a:custClr>
    <a:custClr name="Success Green">
      <a:srgbClr val="00A76D"/>
    </a:custClr>
    <a:custClr name="New Gartner Blue Tint3">
      <a:srgbClr val="C0D1E0"/>
    </a:custClr>
    <a:custClr name="Sky Tint3">
      <a:srgbClr val="DAF3FD"/>
    </a:custClr>
    <a:custClr name="White">
      <a:srgbClr val="FFFFFF"/>
    </a:custClr>
    <a:custClr name="White">
      <a:srgbClr val="FFFFFF"/>
    </a:custClr>
    <a:custClr name="Rose Tint3">
      <a:srgbClr val="F9C1D2"/>
    </a:custClr>
    <a:custClr name="Background Gray">
      <a:srgbClr val="F4F4F4"/>
    </a:custClr>
    <a:custClr name="White">
      <a:srgbClr val="FFFFFF"/>
    </a:custClr>
    <a:custClr name="White">
      <a:srgbClr val="FFFFFF"/>
    </a:custClr>
    <a:custClr name="White">
      <a:srgbClr val="FFFFFF"/>
    </a:custClr>
    <a:custClr name="White">
      <a:srgbClr val="FFFFFF"/>
    </a:custClr>
    <a:custClr name="New Gartner Blue Dark">
      <a:srgbClr val="355578"/>
    </a:custClr>
    <a:custClr name="Sky Dark">
      <a:srgbClr val="0074AD"/>
    </a:custClr>
    <a:custClr name="Tangerine Dark">
      <a:srgbClr val="932F18"/>
    </a:custClr>
    <a:custClr name="Lemon Dark">
      <a:srgbClr val="BF920B"/>
    </a:custClr>
    <a:custClr name="Rose Dark">
      <a:srgbClr val="AF0D43"/>
    </a:custClr>
    <a:custClr name="Steel Dark">
      <a:srgbClr val="535A54"/>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Test2.potm" id="{AA8438C9-AB4F-477D-BFEB-E964F9CE19A9}" vid="{D87FDB44-9F31-417B-A41D-C032B6BF38B2}"/>
    </a:ext>
  </a:extLst>
</a:theme>
</file>

<file path=ppt/theme/theme2.xml><?xml version="1.0" encoding="utf-8"?>
<a:theme xmlns:a="http://schemas.openxmlformats.org/drawingml/2006/main" name="Blue bkgrnd master">
  <a:themeElements>
    <a:clrScheme name="2018 Brand Colors-012">
      <a:dk1>
        <a:srgbClr val="000000"/>
      </a:dk1>
      <a:lt1>
        <a:srgbClr val="FFFFFF"/>
      </a:lt1>
      <a:dk2>
        <a:srgbClr val="002856"/>
      </a:dk2>
      <a:lt2>
        <a:srgbClr val="FFFFFF"/>
      </a:lt2>
      <a:accent1>
        <a:srgbClr val="FFFFFF"/>
      </a:accent1>
      <a:accent2>
        <a:srgbClr val="E2E4E4"/>
      </a:accent2>
      <a:accent3>
        <a:srgbClr val="A7AFAF"/>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rtlCol="0">
        <a:spAutoFit/>
      </a:bodyPr>
      <a:lstStyle>
        <a:defPPr>
          <a:defRPr dirty="0" smtClean="0"/>
        </a:defPPr>
      </a:lstStyle>
    </a:txDef>
  </a:objectDefaults>
  <a:extraClrSchemeLst/>
  <a:custClrLst>
    <a:custClr name="New Gartner Blue">
      <a:srgbClr val="002856"/>
    </a:custClr>
    <a:custClr name="Sky">
      <a:srgbClr val="009AD7"/>
    </a:custClr>
    <a:custClr name="Tangerine">
      <a:srgbClr val="FF540A"/>
    </a:custClr>
    <a:custClr name="Lemon">
      <a:srgbClr val="FEC10D"/>
    </a:custClr>
    <a:custClr name="Rose">
      <a:srgbClr val="E81159"/>
    </a:custClr>
    <a:custClr name="Steel">
      <a:srgbClr val="6F7878"/>
    </a:custClr>
    <a:custClr name="Black">
      <a:srgbClr val="000000"/>
    </a:custClr>
    <a:custClr name="White">
      <a:srgbClr val="FFFFFF"/>
    </a:custClr>
    <a:custClr name="White">
      <a:srgbClr val="FFFFFF"/>
    </a:custClr>
    <a:custClr name="Error Red">
      <a:srgbClr val="DE0A01"/>
    </a:custClr>
    <a:custClr name="New Gartner Blue Tint1">
      <a:srgbClr val="6E7D9D"/>
    </a:custClr>
    <a:custClr name="Sky Tint1">
      <a:srgbClr val="49C5F4"/>
    </a:custClr>
    <a:custClr name="Tangerine Tint1">
      <a:srgbClr val="F8AF79"/>
    </a:custClr>
    <a:custClr name="Lemon Tint1">
      <a:srgbClr val="FFE48E"/>
    </a:custClr>
    <a:custClr name="Rose Tint1">
      <a:srgbClr val="F4729D"/>
    </a:custClr>
    <a:custClr name="Steel Tint1">
      <a:srgbClr val="979D9D"/>
    </a:custClr>
    <a:custClr name="White">
      <a:srgbClr val="FFFFFF"/>
    </a:custClr>
    <a:custClr name="White">
      <a:srgbClr val="FFFFFF"/>
    </a:custClr>
    <a:custClr name="White">
      <a:srgbClr val="FFFFFF"/>
    </a:custClr>
    <a:custClr name="Warning Yellow">
      <a:srgbClr val="F5AB23"/>
    </a:custClr>
    <a:custClr name="New Gartner Blue Tint2">
      <a:srgbClr val="9AACC7"/>
    </a:custClr>
    <a:custClr name="Sky Tint2">
      <a:srgbClr val="91DCF8"/>
    </a:custClr>
    <a:custClr name="Tangerine Tint2">
      <a:srgbClr val="FBC9A6"/>
    </a:custClr>
    <a:custClr name="Lemon Tint2">
      <a:srgbClr val="FFEDB3"/>
    </a:custClr>
    <a:custClr name="Rose Tint2">
      <a:srgbClr val="F8A1BD"/>
    </a:custClr>
    <a:custClr name="Border Gray">
      <a:srgbClr val="D3D3D3"/>
    </a:custClr>
    <a:custClr name="White">
      <a:srgbClr val="FFFFFF"/>
    </a:custClr>
    <a:custClr name="White">
      <a:srgbClr val="FFFFFF"/>
    </a:custClr>
    <a:custClr name="White">
      <a:srgbClr val="FFFFFF"/>
    </a:custClr>
    <a:custClr name="Success Green">
      <a:srgbClr val="00A76D"/>
    </a:custClr>
    <a:custClr name="New Gartner Blue Tint3">
      <a:srgbClr val="C0D1E0"/>
    </a:custClr>
    <a:custClr name="Sky Tint3">
      <a:srgbClr val="DAF3FD"/>
    </a:custClr>
    <a:custClr name="White">
      <a:srgbClr val="FFFFFF"/>
    </a:custClr>
    <a:custClr name="White">
      <a:srgbClr val="FFFFFF"/>
    </a:custClr>
    <a:custClr name="Rose Tint3">
      <a:srgbClr val="F9C1D2"/>
    </a:custClr>
    <a:custClr name="Background Gray">
      <a:srgbClr val="F4F4F4"/>
    </a:custClr>
    <a:custClr name="White">
      <a:srgbClr val="FFFFFF"/>
    </a:custClr>
    <a:custClr name="White">
      <a:srgbClr val="FFFFFF"/>
    </a:custClr>
    <a:custClr name="White">
      <a:srgbClr val="FFFFFF"/>
    </a:custClr>
    <a:custClr name="White">
      <a:srgbClr val="FFFFFF"/>
    </a:custClr>
    <a:custClr name="New Gartner Blue Dark">
      <a:srgbClr val="355578"/>
    </a:custClr>
    <a:custClr name="Sky Dark">
      <a:srgbClr val="0074AD"/>
    </a:custClr>
    <a:custClr name="Tangerine Dark">
      <a:srgbClr val="932F18"/>
    </a:custClr>
    <a:custClr name="Lemon Dark">
      <a:srgbClr val="BF920B"/>
    </a:custClr>
    <a:custClr name="Rose Dark">
      <a:srgbClr val="AF0D43"/>
    </a:custClr>
    <a:custClr name="Steel Dark">
      <a:srgbClr val="535A54"/>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Test2.potm" id="{AA8438C9-AB4F-477D-BFEB-E964F9CE19A9}" vid="{CA5AFA60-5D8F-4FCA-85DA-62C7166FED63}"/>
    </a:ext>
  </a:extLst>
</a:theme>
</file>

<file path=ppt/theme/theme3.xml><?xml version="1.0" encoding="utf-8"?>
<a:theme xmlns:a="http://schemas.openxmlformats.org/drawingml/2006/main" name="White bk accent color options">
  <a:themeElements>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rtlCol="0">
        <a:spAutoFit/>
      </a:bodyPr>
      <a:lstStyle>
        <a:defPPr>
          <a:defRPr dirty="0" smtClean="0"/>
        </a:defPPr>
      </a:lstStyle>
    </a:txDef>
  </a:objectDefaults>
  <a:extraClrSchemeLst/>
  <a:custClrLst>
    <a:custClr name="New Gartner Blue">
      <a:srgbClr val="002856"/>
    </a:custClr>
    <a:custClr name="Sky">
      <a:srgbClr val="009AD7"/>
    </a:custClr>
    <a:custClr name="Tangerine">
      <a:srgbClr val="FF540A"/>
    </a:custClr>
    <a:custClr name="Lemon">
      <a:srgbClr val="FEC10D"/>
    </a:custClr>
    <a:custClr name="Rose">
      <a:srgbClr val="E81159"/>
    </a:custClr>
    <a:custClr name="Steel">
      <a:srgbClr val="6F7878"/>
    </a:custClr>
    <a:custClr name="Black">
      <a:srgbClr val="000000"/>
    </a:custClr>
    <a:custClr name="White">
      <a:srgbClr val="FFFFFF"/>
    </a:custClr>
    <a:custClr name="White">
      <a:srgbClr val="FFFFFF"/>
    </a:custClr>
    <a:custClr name="Error Red">
      <a:srgbClr val="DE0A01"/>
    </a:custClr>
    <a:custClr name="New Gartner Blue Tint1">
      <a:srgbClr val="6E7D9D"/>
    </a:custClr>
    <a:custClr name="Sky Tint1">
      <a:srgbClr val="49C5F4"/>
    </a:custClr>
    <a:custClr name="Tangerine Tint1">
      <a:srgbClr val="F8AF79"/>
    </a:custClr>
    <a:custClr name="Lemon Tint1">
      <a:srgbClr val="FFE48E"/>
    </a:custClr>
    <a:custClr name="Rose Tint1">
      <a:srgbClr val="F4729D"/>
    </a:custClr>
    <a:custClr name="Steel Tint1">
      <a:srgbClr val="979D9D"/>
    </a:custClr>
    <a:custClr name="White">
      <a:srgbClr val="FFFFFF"/>
    </a:custClr>
    <a:custClr name="White">
      <a:srgbClr val="FFFFFF"/>
    </a:custClr>
    <a:custClr name="White">
      <a:srgbClr val="FFFFFF"/>
    </a:custClr>
    <a:custClr name="Warning Yellow">
      <a:srgbClr val="F5AB23"/>
    </a:custClr>
    <a:custClr name="New Gartner Blue Tint2">
      <a:srgbClr val="9AACC7"/>
    </a:custClr>
    <a:custClr name="Sky Tint2">
      <a:srgbClr val="91DCF8"/>
    </a:custClr>
    <a:custClr name="Tangerine Tint2">
      <a:srgbClr val="FBC9A6"/>
    </a:custClr>
    <a:custClr name="Lemon Tint2">
      <a:srgbClr val="FFEDB3"/>
    </a:custClr>
    <a:custClr name="Rose Tint2">
      <a:srgbClr val="F8A1BD"/>
    </a:custClr>
    <a:custClr name="Border Gray">
      <a:srgbClr val="D3D3D3"/>
    </a:custClr>
    <a:custClr name="White">
      <a:srgbClr val="FFFFFF"/>
    </a:custClr>
    <a:custClr name="White">
      <a:srgbClr val="FFFFFF"/>
    </a:custClr>
    <a:custClr name="White">
      <a:srgbClr val="FFFFFF"/>
    </a:custClr>
    <a:custClr name="Success Green">
      <a:srgbClr val="00A76D"/>
    </a:custClr>
    <a:custClr name="New Gartner Blue Tint3">
      <a:srgbClr val="C0D1E0"/>
    </a:custClr>
    <a:custClr name="Sky Tint3">
      <a:srgbClr val="DAF3FD"/>
    </a:custClr>
    <a:custClr name="White">
      <a:srgbClr val="FFFFFF"/>
    </a:custClr>
    <a:custClr name="White">
      <a:srgbClr val="FFFFFF"/>
    </a:custClr>
    <a:custClr name="Rose Tint3">
      <a:srgbClr val="F9C1D2"/>
    </a:custClr>
    <a:custClr name="Background Gray">
      <a:srgbClr val="F4F4F4"/>
    </a:custClr>
    <a:custClr name="White">
      <a:srgbClr val="FFFFFF"/>
    </a:custClr>
    <a:custClr name="White">
      <a:srgbClr val="FFFFFF"/>
    </a:custClr>
    <a:custClr name="White">
      <a:srgbClr val="FFFFFF"/>
    </a:custClr>
    <a:custClr name="White">
      <a:srgbClr val="FFFFFF"/>
    </a:custClr>
    <a:custClr name="New Gartner Blue Dark">
      <a:srgbClr val="355578"/>
    </a:custClr>
    <a:custClr name="Sky Dark">
      <a:srgbClr val="0074AD"/>
    </a:custClr>
    <a:custClr name="Tangerine Dark">
      <a:srgbClr val="932F18"/>
    </a:custClr>
    <a:custClr name="Lemon Dark">
      <a:srgbClr val="BF920B"/>
    </a:custClr>
    <a:custClr name="Rose Dark">
      <a:srgbClr val="AF0D43"/>
    </a:custClr>
    <a:custClr name="Steel Dark">
      <a:srgbClr val="535A54"/>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Test2.potm" id="{AA8438C9-AB4F-477D-BFEB-E964F9CE19A9}" vid="{FAB6F727-17FD-408B-8E7D-BEEBB6447333}"/>
    </a:ext>
  </a:extLst>
</a:theme>
</file>

<file path=ppt/theme/theme4.xml><?xml version="1.0" encoding="utf-8"?>
<a:theme xmlns:a="http://schemas.openxmlformats.org/drawingml/2006/main" name="Blue bk accent color options">
  <a:themeElements>
    <a:clrScheme name="2018 Brand Colors-012">
      <a:dk1>
        <a:srgbClr val="000000"/>
      </a:dk1>
      <a:lt1>
        <a:srgbClr val="FFFFFF"/>
      </a:lt1>
      <a:dk2>
        <a:srgbClr val="002856"/>
      </a:dk2>
      <a:lt2>
        <a:srgbClr val="FFFFFF"/>
      </a:lt2>
      <a:accent1>
        <a:srgbClr val="FFFFFF"/>
      </a:accent1>
      <a:accent2>
        <a:srgbClr val="E2E4E4"/>
      </a:accent2>
      <a:accent3>
        <a:srgbClr val="A7AFAF"/>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rtlCol="0">
        <a:spAutoFit/>
      </a:bodyPr>
      <a:lstStyle>
        <a:defPPr>
          <a:defRPr dirty="0" smtClean="0"/>
        </a:defPPr>
      </a:lstStyle>
    </a:txDef>
  </a:objectDefaults>
  <a:extraClrSchemeLst/>
  <a:custClrLst>
    <a:custClr name="New Gartner Blue">
      <a:srgbClr val="002856"/>
    </a:custClr>
    <a:custClr name="Sky">
      <a:srgbClr val="009AD7"/>
    </a:custClr>
    <a:custClr name="Tangerine">
      <a:srgbClr val="FF540A"/>
    </a:custClr>
    <a:custClr name="Lemon">
      <a:srgbClr val="FEC10D"/>
    </a:custClr>
    <a:custClr name="Rose">
      <a:srgbClr val="E81159"/>
    </a:custClr>
    <a:custClr name="Steel">
      <a:srgbClr val="6F7878"/>
    </a:custClr>
    <a:custClr name="Black">
      <a:srgbClr val="000000"/>
    </a:custClr>
    <a:custClr name="White">
      <a:srgbClr val="FFFFFF"/>
    </a:custClr>
    <a:custClr name="White">
      <a:srgbClr val="FFFFFF"/>
    </a:custClr>
    <a:custClr name="Error Red">
      <a:srgbClr val="DE0A01"/>
    </a:custClr>
    <a:custClr name="New Gartner Blue Tint1">
      <a:srgbClr val="6E7D9D"/>
    </a:custClr>
    <a:custClr name="Sky Tint1">
      <a:srgbClr val="49C5F4"/>
    </a:custClr>
    <a:custClr name="Tangerine Tint1">
      <a:srgbClr val="F8AF79"/>
    </a:custClr>
    <a:custClr name="Lemon Tint1">
      <a:srgbClr val="FFE48E"/>
    </a:custClr>
    <a:custClr name="Rose Tint1">
      <a:srgbClr val="F4729D"/>
    </a:custClr>
    <a:custClr name="Steel Tint1">
      <a:srgbClr val="979D9D"/>
    </a:custClr>
    <a:custClr name="White">
      <a:srgbClr val="FFFFFF"/>
    </a:custClr>
    <a:custClr name="White">
      <a:srgbClr val="FFFFFF"/>
    </a:custClr>
    <a:custClr name="White">
      <a:srgbClr val="FFFFFF"/>
    </a:custClr>
    <a:custClr name="Warning Yellow">
      <a:srgbClr val="F5AB23"/>
    </a:custClr>
    <a:custClr name="New Gartner Blue Tint2">
      <a:srgbClr val="9AACC7"/>
    </a:custClr>
    <a:custClr name="Sky Tint2">
      <a:srgbClr val="91DCF8"/>
    </a:custClr>
    <a:custClr name="Tangerine Tint2">
      <a:srgbClr val="FBC9A6"/>
    </a:custClr>
    <a:custClr name="Lemon Tint2">
      <a:srgbClr val="FFEDB3"/>
    </a:custClr>
    <a:custClr name="Rose Tint2">
      <a:srgbClr val="F8A1BD"/>
    </a:custClr>
    <a:custClr name="Border Gray">
      <a:srgbClr val="D3D3D3"/>
    </a:custClr>
    <a:custClr name="White">
      <a:srgbClr val="FFFFFF"/>
    </a:custClr>
    <a:custClr name="White">
      <a:srgbClr val="FFFFFF"/>
    </a:custClr>
    <a:custClr name="White">
      <a:srgbClr val="FFFFFF"/>
    </a:custClr>
    <a:custClr name="Success Green">
      <a:srgbClr val="00A76D"/>
    </a:custClr>
    <a:custClr name="New Gartner Blue Tint3">
      <a:srgbClr val="C0D1E0"/>
    </a:custClr>
    <a:custClr name="Sky Tint3">
      <a:srgbClr val="DAF3FD"/>
    </a:custClr>
    <a:custClr name="White">
      <a:srgbClr val="FFFFFF"/>
    </a:custClr>
    <a:custClr name="White">
      <a:srgbClr val="FFFFFF"/>
    </a:custClr>
    <a:custClr name="Rose Tint3">
      <a:srgbClr val="F9C1D2"/>
    </a:custClr>
    <a:custClr name="Background Gray">
      <a:srgbClr val="F4F4F4"/>
    </a:custClr>
    <a:custClr name="White">
      <a:srgbClr val="FFFFFF"/>
    </a:custClr>
    <a:custClr name="White">
      <a:srgbClr val="FFFFFF"/>
    </a:custClr>
    <a:custClr name="White">
      <a:srgbClr val="FFFFFF"/>
    </a:custClr>
    <a:custClr name="White">
      <a:srgbClr val="FFFFFF"/>
    </a:custClr>
    <a:custClr name="New Gartner Blue Dark">
      <a:srgbClr val="355578"/>
    </a:custClr>
    <a:custClr name="Sky Dark">
      <a:srgbClr val="0074AD"/>
    </a:custClr>
    <a:custClr name="Tangerine Dark">
      <a:srgbClr val="932F18"/>
    </a:custClr>
    <a:custClr name="Lemon Dark">
      <a:srgbClr val="BF920B"/>
    </a:custClr>
    <a:custClr name="Rose Dark">
      <a:srgbClr val="AF0D43"/>
    </a:custClr>
    <a:custClr name="Steel Dark">
      <a:srgbClr val="535A54"/>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Test2.potm" id="{AA8438C9-AB4F-477D-BFEB-E964F9CE19A9}" vid="{E03B0564-E43C-4434-AD8D-720A34071B5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tner">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289A8C450F9054EB29426F7CEFE03A5" ma:contentTypeVersion="10" ma:contentTypeDescription="Crear nuevo documento." ma:contentTypeScope="" ma:versionID="b9bdd79b3e6984eff7da9e46a399e4fc">
  <xsd:schema xmlns:xsd="http://www.w3.org/2001/XMLSchema" xmlns:xs="http://www.w3.org/2001/XMLSchema" xmlns:p="http://schemas.microsoft.com/office/2006/metadata/properties" xmlns:ns2="738852dc-be73-472e-9db2-44f2c719d44c" targetNamespace="http://schemas.microsoft.com/office/2006/metadata/properties" ma:root="true" ma:fieldsID="0f61f24040f775bd695a7b5bdd7cd3ae" ns2:_="">
    <xsd:import namespace="738852dc-be73-472e-9db2-44f2c719d4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8852dc-be73-472e-9db2-44f2c719d4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bb83c93d-21d4-42b2-83de-45f581889dfe"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8852dc-be73-472e-9db2-44f2c719d44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00FA2CF-C7AF-48AA-A345-95C4A5E52E69}"/>
</file>

<file path=customXml/itemProps2.xml><?xml version="1.0" encoding="utf-8"?>
<ds:datastoreItem xmlns:ds="http://schemas.openxmlformats.org/officeDocument/2006/customXml" ds:itemID="{ACE27C5F-5A48-46BD-96F8-132375832CD9}"/>
</file>

<file path=customXml/itemProps3.xml><?xml version="1.0" encoding="utf-8"?>
<ds:datastoreItem xmlns:ds="http://schemas.openxmlformats.org/officeDocument/2006/customXml" ds:itemID="{8551BE0B-124E-4233-8633-4CB00D18AF28}"/>
</file>

<file path=docProps/app.xml><?xml version="1.0" encoding="utf-8"?>
<Properties xmlns="http://schemas.openxmlformats.org/officeDocument/2006/extended-properties" xmlns:vt="http://schemas.openxmlformats.org/officeDocument/2006/docPropsVTypes">
  <Template>Test2</Template>
  <TotalTime>1995</TotalTime>
  <Words>34</Words>
  <Application>Microsoft Office PowerPoint</Application>
  <PresentationFormat>Widescreen</PresentationFormat>
  <Paragraphs>12</Paragraphs>
  <Slides>8</Slides>
  <Notes>8</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8</vt:i4>
      </vt:variant>
    </vt:vector>
  </HeadingPairs>
  <TitlesOfParts>
    <vt:vector size="17" baseType="lpstr">
      <vt:lpstr>Arial Unicode MS</vt:lpstr>
      <vt:lpstr>Arial</vt:lpstr>
      <vt:lpstr>Arial Black</vt:lpstr>
      <vt:lpstr>Calibri</vt:lpstr>
      <vt:lpstr>Wingdings</vt:lpstr>
      <vt:lpstr>White bkgrnd master</vt:lpstr>
      <vt:lpstr>Blue bkgrnd master</vt:lpstr>
      <vt:lpstr>White bk accent color options</vt:lpstr>
      <vt:lpstr>Blue bk accent color options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Alvarado Ilarraza,Katiuska</dc:creator>
  <cp:lastModifiedBy>Gloria Mellinger</cp:lastModifiedBy>
  <cp:revision>70</cp:revision>
  <cp:lastPrinted>2018-08-13T15:35:08Z</cp:lastPrinted>
  <dcterms:created xsi:type="dcterms:W3CDTF">2021-05-03T04:35:51Z</dcterms:created>
  <dcterms:modified xsi:type="dcterms:W3CDTF">2024-10-24T17:25:17Z</dcterms:modified>
  <cp:version>1.0</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0x0101005289A8C450F9054EB29426F7CEFE03A5</vt:lpwstr>
  </property>
</Properties>
</file>