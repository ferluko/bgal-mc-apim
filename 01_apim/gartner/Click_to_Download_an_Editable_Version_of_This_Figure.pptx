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5"/>
  </p:sldMasterIdLst>
  <p:notesMasterIdLst>
    <p:notesMasterId r:id="rId8"/>
  </p:notesMasterIdLst>
  <p:handoutMasterIdLst>
    <p:handoutMasterId r:id="rId9"/>
  </p:handoutMasterIdLst>
  <p:sldIdLst>
    <p:sldId id="429" r:id="rId6"/>
    <p:sldId id="428" r:id="rId7"/>
  </p:sldIdLst>
  <p:sldSz cx="10972800" cy="6172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E481026-CA89-FC0A-DF9D-7E31389F1CB9}" name="Steve Deng" initials="SD" userId="S::steve.deng@gartner.com::b295a12d-f5c9-4bba-ac39-852c1a76bd6a" providerId="AD"/>
  <p188:author id="{95C4102B-6FAF-FB58-885E-F70C6132E093}" name="Akansha Garg" initials="AG" userId="S::Akansha.Garg@gartner.com::b4e36d46-e1a8-4835-a375-80f532152ad0" providerId="AD"/>
  <p188:author id="{22212644-E5C2-C568-B2F5-6C987406E82E}" name="Mayuri Mukker" initials="MM" userId="S::mayuri.mukker@gartner.com::2f22d81d-22f7-43d6-8035-602b8777b0e2" providerId="AD"/>
  <p188:author id="{21809889-2CA3-F7CD-CC40-E8519AD9B1F1}" name="Mayuri Mukker" initials="MM" userId="S::Mayuri.Mukker@gartner.com::2f22d81d-22f7-43d6-8035-602b8777b0e2" providerId="AD"/>
  <p188:author id="{2C48BC9F-2AE1-F8A3-D13F-0E5B77B69C07}" name="Anushka Arora" initials="AA" userId="S::Anushka.Arora@gartner.com::7718a33f-a288-4f18-b505-989f81ba6a53" providerId="AD"/>
  <p188:author id="{B50E9EE6-5637-3891-2D40-FF51729E948C}" name="Nicole Daniels" initials="ND" userId="S::Nicole.Daniels@gartner.com::def36a7f-99f3-410d-ac98-a769f3d9e617" providerId="AD"/>
  <p188:author id="{76094DF3-A1B7-A322-E820-3DE00A9A48DD}" name="Steve Deng" initials="" userId="S::Steve.Deng@gartner.com::b295a12d-f5c9-4bba-ac39-852c1a76bd6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3"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CC858A-28A9-01D9-F428-DC0C85A2DC6A}" v="2" dt="2025-10-29T09:07:35.274"/>
    <p1510:client id="{E5E375C4-B2BF-00B6-BE26-E3A85A5A2B59}" v="3" dt="2025-10-28T14:43:11.087"/>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14"/>
    <p:restoredTop sz="94658"/>
  </p:normalViewPr>
  <p:slideViewPr>
    <p:cSldViewPr snapToGrid="0">
      <p:cViewPr>
        <p:scale>
          <a:sx n="67" d="100"/>
          <a:sy n="67" d="100"/>
        </p:scale>
        <p:origin x="3184" y="136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uri Mukker" userId="2f22d81d-22f7-43d6-8035-602b8777b0e2" providerId="ADAL" clId="{FE62A89F-5CBE-51F0-9022-4476A8A0900E}"/>
    <pc:docChg chg="undo redo custSel addSld delSld modSld">
      <pc:chgData name="Mayuri Mukker" userId="2f22d81d-22f7-43d6-8035-602b8777b0e2" providerId="ADAL" clId="{FE62A89F-5CBE-51F0-9022-4476A8A0900E}" dt="2025-10-28T13:14:55.910" v="1289" actId="1036"/>
      <pc:docMkLst>
        <pc:docMk/>
      </pc:docMkLst>
      <pc:sldChg chg="addSp delSp modSp mod modCm">
        <pc:chgData name="Mayuri Mukker" userId="2f22d81d-22f7-43d6-8035-602b8777b0e2" providerId="ADAL" clId="{FE62A89F-5CBE-51F0-9022-4476A8A0900E}" dt="2025-10-28T13:14:55.910" v="1289" actId="1036"/>
        <pc:sldMkLst>
          <pc:docMk/>
          <pc:sldMk cId="997568138" sldId="428"/>
        </pc:sldMkLst>
        <pc:spChg chg="mod">
          <ac:chgData name="Mayuri Mukker" userId="2f22d81d-22f7-43d6-8035-602b8777b0e2" providerId="ADAL" clId="{FE62A89F-5CBE-51F0-9022-4476A8A0900E}" dt="2025-10-27T14:38:01.007" v="1189" actId="57"/>
          <ac:spMkLst>
            <pc:docMk/>
            <pc:sldMk cId="997568138" sldId="428"/>
            <ac:spMk id="3" creationId="{EDFF87D8-E7AB-D3D8-6E05-52A57B1BEDA0}"/>
          </ac:spMkLst>
        </pc:spChg>
        <pc:spChg chg="mod">
          <ac:chgData name="Mayuri Mukker" userId="2f22d81d-22f7-43d6-8035-602b8777b0e2" providerId="ADAL" clId="{FE62A89F-5CBE-51F0-9022-4476A8A0900E}" dt="2025-10-07T12:49:40.929" v="610" actId="1035"/>
          <ac:spMkLst>
            <pc:docMk/>
            <pc:sldMk cId="997568138" sldId="428"/>
            <ac:spMk id="4" creationId="{92A59E18-094C-C850-0C77-1BC7A2A5B652}"/>
          </ac:spMkLst>
        </pc:spChg>
        <pc:spChg chg="mod">
          <ac:chgData name="Mayuri Mukker" userId="2f22d81d-22f7-43d6-8035-602b8777b0e2" providerId="ADAL" clId="{FE62A89F-5CBE-51F0-9022-4476A8A0900E}" dt="2025-10-07T12:49:40.929" v="610" actId="1035"/>
          <ac:spMkLst>
            <pc:docMk/>
            <pc:sldMk cId="997568138" sldId="428"/>
            <ac:spMk id="5" creationId="{9DFB7431-1B45-61D5-8A1F-E766E87EA15C}"/>
          </ac:spMkLst>
        </pc:spChg>
        <pc:spChg chg="mod">
          <ac:chgData name="Mayuri Mukker" userId="2f22d81d-22f7-43d6-8035-602b8777b0e2" providerId="ADAL" clId="{FE62A89F-5CBE-51F0-9022-4476A8A0900E}" dt="2025-10-07T12:49:40.929" v="610" actId="1035"/>
          <ac:spMkLst>
            <pc:docMk/>
            <pc:sldMk cId="997568138" sldId="428"/>
            <ac:spMk id="6" creationId="{AE200439-3C32-98A4-50FC-5349DBAF06FB}"/>
          </ac:spMkLst>
        </pc:spChg>
        <pc:spChg chg="mod">
          <ac:chgData name="Mayuri Mukker" userId="2f22d81d-22f7-43d6-8035-602b8777b0e2" providerId="ADAL" clId="{FE62A89F-5CBE-51F0-9022-4476A8A0900E}" dt="2025-10-07T12:51:50.272" v="629" actId="14100"/>
          <ac:spMkLst>
            <pc:docMk/>
            <pc:sldMk cId="997568138" sldId="428"/>
            <ac:spMk id="8" creationId="{6942ED0C-CD3F-E50C-0FB0-6F6809F70257}"/>
          </ac:spMkLst>
        </pc:spChg>
        <pc:spChg chg="mod">
          <ac:chgData name="Mayuri Mukker" userId="2f22d81d-22f7-43d6-8035-602b8777b0e2" providerId="ADAL" clId="{FE62A89F-5CBE-51F0-9022-4476A8A0900E}" dt="2025-10-17T06:25:24.196" v="903" actId="1076"/>
          <ac:spMkLst>
            <pc:docMk/>
            <pc:sldMk cId="997568138" sldId="428"/>
            <ac:spMk id="9" creationId="{7E1533D4-F440-601D-500F-76A0180C56B5}"/>
          </ac:spMkLst>
        </pc:spChg>
        <pc:spChg chg="mod">
          <ac:chgData name="Mayuri Mukker" userId="2f22d81d-22f7-43d6-8035-602b8777b0e2" providerId="ADAL" clId="{FE62A89F-5CBE-51F0-9022-4476A8A0900E}" dt="2025-10-27T14:39:54.990" v="1202" actId="1076"/>
          <ac:spMkLst>
            <pc:docMk/>
            <pc:sldMk cId="997568138" sldId="428"/>
            <ac:spMk id="10" creationId="{980EC311-727F-9F76-CC5F-5FD9665BF04E}"/>
          </ac:spMkLst>
        </pc:spChg>
        <pc:spChg chg="add del mod">
          <ac:chgData name="Mayuri Mukker" userId="2f22d81d-22f7-43d6-8035-602b8777b0e2" providerId="ADAL" clId="{FE62A89F-5CBE-51F0-9022-4476A8A0900E}" dt="2025-10-17T06:38:13.101" v="1022" actId="120"/>
          <ac:spMkLst>
            <pc:docMk/>
            <pc:sldMk cId="997568138" sldId="428"/>
            <ac:spMk id="11" creationId="{61D5CE1E-E733-14BD-6982-C56E6BBE8D81}"/>
          </ac:spMkLst>
        </pc:spChg>
        <pc:spChg chg="mod">
          <ac:chgData name="Mayuri Mukker" userId="2f22d81d-22f7-43d6-8035-602b8777b0e2" providerId="ADAL" clId="{FE62A89F-5CBE-51F0-9022-4476A8A0900E}" dt="2025-10-27T14:39:54.990" v="1202" actId="1076"/>
          <ac:spMkLst>
            <pc:docMk/>
            <pc:sldMk cId="997568138" sldId="428"/>
            <ac:spMk id="12" creationId="{8498BDBF-2CD2-F742-14E2-5AB6E5CDD89F}"/>
          </ac:spMkLst>
        </pc:spChg>
        <pc:spChg chg="mod">
          <ac:chgData name="Mayuri Mukker" userId="2f22d81d-22f7-43d6-8035-602b8777b0e2" providerId="ADAL" clId="{FE62A89F-5CBE-51F0-9022-4476A8A0900E}" dt="2025-10-27T14:39:54.990" v="1202" actId="1076"/>
          <ac:spMkLst>
            <pc:docMk/>
            <pc:sldMk cId="997568138" sldId="428"/>
            <ac:spMk id="13" creationId="{616AA898-F669-6A13-FE1D-43A2D542E1ED}"/>
          </ac:spMkLst>
        </pc:spChg>
        <pc:spChg chg="mod topLvl">
          <ac:chgData name="Mayuri Mukker" userId="2f22d81d-22f7-43d6-8035-602b8777b0e2" providerId="ADAL" clId="{FE62A89F-5CBE-51F0-9022-4476A8A0900E}" dt="2025-10-27T14:35:34.127" v="1158"/>
          <ac:spMkLst>
            <pc:docMk/>
            <pc:sldMk cId="997568138" sldId="428"/>
            <ac:spMk id="14" creationId="{419D48C9-F338-8E92-DF12-1AEE3365E58D}"/>
          </ac:spMkLst>
        </pc:spChg>
        <pc:spChg chg="add mod">
          <ac:chgData name="Mayuri Mukker" userId="2f22d81d-22f7-43d6-8035-602b8777b0e2" providerId="ADAL" clId="{FE62A89F-5CBE-51F0-9022-4476A8A0900E}" dt="2025-10-27T12:06:17.567" v="1150" actId="14100"/>
          <ac:spMkLst>
            <pc:docMk/>
            <pc:sldMk cId="997568138" sldId="428"/>
            <ac:spMk id="16" creationId="{72825E83-339B-A455-844F-9F90C78FBFAA}"/>
          </ac:spMkLst>
        </pc:spChg>
        <pc:spChg chg="add mod">
          <ac:chgData name="Mayuri Mukker" userId="2f22d81d-22f7-43d6-8035-602b8777b0e2" providerId="ADAL" clId="{FE62A89F-5CBE-51F0-9022-4476A8A0900E}" dt="2025-10-17T07:38:20.554" v="1061" actId="1076"/>
          <ac:spMkLst>
            <pc:docMk/>
            <pc:sldMk cId="997568138" sldId="428"/>
            <ac:spMk id="18" creationId="{A26DB899-6FF5-30A4-AB64-735673EFF10A}"/>
          </ac:spMkLst>
        </pc:spChg>
        <pc:spChg chg="add mod">
          <ac:chgData name="Mayuri Mukker" userId="2f22d81d-22f7-43d6-8035-602b8777b0e2" providerId="ADAL" clId="{FE62A89F-5CBE-51F0-9022-4476A8A0900E}" dt="2025-10-01T08:06:20.366" v="59" actId="1036"/>
          <ac:spMkLst>
            <pc:docMk/>
            <pc:sldMk cId="997568138" sldId="428"/>
            <ac:spMk id="22" creationId="{FDC89C69-1068-149A-ED4A-72E87CE69123}"/>
          </ac:spMkLst>
        </pc:spChg>
        <pc:spChg chg="add mod">
          <ac:chgData name="Mayuri Mukker" userId="2f22d81d-22f7-43d6-8035-602b8777b0e2" providerId="ADAL" clId="{FE62A89F-5CBE-51F0-9022-4476A8A0900E}" dt="2025-10-17T06:37:30.847" v="1011" actId="14100"/>
          <ac:spMkLst>
            <pc:docMk/>
            <pc:sldMk cId="997568138" sldId="428"/>
            <ac:spMk id="23" creationId="{BFA1A75B-88E6-CB78-2A10-BC011A53479E}"/>
          </ac:spMkLst>
        </pc:spChg>
        <pc:spChg chg="mod">
          <ac:chgData name="Mayuri Mukker" userId="2f22d81d-22f7-43d6-8035-602b8777b0e2" providerId="ADAL" clId="{FE62A89F-5CBE-51F0-9022-4476A8A0900E}" dt="2025-10-17T07:37:48.514" v="1045" actId="14100"/>
          <ac:spMkLst>
            <pc:docMk/>
            <pc:sldMk cId="997568138" sldId="428"/>
            <ac:spMk id="26" creationId="{EC8D90DB-5971-8011-2D19-B51475ED425F}"/>
          </ac:spMkLst>
        </pc:spChg>
        <pc:spChg chg="add mod topLvl">
          <ac:chgData name="Mayuri Mukker" userId="2f22d81d-22f7-43d6-8035-602b8777b0e2" providerId="ADAL" clId="{FE62A89F-5CBE-51F0-9022-4476A8A0900E}" dt="2025-10-27T12:06:13.966" v="1149" actId="165"/>
          <ac:spMkLst>
            <pc:docMk/>
            <pc:sldMk cId="997568138" sldId="428"/>
            <ac:spMk id="28" creationId="{33B05BF4-0DE0-8622-B197-582EE57AF867}"/>
          </ac:spMkLst>
        </pc:spChg>
        <pc:spChg chg="mod">
          <ac:chgData name="Mayuri Mukker" userId="2f22d81d-22f7-43d6-8035-602b8777b0e2" providerId="ADAL" clId="{FE62A89F-5CBE-51F0-9022-4476A8A0900E}" dt="2025-10-17T07:42:49.106" v="1067" actId="1076"/>
          <ac:spMkLst>
            <pc:docMk/>
            <pc:sldMk cId="997568138" sldId="428"/>
            <ac:spMk id="30" creationId="{9ECF333A-F50D-1C5F-0895-B579B030AE79}"/>
          </ac:spMkLst>
        </pc:spChg>
        <pc:spChg chg="add mod topLvl">
          <ac:chgData name="Mayuri Mukker" userId="2f22d81d-22f7-43d6-8035-602b8777b0e2" providerId="ADAL" clId="{FE62A89F-5CBE-51F0-9022-4476A8A0900E}" dt="2025-10-27T14:34:56.155" v="1156" actId="20577"/>
          <ac:spMkLst>
            <pc:docMk/>
            <pc:sldMk cId="997568138" sldId="428"/>
            <ac:spMk id="32" creationId="{0C0F2154-5654-ED99-1C5B-39FCC1131EB6}"/>
          </ac:spMkLst>
        </pc:spChg>
        <pc:spChg chg="mod">
          <ac:chgData name="Mayuri Mukker" userId="2f22d81d-22f7-43d6-8035-602b8777b0e2" providerId="ADAL" clId="{FE62A89F-5CBE-51F0-9022-4476A8A0900E}" dt="2025-10-28T13:14:55.910" v="1289" actId="1036"/>
          <ac:spMkLst>
            <pc:docMk/>
            <pc:sldMk cId="997568138" sldId="428"/>
            <ac:spMk id="35" creationId="{FA8CC959-FF71-876B-B868-9AA2D37FD9D7}"/>
          </ac:spMkLst>
        </pc:spChg>
        <pc:spChg chg="add mod">
          <ac:chgData name="Mayuri Mukker" userId="2f22d81d-22f7-43d6-8035-602b8777b0e2" providerId="ADAL" clId="{FE62A89F-5CBE-51F0-9022-4476A8A0900E}" dt="2025-10-27T14:39:54.990" v="1202" actId="1076"/>
          <ac:spMkLst>
            <pc:docMk/>
            <pc:sldMk cId="997568138" sldId="428"/>
            <ac:spMk id="38" creationId="{F93A6398-ACA0-D57C-2F05-FD6BE387CBCD}"/>
          </ac:spMkLst>
        </pc:spChg>
        <pc:spChg chg="add mod">
          <ac:chgData name="Mayuri Mukker" userId="2f22d81d-22f7-43d6-8035-602b8777b0e2" providerId="ADAL" clId="{FE62A89F-5CBE-51F0-9022-4476A8A0900E}" dt="2025-10-17T06:32:57.357" v="939" actId="14100"/>
          <ac:spMkLst>
            <pc:docMk/>
            <pc:sldMk cId="997568138" sldId="428"/>
            <ac:spMk id="40" creationId="{8846DFD0-FAA4-3577-B27D-8A6AEBB980AF}"/>
          </ac:spMkLst>
        </pc:spChg>
        <pc:spChg chg="add mod">
          <ac:chgData name="Mayuri Mukker" userId="2f22d81d-22f7-43d6-8035-602b8777b0e2" providerId="ADAL" clId="{FE62A89F-5CBE-51F0-9022-4476A8A0900E}" dt="2025-10-09T15:41:22.162" v="834" actId="571"/>
          <ac:spMkLst>
            <pc:docMk/>
            <pc:sldMk cId="997568138" sldId="428"/>
            <ac:spMk id="43" creationId="{562EA0C2-468C-57CF-66EE-E3D63DF649AA}"/>
          </ac:spMkLst>
        </pc:spChg>
        <pc:spChg chg="add mod">
          <ac:chgData name="Mayuri Mukker" userId="2f22d81d-22f7-43d6-8035-602b8777b0e2" providerId="ADAL" clId="{FE62A89F-5CBE-51F0-9022-4476A8A0900E}" dt="2025-10-17T07:42:56.596" v="1068" actId="14100"/>
          <ac:spMkLst>
            <pc:docMk/>
            <pc:sldMk cId="997568138" sldId="428"/>
            <ac:spMk id="285" creationId="{06883B90-F136-F2A3-9BA4-C8956D5921EA}"/>
          </ac:spMkLst>
        </pc:spChg>
        <pc:spChg chg="add mod">
          <ac:chgData name="Mayuri Mukker" userId="2f22d81d-22f7-43d6-8035-602b8777b0e2" providerId="ADAL" clId="{FE62A89F-5CBE-51F0-9022-4476A8A0900E}" dt="2025-10-07T12:54:29.647" v="724" actId="14100"/>
          <ac:spMkLst>
            <pc:docMk/>
            <pc:sldMk cId="997568138" sldId="428"/>
            <ac:spMk id="292" creationId="{028F5151-DA08-DD61-B665-9D4660C38D8B}"/>
          </ac:spMkLst>
        </pc:spChg>
        <pc:spChg chg="mod">
          <ac:chgData name="Mayuri Mukker" userId="2f22d81d-22f7-43d6-8035-602b8777b0e2" providerId="ADAL" clId="{FE62A89F-5CBE-51F0-9022-4476A8A0900E}" dt="2025-10-07T12:49:40.929" v="610" actId="1035"/>
          <ac:spMkLst>
            <pc:docMk/>
            <pc:sldMk cId="997568138" sldId="428"/>
            <ac:spMk id="312" creationId="{29F195FD-3EB4-62EB-9566-CE6836C7302B}"/>
          </ac:spMkLst>
        </pc:spChg>
        <pc:spChg chg="mod">
          <ac:chgData name="Mayuri Mukker" userId="2f22d81d-22f7-43d6-8035-602b8777b0e2" providerId="ADAL" clId="{FE62A89F-5CBE-51F0-9022-4476A8A0900E}" dt="2025-10-07T12:49:40.929" v="610" actId="1035"/>
          <ac:spMkLst>
            <pc:docMk/>
            <pc:sldMk cId="997568138" sldId="428"/>
            <ac:spMk id="313" creationId="{16670E32-5B0C-A2FC-1363-063826C025D2}"/>
          </ac:spMkLst>
        </pc:spChg>
        <pc:spChg chg="mod">
          <ac:chgData name="Mayuri Mukker" userId="2f22d81d-22f7-43d6-8035-602b8777b0e2" providerId="ADAL" clId="{FE62A89F-5CBE-51F0-9022-4476A8A0900E}" dt="2025-10-07T12:49:40.929" v="610" actId="1035"/>
          <ac:spMkLst>
            <pc:docMk/>
            <pc:sldMk cId="997568138" sldId="428"/>
            <ac:spMk id="421" creationId="{F1352735-A44B-40BA-63C0-3EAA2CD2339F}"/>
          </ac:spMkLst>
        </pc:spChg>
        <pc:spChg chg="add mod">
          <ac:chgData name="Mayuri Mukker" userId="2f22d81d-22f7-43d6-8035-602b8777b0e2" providerId="ADAL" clId="{FE62A89F-5CBE-51F0-9022-4476A8A0900E}" dt="2025-10-27T11:31:30.094" v="1089" actId="1038"/>
          <ac:spMkLst>
            <pc:docMk/>
            <pc:sldMk cId="997568138" sldId="428"/>
            <ac:spMk id="439" creationId="{17D1FA22-EB0E-18D8-E3DD-9C5470EB35C1}"/>
          </ac:spMkLst>
        </pc:spChg>
        <pc:spChg chg="mod">
          <ac:chgData name="Mayuri Mukker" userId="2f22d81d-22f7-43d6-8035-602b8777b0e2" providerId="ADAL" clId="{FE62A89F-5CBE-51F0-9022-4476A8A0900E}" dt="2025-10-01T08:19:15.216" v="255" actId="1076"/>
          <ac:spMkLst>
            <pc:docMk/>
            <pc:sldMk cId="997568138" sldId="428"/>
            <ac:spMk id="440" creationId="{68AE57A8-DCCC-4366-DDB9-68A6F9CA3BA6}"/>
          </ac:spMkLst>
        </pc:spChg>
        <pc:spChg chg="mod">
          <ac:chgData name="Mayuri Mukker" userId="2f22d81d-22f7-43d6-8035-602b8777b0e2" providerId="ADAL" clId="{FE62A89F-5CBE-51F0-9022-4476A8A0900E}" dt="2025-10-17T05:51:52.143" v="878" actId="1076"/>
          <ac:spMkLst>
            <pc:docMk/>
            <pc:sldMk cId="997568138" sldId="428"/>
            <ac:spMk id="559" creationId="{12A6DD3B-5840-7D34-E218-8D4B5174B82A}"/>
          </ac:spMkLst>
        </pc:spChg>
        <pc:spChg chg="mod">
          <ac:chgData name="Mayuri Mukker" userId="2f22d81d-22f7-43d6-8035-602b8777b0e2" providerId="ADAL" clId="{FE62A89F-5CBE-51F0-9022-4476A8A0900E}" dt="2025-10-17T05:48:10.109" v="870" actId="1076"/>
          <ac:spMkLst>
            <pc:docMk/>
            <pc:sldMk cId="997568138" sldId="428"/>
            <ac:spMk id="561" creationId="{DC3B0F09-9F09-652B-6DBD-828DD2C40103}"/>
          </ac:spMkLst>
        </pc:spChg>
        <pc:spChg chg="mod">
          <ac:chgData name="Mayuri Mukker" userId="2f22d81d-22f7-43d6-8035-602b8777b0e2" providerId="ADAL" clId="{FE62A89F-5CBE-51F0-9022-4476A8A0900E}" dt="2025-10-08T12:34:22.934" v="808" actId="1036"/>
          <ac:spMkLst>
            <pc:docMk/>
            <pc:sldMk cId="997568138" sldId="428"/>
            <ac:spMk id="568" creationId="{2DC5C9BC-62ED-BDED-EEF0-CBA880001C19}"/>
          </ac:spMkLst>
        </pc:spChg>
        <pc:spChg chg="mod">
          <ac:chgData name="Mayuri Mukker" userId="2f22d81d-22f7-43d6-8035-602b8777b0e2" providerId="ADAL" clId="{FE62A89F-5CBE-51F0-9022-4476A8A0900E}" dt="2025-10-17T05:47:56.499" v="866" actId="1035"/>
          <ac:spMkLst>
            <pc:docMk/>
            <pc:sldMk cId="997568138" sldId="428"/>
            <ac:spMk id="570" creationId="{1CAD1350-3187-CD51-CF77-3D47EE2447AE}"/>
          </ac:spMkLst>
        </pc:spChg>
        <pc:spChg chg="mod">
          <ac:chgData name="Mayuri Mukker" userId="2f22d81d-22f7-43d6-8035-602b8777b0e2" providerId="ADAL" clId="{FE62A89F-5CBE-51F0-9022-4476A8A0900E}" dt="2025-10-07T12:50:51.825" v="619" actId="14100"/>
          <ac:spMkLst>
            <pc:docMk/>
            <pc:sldMk cId="997568138" sldId="428"/>
            <ac:spMk id="581" creationId="{0B17D9C7-C6D2-8716-8B9B-38B40642267C}"/>
          </ac:spMkLst>
        </pc:spChg>
        <pc:spChg chg="mod">
          <ac:chgData name="Mayuri Mukker" userId="2f22d81d-22f7-43d6-8035-602b8777b0e2" providerId="ADAL" clId="{FE62A89F-5CBE-51F0-9022-4476A8A0900E}" dt="2025-10-07T12:49:40.929" v="610" actId="1035"/>
          <ac:spMkLst>
            <pc:docMk/>
            <pc:sldMk cId="997568138" sldId="428"/>
            <ac:spMk id="583" creationId="{DB2F57EF-230B-A340-4B29-54338E9D357C}"/>
          </ac:spMkLst>
        </pc:spChg>
        <pc:spChg chg="mod">
          <ac:chgData name="Mayuri Mukker" userId="2f22d81d-22f7-43d6-8035-602b8777b0e2" providerId="ADAL" clId="{FE62A89F-5CBE-51F0-9022-4476A8A0900E}" dt="2025-10-07T12:49:31.104" v="607" actId="14100"/>
          <ac:spMkLst>
            <pc:docMk/>
            <pc:sldMk cId="997568138" sldId="428"/>
            <ac:spMk id="615" creationId="{510591B0-9F9A-1287-AC4B-D024B7C7A7D6}"/>
          </ac:spMkLst>
        </pc:spChg>
        <pc:spChg chg="mod">
          <ac:chgData name="Mayuri Mukker" userId="2f22d81d-22f7-43d6-8035-602b8777b0e2" providerId="ADAL" clId="{FE62A89F-5CBE-51F0-9022-4476A8A0900E}" dt="2025-10-07T12:21:25.867" v="347" actId="108"/>
          <ac:spMkLst>
            <pc:docMk/>
            <pc:sldMk cId="997568138" sldId="428"/>
            <ac:spMk id="618" creationId="{B64CB8EF-7636-02A1-AE0D-34F4E4664764}"/>
          </ac:spMkLst>
        </pc:spChg>
        <pc:spChg chg="mod">
          <ac:chgData name="Mayuri Mukker" userId="2f22d81d-22f7-43d6-8035-602b8777b0e2" providerId="ADAL" clId="{FE62A89F-5CBE-51F0-9022-4476A8A0900E}" dt="2025-10-09T15:42:29.693" v="839" actId="1076"/>
          <ac:spMkLst>
            <pc:docMk/>
            <pc:sldMk cId="997568138" sldId="428"/>
            <ac:spMk id="619" creationId="{7981593B-FC7B-0FF1-28E7-C556C01B0F94}"/>
          </ac:spMkLst>
        </pc:spChg>
        <pc:spChg chg="add del mod">
          <ac:chgData name="Mayuri Mukker" userId="2f22d81d-22f7-43d6-8035-602b8777b0e2" providerId="ADAL" clId="{FE62A89F-5CBE-51F0-9022-4476A8A0900E}" dt="2025-10-27T14:39:54.990" v="1202" actId="1076"/>
          <ac:spMkLst>
            <pc:docMk/>
            <pc:sldMk cId="997568138" sldId="428"/>
            <ac:spMk id="642" creationId="{60E86B72-1FC5-C8FD-0794-77B7CE9F8947}"/>
          </ac:spMkLst>
        </pc:spChg>
        <pc:spChg chg="mod">
          <ac:chgData name="Mayuri Mukker" userId="2f22d81d-22f7-43d6-8035-602b8777b0e2" providerId="ADAL" clId="{FE62A89F-5CBE-51F0-9022-4476A8A0900E}" dt="2025-10-17T06:32:57.357" v="939" actId="14100"/>
          <ac:spMkLst>
            <pc:docMk/>
            <pc:sldMk cId="997568138" sldId="428"/>
            <ac:spMk id="644" creationId="{6574AD14-CF6E-89D9-497A-C9842D4A5842}"/>
          </ac:spMkLst>
        </pc:spChg>
        <pc:spChg chg="mod">
          <ac:chgData name="Mayuri Mukker" userId="2f22d81d-22f7-43d6-8035-602b8777b0e2" providerId="ADAL" clId="{FE62A89F-5CBE-51F0-9022-4476A8A0900E}" dt="2025-10-08T12:34:26.791" v="809" actId="1036"/>
          <ac:spMkLst>
            <pc:docMk/>
            <pc:sldMk cId="997568138" sldId="428"/>
            <ac:spMk id="645" creationId="{818D3423-255E-577A-7937-B604571ADD3A}"/>
          </ac:spMkLst>
        </pc:spChg>
        <pc:spChg chg="mod">
          <ac:chgData name="Mayuri Mukker" userId="2f22d81d-22f7-43d6-8035-602b8777b0e2" providerId="ADAL" clId="{FE62A89F-5CBE-51F0-9022-4476A8A0900E}" dt="2025-10-17T05:47:56.499" v="866" actId="1035"/>
          <ac:spMkLst>
            <pc:docMk/>
            <pc:sldMk cId="997568138" sldId="428"/>
            <ac:spMk id="646" creationId="{B5636692-DA0D-8E9B-F79F-F2D4A91A9E6E}"/>
          </ac:spMkLst>
        </pc:spChg>
        <pc:spChg chg="mod">
          <ac:chgData name="Mayuri Mukker" userId="2f22d81d-22f7-43d6-8035-602b8777b0e2" providerId="ADAL" clId="{FE62A89F-5CBE-51F0-9022-4476A8A0900E}" dt="2025-10-07T12:51:19.258" v="623" actId="14100"/>
          <ac:spMkLst>
            <pc:docMk/>
            <pc:sldMk cId="997568138" sldId="428"/>
            <ac:spMk id="649" creationId="{6CBD0EB4-9215-174C-075D-496A5E381E25}"/>
          </ac:spMkLst>
        </pc:spChg>
        <pc:spChg chg="mod">
          <ac:chgData name="Mayuri Mukker" userId="2f22d81d-22f7-43d6-8035-602b8777b0e2" providerId="ADAL" clId="{FE62A89F-5CBE-51F0-9022-4476A8A0900E}" dt="2025-10-27T11:31:06.991" v="1081" actId="1076"/>
          <ac:spMkLst>
            <pc:docMk/>
            <pc:sldMk cId="997568138" sldId="428"/>
            <ac:spMk id="650" creationId="{42410FA9-42D3-BAE5-F11F-512BEA6FFCB9}"/>
          </ac:spMkLst>
        </pc:spChg>
        <pc:spChg chg="mod">
          <ac:chgData name="Mayuri Mukker" userId="2f22d81d-22f7-43d6-8035-602b8777b0e2" providerId="ADAL" clId="{FE62A89F-5CBE-51F0-9022-4476A8A0900E}" dt="2025-10-07T12:49:46.049" v="611" actId="1076"/>
          <ac:spMkLst>
            <pc:docMk/>
            <pc:sldMk cId="997568138" sldId="428"/>
            <ac:spMk id="652" creationId="{1E853A93-F621-2F25-8209-573C01E1605B}"/>
          </ac:spMkLst>
        </pc:spChg>
        <pc:spChg chg="mod">
          <ac:chgData name="Mayuri Mukker" userId="2f22d81d-22f7-43d6-8035-602b8777b0e2" providerId="ADAL" clId="{FE62A89F-5CBE-51F0-9022-4476A8A0900E}" dt="2025-10-07T12:27:34.427" v="436" actId="13926"/>
          <ac:spMkLst>
            <pc:docMk/>
            <pc:sldMk cId="997568138" sldId="428"/>
            <ac:spMk id="653" creationId="{4096366D-7F91-194D-BD02-D4D49C8EBEF1}"/>
          </ac:spMkLst>
        </pc:spChg>
        <pc:spChg chg="mod topLvl">
          <ac:chgData name="Mayuri Mukker" userId="2f22d81d-22f7-43d6-8035-602b8777b0e2" providerId="ADAL" clId="{FE62A89F-5CBE-51F0-9022-4476A8A0900E}" dt="2025-10-27T12:06:13.966" v="1149" actId="165"/>
          <ac:spMkLst>
            <pc:docMk/>
            <pc:sldMk cId="997568138" sldId="428"/>
            <ac:spMk id="658" creationId="{975F55F2-DB9B-8F93-4504-F2D4093AE3B2}"/>
          </ac:spMkLst>
        </pc:spChg>
        <pc:spChg chg="mod topLvl">
          <ac:chgData name="Mayuri Mukker" userId="2f22d81d-22f7-43d6-8035-602b8777b0e2" providerId="ADAL" clId="{FE62A89F-5CBE-51F0-9022-4476A8A0900E}" dt="2025-10-27T14:35:32.358" v="1157"/>
          <ac:spMkLst>
            <pc:docMk/>
            <pc:sldMk cId="997568138" sldId="428"/>
            <ac:spMk id="659" creationId="{6031E2EC-F723-FBC6-4344-5311D5B51C6E}"/>
          </ac:spMkLst>
        </pc:spChg>
        <pc:spChg chg="mod">
          <ac:chgData name="Mayuri Mukker" userId="2f22d81d-22f7-43d6-8035-602b8777b0e2" providerId="ADAL" clId="{FE62A89F-5CBE-51F0-9022-4476A8A0900E}" dt="2025-10-07T12:52:01.820" v="632" actId="21"/>
          <ac:spMkLst>
            <pc:docMk/>
            <pc:sldMk cId="997568138" sldId="428"/>
            <ac:spMk id="663" creationId="{ED607DDA-54A1-FA4E-5841-D4C55CB9611B}"/>
          </ac:spMkLst>
        </pc:spChg>
        <pc:spChg chg="mod topLvl">
          <ac:chgData name="Mayuri Mukker" userId="2f22d81d-22f7-43d6-8035-602b8777b0e2" providerId="ADAL" clId="{FE62A89F-5CBE-51F0-9022-4476A8A0900E}" dt="2025-10-27T12:06:13.966" v="1149" actId="165"/>
          <ac:spMkLst>
            <pc:docMk/>
            <pc:sldMk cId="997568138" sldId="428"/>
            <ac:spMk id="668" creationId="{0C2671F6-4E6F-4D10-1C81-3E627DE14D40}"/>
          </ac:spMkLst>
        </pc:spChg>
        <pc:spChg chg="mod">
          <ac:chgData name="Mayuri Mukker" userId="2f22d81d-22f7-43d6-8035-602b8777b0e2" providerId="ADAL" clId="{FE62A89F-5CBE-51F0-9022-4476A8A0900E}" dt="2025-10-01T08:08:22.589" v="74" actId="1076"/>
          <ac:spMkLst>
            <pc:docMk/>
            <pc:sldMk cId="997568138" sldId="428"/>
            <ac:spMk id="690" creationId="{2FB43824-C8E3-40A5-AF16-CF083CD61149}"/>
          </ac:spMkLst>
        </pc:spChg>
        <pc:spChg chg="mod">
          <ac:chgData name="Mayuri Mukker" userId="2f22d81d-22f7-43d6-8035-602b8777b0e2" providerId="ADAL" clId="{FE62A89F-5CBE-51F0-9022-4476A8A0900E}" dt="2025-10-01T08:16:24.446" v="225" actId="1076"/>
          <ac:spMkLst>
            <pc:docMk/>
            <pc:sldMk cId="997568138" sldId="428"/>
            <ac:spMk id="691" creationId="{AC6696AA-A40D-26AD-A12D-D3C124C0D7A7}"/>
          </ac:spMkLst>
        </pc:spChg>
        <pc:spChg chg="mod">
          <ac:chgData name="Mayuri Mukker" userId="2f22d81d-22f7-43d6-8035-602b8777b0e2" providerId="ADAL" clId="{FE62A89F-5CBE-51F0-9022-4476A8A0900E}" dt="2025-10-01T08:16:24.446" v="225" actId="1076"/>
          <ac:spMkLst>
            <pc:docMk/>
            <pc:sldMk cId="997568138" sldId="428"/>
            <ac:spMk id="692" creationId="{994239A0-A492-33A9-040C-ED4D5ED41B4C}"/>
          </ac:spMkLst>
        </pc:spChg>
        <pc:spChg chg="mod">
          <ac:chgData name="Mayuri Mukker" userId="2f22d81d-22f7-43d6-8035-602b8777b0e2" providerId="ADAL" clId="{FE62A89F-5CBE-51F0-9022-4476A8A0900E}" dt="2025-10-07T12:30:02.264" v="456" actId="14100"/>
          <ac:spMkLst>
            <pc:docMk/>
            <pc:sldMk cId="997568138" sldId="428"/>
            <ac:spMk id="703" creationId="{822446FB-45CF-337A-BEB4-19418791AB7C}"/>
          </ac:spMkLst>
        </pc:spChg>
        <pc:spChg chg="mod">
          <ac:chgData name="Mayuri Mukker" userId="2f22d81d-22f7-43d6-8035-602b8777b0e2" providerId="ADAL" clId="{FE62A89F-5CBE-51F0-9022-4476A8A0900E}" dt="2025-10-27T11:31:04.668" v="1079" actId="1076"/>
          <ac:spMkLst>
            <pc:docMk/>
            <pc:sldMk cId="997568138" sldId="428"/>
            <ac:spMk id="725" creationId="{DDCA38AA-8F14-B449-52C8-BBFD1FCF4BFE}"/>
          </ac:spMkLst>
        </pc:spChg>
        <pc:grpChg chg="add mod">
          <ac:chgData name="Mayuri Mukker" userId="2f22d81d-22f7-43d6-8035-602b8777b0e2" providerId="ADAL" clId="{FE62A89F-5CBE-51F0-9022-4476A8A0900E}" dt="2025-10-07T12:34:13.863" v="505" actId="1076"/>
          <ac:grpSpMkLst>
            <pc:docMk/>
            <pc:sldMk cId="997568138" sldId="428"/>
            <ac:grpSpMk id="293" creationId="{6445EE10-A5FD-A58C-301A-8BD259B1B084}"/>
          </ac:grpSpMkLst>
        </pc:grpChg>
        <pc:grpChg chg="add">
          <ac:chgData name="Mayuri Mukker" userId="2f22d81d-22f7-43d6-8035-602b8777b0e2" providerId="ADAL" clId="{FE62A89F-5CBE-51F0-9022-4476A8A0900E}" dt="2025-10-27T12:06:25.934" v="1151" actId="164"/>
          <ac:grpSpMkLst>
            <pc:docMk/>
            <pc:sldMk cId="997568138" sldId="428"/>
            <ac:grpSpMk id="469" creationId="{EE1E29DE-28A0-0156-2FAD-7A3F0DA1B873}"/>
          </ac:grpSpMkLst>
        </pc:grpChg>
        <pc:grpChg chg="add mod">
          <ac:chgData name="Mayuri Mukker" userId="2f22d81d-22f7-43d6-8035-602b8777b0e2" providerId="ADAL" clId="{FE62A89F-5CBE-51F0-9022-4476A8A0900E}" dt="2025-10-27T14:44:32.760" v="1249" actId="1076"/>
          <ac:grpSpMkLst>
            <pc:docMk/>
            <pc:sldMk cId="997568138" sldId="428"/>
            <ac:grpSpMk id="470" creationId="{B7B9A75C-1469-9027-0E0C-76BB517A3383}"/>
          </ac:grpSpMkLst>
        </pc:grpChg>
        <pc:grpChg chg="mod">
          <ac:chgData name="Mayuri Mukker" userId="2f22d81d-22f7-43d6-8035-602b8777b0e2" providerId="ADAL" clId="{FE62A89F-5CBE-51F0-9022-4476A8A0900E}" dt="2025-10-08T12:34:22.934" v="808" actId="1036"/>
          <ac:grpSpMkLst>
            <pc:docMk/>
            <pc:sldMk cId="997568138" sldId="428"/>
            <ac:grpSpMk id="647" creationId="{C8056733-510A-64B5-F9F7-1ADF21836202}"/>
          </ac:grpSpMkLst>
        </pc:grpChg>
        <pc:grpChg chg="mod">
          <ac:chgData name="Mayuri Mukker" userId="2f22d81d-22f7-43d6-8035-602b8777b0e2" providerId="ADAL" clId="{FE62A89F-5CBE-51F0-9022-4476A8A0900E}" dt="2025-10-17T06:32:57.357" v="939" actId="14100"/>
          <ac:grpSpMkLst>
            <pc:docMk/>
            <pc:sldMk cId="997568138" sldId="428"/>
            <ac:grpSpMk id="648" creationId="{E993C34B-6531-7C90-69EC-C78F91A5E69F}"/>
          </ac:grpSpMkLst>
        </pc:grpChg>
        <pc:picChg chg="mod">
          <ac:chgData name="Mayuri Mukker" userId="2f22d81d-22f7-43d6-8035-602b8777b0e2" providerId="ADAL" clId="{FE62A89F-5CBE-51F0-9022-4476A8A0900E}" dt="2025-10-17T07:42:44.978" v="1066" actId="1076"/>
          <ac:picMkLst>
            <pc:docMk/>
            <pc:sldMk cId="997568138" sldId="428"/>
            <ac:picMk id="17" creationId="{194CBED8-A310-2C4C-C6BF-8DF9BFADC7DA}"/>
          </ac:picMkLst>
        </pc:picChg>
        <pc:picChg chg="add mod">
          <ac:chgData name="Mayuri Mukker" userId="2f22d81d-22f7-43d6-8035-602b8777b0e2" providerId="ADAL" clId="{FE62A89F-5CBE-51F0-9022-4476A8A0900E}" dt="2025-10-01T08:06:16.748" v="53" actId="1036"/>
          <ac:picMkLst>
            <pc:docMk/>
            <pc:sldMk cId="997568138" sldId="428"/>
            <ac:picMk id="20" creationId="{149C1514-C6F3-A7CE-E7C1-CC9D3763FA2B}"/>
          </ac:picMkLst>
        </pc:picChg>
        <pc:picChg chg="add mod">
          <ac:chgData name="Mayuri Mukker" userId="2f22d81d-22f7-43d6-8035-602b8777b0e2" providerId="ADAL" clId="{FE62A89F-5CBE-51F0-9022-4476A8A0900E}" dt="2025-10-01T08:06:23.524" v="62" actId="1035"/>
          <ac:picMkLst>
            <pc:docMk/>
            <pc:sldMk cId="997568138" sldId="428"/>
            <ac:picMk id="21" creationId="{D01E23D5-57B8-DB5E-77D5-2F33745B86EB}"/>
          </ac:picMkLst>
        </pc:picChg>
        <pc:picChg chg="add mod">
          <ac:chgData name="Mayuri Mukker" userId="2f22d81d-22f7-43d6-8035-602b8777b0e2" providerId="ADAL" clId="{FE62A89F-5CBE-51F0-9022-4476A8A0900E}" dt="2025-10-17T06:32:57.357" v="939" actId="14100"/>
          <ac:picMkLst>
            <pc:docMk/>
            <pc:sldMk cId="997568138" sldId="428"/>
            <ac:picMk id="42" creationId="{DC5D54B0-DE2E-BAEF-A9F0-7D168764EA90}"/>
          </ac:picMkLst>
        </pc:picChg>
        <pc:picChg chg="add mod">
          <ac:chgData name="Mayuri Mukker" userId="2f22d81d-22f7-43d6-8035-602b8777b0e2" providerId="ADAL" clId="{FE62A89F-5CBE-51F0-9022-4476A8A0900E}" dt="2025-10-27T11:31:30.094" v="1089" actId="1038"/>
          <ac:picMkLst>
            <pc:docMk/>
            <pc:sldMk cId="997568138" sldId="428"/>
            <ac:picMk id="49" creationId="{220599A6-1806-A9A7-80E6-18ECEF7DECBD}"/>
          </ac:picMkLst>
        </pc:picChg>
        <pc:picChg chg="add mod">
          <ac:chgData name="Mayuri Mukker" userId="2f22d81d-22f7-43d6-8035-602b8777b0e2" providerId="ADAL" clId="{FE62A89F-5CBE-51F0-9022-4476A8A0900E}" dt="2025-10-27T11:31:30.094" v="1089" actId="1038"/>
          <ac:picMkLst>
            <pc:docMk/>
            <pc:sldMk cId="997568138" sldId="428"/>
            <ac:picMk id="437" creationId="{2C7043B8-DC30-322F-AD26-B2C112136CB8}"/>
          </ac:picMkLst>
        </pc:picChg>
        <pc:picChg chg="add mod">
          <ac:chgData name="Mayuri Mukker" userId="2f22d81d-22f7-43d6-8035-602b8777b0e2" providerId="ADAL" clId="{FE62A89F-5CBE-51F0-9022-4476A8A0900E}" dt="2025-10-17T07:38:20.554" v="1061" actId="1076"/>
          <ac:picMkLst>
            <pc:docMk/>
            <pc:sldMk cId="997568138" sldId="428"/>
            <ac:picMk id="464" creationId="{6FBB96DC-7687-359E-DDD2-6BEB36505201}"/>
          </ac:picMkLst>
        </pc:picChg>
        <pc:picChg chg="add mod">
          <ac:chgData name="Mayuri Mukker" userId="2f22d81d-22f7-43d6-8035-602b8777b0e2" providerId="ADAL" clId="{FE62A89F-5CBE-51F0-9022-4476A8A0900E}" dt="2025-10-17T07:16:35.145" v="1031" actId="1076"/>
          <ac:picMkLst>
            <pc:docMk/>
            <pc:sldMk cId="997568138" sldId="428"/>
            <ac:picMk id="480" creationId="{F67F66D2-6B34-318A-077E-0053CE3A61D8}"/>
          </ac:picMkLst>
        </pc:picChg>
        <pc:picChg chg="add mod">
          <ac:chgData name="Mayuri Mukker" userId="2f22d81d-22f7-43d6-8035-602b8777b0e2" providerId="ADAL" clId="{FE62A89F-5CBE-51F0-9022-4476A8A0900E}" dt="2025-10-07T12:58:41.405" v="758" actId="1076"/>
          <ac:picMkLst>
            <pc:docMk/>
            <pc:sldMk cId="997568138" sldId="428"/>
            <ac:picMk id="770" creationId="{B79D504F-1368-A4FC-F9A1-35C2842E3CE2}"/>
          </ac:picMkLst>
        </pc:picChg>
        <pc:picChg chg="add mod">
          <ac:chgData name="Mayuri Mukker" userId="2f22d81d-22f7-43d6-8035-602b8777b0e2" providerId="ADAL" clId="{FE62A89F-5CBE-51F0-9022-4476A8A0900E}" dt="2025-10-07T12:58:33.104" v="755" actId="12788"/>
          <ac:picMkLst>
            <pc:docMk/>
            <pc:sldMk cId="997568138" sldId="428"/>
            <ac:picMk id="772" creationId="{980776E5-D4C3-DA9A-E5AE-82FACE0AF9A0}"/>
          </ac:picMkLst>
        </pc:picChg>
        <pc:picChg chg="add mod">
          <ac:chgData name="Mayuri Mukker" userId="2f22d81d-22f7-43d6-8035-602b8777b0e2" providerId="ADAL" clId="{FE62A89F-5CBE-51F0-9022-4476A8A0900E}" dt="2025-10-07T12:58:33.104" v="755" actId="12788"/>
          <ac:picMkLst>
            <pc:docMk/>
            <pc:sldMk cId="997568138" sldId="428"/>
            <ac:picMk id="774" creationId="{9A881A8D-D842-D9B5-EDF0-F83AD4264DA9}"/>
          </ac:picMkLst>
        </pc:picChg>
        <pc:picChg chg="add mod">
          <ac:chgData name="Mayuri Mukker" userId="2f22d81d-22f7-43d6-8035-602b8777b0e2" providerId="ADAL" clId="{FE62A89F-5CBE-51F0-9022-4476A8A0900E}" dt="2025-10-08T12:34:09.599" v="807" actId="14100"/>
          <ac:picMkLst>
            <pc:docMk/>
            <pc:sldMk cId="997568138" sldId="428"/>
            <ac:picMk id="776" creationId="{AD15CD54-FA39-29A4-B788-8BF08D53885A}"/>
          </ac:picMkLst>
        </pc:picChg>
        <pc:cxnChg chg="add mod">
          <ac:chgData name="Mayuri Mukker" userId="2f22d81d-22f7-43d6-8035-602b8777b0e2" providerId="ADAL" clId="{FE62A89F-5CBE-51F0-9022-4476A8A0900E}" dt="2025-10-17T07:17:28.646" v="1039" actId="14100"/>
          <ac:cxnSpMkLst>
            <pc:docMk/>
            <pc:sldMk cId="997568138" sldId="428"/>
            <ac:cxnSpMk id="19" creationId="{0CC6D40B-E732-FF82-F328-90DFD134B73C}"/>
          </ac:cxnSpMkLst>
        </pc:cxnChg>
        <pc:cxnChg chg="add mod">
          <ac:chgData name="Mayuri Mukker" userId="2f22d81d-22f7-43d6-8035-602b8777b0e2" providerId="ADAL" clId="{FE62A89F-5CBE-51F0-9022-4476A8A0900E}" dt="2025-10-27T11:34:44.822" v="1127" actId="14100"/>
          <ac:cxnSpMkLst>
            <pc:docMk/>
            <pc:sldMk cId="997568138" sldId="428"/>
            <ac:cxnSpMk id="24" creationId="{D71F7F05-359E-74EE-B858-133C8E99F356}"/>
          </ac:cxnSpMkLst>
        </pc:cxnChg>
        <pc:cxnChg chg="add mod">
          <ac:chgData name="Mayuri Mukker" userId="2f22d81d-22f7-43d6-8035-602b8777b0e2" providerId="ADAL" clId="{FE62A89F-5CBE-51F0-9022-4476A8A0900E}" dt="2025-10-07T12:22:28.316" v="357" actId="1076"/>
          <ac:cxnSpMkLst>
            <pc:docMk/>
            <pc:sldMk cId="997568138" sldId="428"/>
            <ac:cxnSpMk id="25" creationId="{397B5A13-5CE7-830F-254C-A98CC7B881BE}"/>
          </ac:cxnSpMkLst>
        </pc:cxnChg>
        <pc:cxnChg chg="mod">
          <ac:chgData name="Mayuri Mukker" userId="2f22d81d-22f7-43d6-8035-602b8777b0e2" providerId="ADAL" clId="{FE62A89F-5CBE-51F0-9022-4476A8A0900E}" dt="2025-10-27T14:45:16.393" v="1263" actId="14100"/>
          <ac:cxnSpMkLst>
            <pc:docMk/>
            <pc:sldMk cId="997568138" sldId="428"/>
            <ac:cxnSpMk id="29" creationId="{414D3402-B76E-D839-2A58-B32503717E5A}"/>
          </ac:cxnSpMkLst>
        </pc:cxnChg>
        <pc:cxnChg chg="add mod">
          <ac:chgData name="Mayuri Mukker" userId="2f22d81d-22f7-43d6-8035-602b8777b0e2" providerId="ADAL" clId="{FE62A89F-5CBE-51F0-9022-4476A8A0900E}" dt="2025-10-17T07:17:26.718" v="1038" actId="14100"/>
          <ac:cxnSpMkLst>
            <pc:docMk/>
            <pc:sldMk cId="997568138" sldId="428"/>
            <ac:cxnSpMk id="31" creationId="{2C693980-D2DD-AA5A-47BE-5DDC649DD877}"/>
          </ac:cxnSpMkLst>
        </pc:cxnChg>
        <pc:cxnChg chg="add mod">
          <ac:chgData name="Mayuri Mukker" userId="2f22d81d-22f7-43d6-8035-602b8777b0e2" providerId="ADAL" clId="{FE62A89F-5CBE-51F0-9022-4476A8A0900E}" dt="2025-10-07T12:25:36.308" v="415" actId="14100"/>
          <ac:cxnSpMkLst>
            <pc:docMk/>
            <pc:sldMk cId="997568138" sldId="428"/>
            <ac:cxnSpMk id="33" creationId="{BC34A55B-944D-64CB-8843-6A182DBCD3E3}"/>
          </ac:cxnSpMkLst>
        </pc:cxnChg>
        <pc:cxnChg chg="add mod">
          <ac:chgData name="Mayuri Mukker" userId="2f22d81d-22f7-43d6-8035-602b8777b0e2" providerId="ADAL" clId="{FE62A89F-5CBE-51F0-9022-4476A8A0900E}" dt="2025-10-17T07:42:38.303" v="1064" actId="1038"/>
          <ac:cxnSpMkLst>
            <pc:docMk/>
            <pc:sldMk cId="997568138" sldId="428"/>
            <ac:cxnSpMk id="34" creationId="{2BE3DB6D-EA6E-7FA4-27BF-631C6E940097}"/>
          </ac:cxnSpMkLst>
        </pc:cxnChg>
        <pc:cxnChg chg="add mod">
          <ac:chgData name="Mayuri Mukker" userId="2f22d81d-22f7-43d6-8035-602b8777b0e2" providerId="ADAL" clId="{FE62A89F-5CBE-51F0-9022-4476A8A0900E}" dt="2025-10-27T12:06:00.444" v="1144" actId="14100"/>
          <ac:cxnSpMkLst>
            <pc:docMk/>
            <pc:sldMk cId="997568138" sldId="428"/>
            <ac:cxnSpMk id="37" creationId="{40A9D476-4F9D-BE49-6A9C-03A09432EEAC}"/>
          </ac:cxnSpMkLst>
        </pc:cxnChg>
        <pc:cxnChg chg="add mod">
          <ac:chgData name="Mayuri Mukker" userId="2f22d81d-22f7-43d6-8035-602b8777b0e2" providerId="ADAL" clId="{FE62A89F-5CBE-51F0-9022-4476A8A0900E}" dt="2025-10-08T12:30:35.187" v="803" actId="14100"/>
          <ac:cxnSpMkLst>
            <pc:docMk/>
            <pc:sldMk cId="997568138" sldId="428"/>
            <ac:cxnSpMk id="39" creationId="{93A8FB79-EEA5-CD10-81B4-F1E705388F98}"/>
          </ac:cxnSpMkLst>
        </pc:cxnChg>
        <pc:cxnChg chg="add mod">
          <ac:chgData name="Mayuri Mukker" userId="2f22d81d-22f7-43d6-8035-602b8777b0e2" providerId="ADAL" clId="{FE62A89F-5CBE-51F0-9022-4476A8A0900E}" dt="2025-10-09T15:39:53.573" v="812" actId="692"/>
          <ac:cxnSpMkLst>
            <pc:docMk/>
            <pc:sldMk cId="997568138" sldId="428"/>
            <ac:cxnSpMk id="44" creationId="{C4D336E0-A913-C152-CF3B-68E18584DC25}"/>
          </ac:cxnSpMkLst>
        </pc:cxnChg>
        <pc:cxnChg chg="add mod">
          <ac:chgData name="Mayuri Mukker" userId="2f22d81d-22f7-43d6-8035-602b8777b0e2" providerId="ADAL" clId="{FE62A89F-5CBE-51F0-9022-4476A8A0900E}" dt="2025-10-27T14:45:57.921" v="1276" actId="1036"/>
          <ac:cxnSpMkLst>
            <pc:docMk/>
            <pc:sldMk cId="997568138" sldId="428"/>
            <ac:cxnSpMk id="47" creationId="{7545EC71-8C6B-CB37-A3B1-153A0C8DD7D4}"/>
          </ac:cxnSpMkLst>
        </pc:cxnChg>
        <pc:cxnChg chg="add mod">
          <ac:chgData name="Mayuri Mukker" userId="2f22d81d-22f7-43d6-8035-602b8777b0e2" providerId="ADAL" clId="{FE62A89F-5CBE-51F0-9022-4476A8A0900E}" dt="2025-10-27T14:45:54.889" v="1275" actId="1038"/>
          <ac:cxnSpMkLst>
            <pc:docMk/>
            <pc:sldMk cId="997568138" sldId="428"/>
            <ac:cxnSpMk id="50" creationId="{C0CEE714-D204-2C8D-1F36-A304F5E00D8E}"/>
          </ac:cxnSpMkLst>
        </pc:cxnChg>
        <pc:cxnChg chg="mod">
          <ac:chgData name="Mayuri Mukker" userId="2f22d81d-22f7-43d6-8035-602b8777b0e2" providerId="ADAL" clId="{FE62A89F-5CBE-51F0-9022-4476A8A0900E}" dt="2025-10-27T14:45:41.320" v="1270" actId="14100"/>
          <ac:cxnSpMkLst>
            <pc:docMk/>
            <pc:sldMk cId="997568138" sldId="428"/>
            <ac:cxnSpMk id="52" creationId="{BC5DE492-D495-724C-C44A-945A8C03C2A4}"/>
          </ac:cxnSpMkLst>
        </pc:cxnChg>
        <pc:cxnChg chg="add mod">
          <ac:chgData name="Mayuri Mukker" userId="2f22d81d-22f7-43d6-8035-602b8777b0e2" providerId="ADAL" clId="{FE62A89F-5CBE-51F0-9022-4476A8A0900E}" dt="2025-10-08T12:30:41.597" v="805" actId="14100"/>
          <ac:cxnSpMkLst>
            <pc:docMk/>
            <pc:sldMk cId="997568138" sldId="428"/>
            <ac:cxnSpMk id="54" creationId="{059E3EA7-54AD-EA47-0AE8-ADC0BB955CA1}"/>
          </ac:cxnSpMkLst>
        </pc:cxnChg>
        <pc:cxnChg chg="add mod">
          <ac:chgData name="Mayuri Mukker" userId="2f22d81d-22f7-43d6-8035-602b8777b0e2" providerId="ADAL" clId="{FE62A89F-5CBE-51F0-9022-4476A8A0900E}" dt="2025-10-27T11:33:44.623" v="1115" actId="1076"/>
          <ac:cxnSpMkLst>
            <pc:docMk/>
            <pc:sldMk cId="997568138" sldId="428"/>
            <ac:cxnSpMk id="62" creationId="{DF7853F7-2634-579B-BBD3-A730E1DDB38F}"/>
          </ac:cxnSpMkLst>
        </pc:cxnChg>
        <pc:cxnChg chg="add mod">
          <ac:chgData name="Mayuri Mukker" userId="2f22d81d-22f7-43d6-8035-602b8777b0e2" providerId="ADAL" clId="{FE62A89F-5CBE-51F0-9022-4476A8A0900E}" dt="2025-10-27T14:45:46.874" v="1272" actId="14100"/>
          <ac:cxnSpMkLst>
            <pc:docMk/>
            <pc:sldMk cId="997568138" sldId="428"/>
            <ac:cxnSpMk id="275" creationId="{A33E880E-AE0D-833B-061E-1C5B4F4F734B}"/>
          </ac:cxnSpMkLst>
        </pc:cxnChg>
        <pc:cxnChg chg="add mod">
          <ac:chgData name="Mayuri Mukker" userId="2f22d81d-22f7-43d6-8035-602b8777b0e2" providerId="ADAL" clId="{FE62A89F-5CBE-51F0-9022-4476A8A0900E}" dt="2025-10-17T06:32:57.357" v="939" actId="14100"/>
          <ac:cxnSpMkLst>
            <pc:docMk/>
            <pc:sldMk cId="997568138" sldId="428"/>
            <ac:cxnSpMk id="281" creationId="{19370308-7071-F728-A1F7-D535381DADB7}"/>
          </ac:cxnSpMkLst>
        </pc:cxnChg>
        <pc:cxnChg chg="add mod">
          <ac:chgData name="Mayuri Mukker" userId="2f22d81d-22f7-43d6-8035-602b8777b0e2" providerId="ADAL" clId="{FE62A89F-5CBE-51F0-9022-4476A8A0900E}" dt="2025-10-27T11:31:43.921" v="1090" actId="14100"/>
          <ac:cxnSpMkLst>
            <pc:docMk/>
            <pc:sldMk cId="997568138" sldId="428"/>
            <ac:cxnSpMk id="300" creationId="{954363F5-57F7-BF45-B7CB-6919162CB9FF}"/>
          </ac:cxnSpMkLst>
        </pc:cxnChg>
        <pc:cxnChg chg="add mod">
          <ac:chgData name="Mayuri Mukker" userId="2f22d81d-22f7-43d6-8035-602b8777b0e2" providerId="ADAL" clId="{FE62A89F-5CBE-51F0-9022-4476A8A0900E}" dt="2025-10-17T06:32:57.357" v="939" actId="14100"/>
          <ac:cxnSpMkLst>
            <pc:docMk/>
            <pc:sldMk cId="997568138" sldId="428"/>
            <ac:cxnSpMk id="303" creationId="{2FADA064-2D9A-177B-2304-AFFB7133C948}"/>
          </ac:cxnSpMkLst>
        </pc:cxnChg>
        <pc:cxnChg chg="add mod">
          <ac:chgData name="Mayuri Mukker" userId="2f22d81d-22f7-43d6-8035-602b8777b0e2" providerId="ADAL" clId="{FE62A89F-5CBE-51F0-9022-4476A8A0900E}" dt="2025-10-17T06:32:57.357" v="939" actId="14100"/>
          <ac:cxnSpMkLst>
            <pc:docMk/>
            <pc:sldMk cId="997568138" sldId="428"/>
            <ac:cxnSpMk id="304" creationId="{C1A6F938-159F-72ED-EFDF-1D56A11E989A}"/>
          </ac:cxnSpMkLst>
        </pc:cxnChg>
        <pc:cxnChg chg="add mod">
          <ac:chgData name="Mayuri Mukker" userId="2f22d81d-22f7-43d6-8035-602b8777b0e2" providerId="ADAL" clId="{FE62A89F-5CBE-51F0-9022-4476A8A0900E}" dt="2025-10-07T12:40:55.525" v="536" actId="208"/>
          <ac:cxnSpMkLst>
            <pc:docMk/>
            <pc:sldMk cId="997568138" sldId="428"/>
            <ac:cxnSpMk id="309" creationId="{4182A4C7-A160-64F5-AD2D-AA8C181959A9}"/>
          </ac:cxnSpMkLst>
        </pc:cxnChg>
        <pc:cxnChg chg="add mod">
          <ac:chgData name="Mayuri Mukker" userId="2f22d81d-22f7-43d6-8035-602b8777b0e2" providerId="ADAL" clId="{FE62A89F-5CBE-51F0-9022-4476A8A0900E}" dt="2025-10-07T12:46:01.204" v="582" actId="167"/>
          <ac:cxnSpMkLst>
            <pc:docMk/>
            <pc:sldMk cId="997568138" sldId="428"/>
            <ac:cxnSpMk id="323" creationId="{9E44C88E-1500-7E5F-DAF1-D337744F4BC9}"/>
          </ac:cxnSpMkLst>
        </pc:cxnChg>
        <pc:cxnChg chg="add mod">
          <ac:chgData name="Mayuri Mukker" userId="2f22d81d-22f7-43d6-8035-602b8777b0e2" providerId="ADAL" clId="{FE62A89F-5CBE-51F0-9022-4476A8A0900E}" dt="2025-10-27T11:31:54.406" v="1095" actId="14100"/>
          <ac:cxnSpMkLst>
            <pc:docMk/>
            <pc:sldMk cId="997568138" sldId="428"/>
            <ac:cxnSpMk id="448" creationId="{6FEE0CB5-A543-F959-6563-BBEC91ECC550}"/>
          </ac:cxnSpMkLst>
        </pc:cxnChg>
        <pc:cxnChg chg="add mod">
          <ac:chgData name="Mayuri Mukker" userId="2f22d81d-22f7-43d6-8035-602b8777b0e2" providerId="ADAL" clId="{FE62A89F-5CBE-51F0-9022-4476A8A0900E}" dt="2025-10-27T14:45:37.810" v="1269" actId="1076"/>
          <ac:cxnSpMkLst>
            <pc:docMk/>
            <pc:sldMk cId="997568138" sldId="428"/>
            <ac:cxnSpMk id="454" creationId="{E84902DB-4ED7-255E-A475-DE20C49767F8}"/>
          </ac:cxnSpMkLst>
        </pc:cxnChg>
        <pc:cxnChg chg="add mod">
          <ac:chgData name="Mayuri Mukker" userId="2f22d81d-22f7-43d6-8035-602b8777b0e2" providerId="ADAL" clId="{FE62A89F-5CBE-51F0-9022-4476A8A0900E}" dt="2025-10-27T14:44:46.916" v="1253" actId="167"/>
          <ac:cxnSpMkLst>
            <pc:docMk/>
            <pc:sldMk cId="997568138" sldId="428"/>
            <ac:cxnSpMk id="463" creationId="{A97F1007-CF97-4496-FCAC-DC2218D7AAB8}"/>
          </ac:cxnSpMkLst>
        </pc:cxnChg>
        <pc:cxnChg chg="add mod">
          <ac:chgData name="Mayuri Mukker" userId="2f22d81d-22f7-43d6-8035-602b8777b0e2" providerId="ADAL" clId="{FE62A89F-5CBE-51F0-9022-4476A8A0900E}" dt="2025-10-28T09:22:39.790" v="1285" actId="14100"/>
          <ac:cxnSpMkLst>
            <pc:docMk/>
            <pc:sldMk cId="997568138" sldId="428"/>
            <ac:cxnSpMk id="467" creationId="{0095D0D6-3080-ACD2-958E-1BD4BC9FEA70}"/>
          </ac:cxnSpMkLst>
        </pc:cxnChg>
        <pc:cxnChg chg="add mod">
          <ac:chgData name="Mayuri Mukker" userId="2f22d81d-22f7-43d6-8035-602b8777b0e2" providerId="ADAL" clId="{FE62A89F-5CBE-51F0-9022-4476A8A0900E}" dt="2025-10-28T09:22:33.168" v="1284" actId="14100"/>
          <ac:cxnSpMkLst>
            <pc:docMk/>
            <pc:sldMk cId="997568138" sldId="428"/>
            <ac:cxnSpMk id="477" creationId="{030611F4-0339-EFF0-5C56-E01E3BF842E4}"/>
          </ac:cxnSpMkLst>
        </pc:cxnChg>
        <pc:cxnChg chg="mod">
          <ac:chgData name="Mayuri Mukker" userId="2f22d81d-22f7-43d6-8035-602b8777b0e2" providerId="ADAL" clId="{FE62A89F-5CBE-51F0-9022-4476A8A0900E}" dt="2025-10-28T09:22:15.447" v="1283" actId="692"/>
          <ac:cxnSpMkLst>
            <pc:docMk/>
            <pc:sldMk cId="997568138" sldId="428"/>
            <ac:cxnSpMk id="603" creationId="{A730E3C7-9CF6-8A0B-9163-51ABB89632CF}"/>
          </ac:cxnSpMkLst>
        </pc:cxnChg>
        <pc:cxnChg chg="mod">
          <ac:chgData name="Mayuri Mukker" userId="2f22d81d-22f7-43d6-8035-602b8777b0e2" providerId="ADAL" clId="{FE62A89F-5CBE-51F0-9022-4476A8A0900E}" dt="2025-10-27T14:45:23.875" v="1266" actId="14100"/>
          <ac:cxnSpMkLst>
            <pc:docMk/>
            <pc:sldMk cId="997568138" sldId="428"/>
            <ac:cxnSpMk id="634" creationId="{992EE64C-55CD-56E4-7C98-4FA8D48BBFD6}"/>
          </ac:cxnSpMkLst>
        </pc:cxnChg>
        <pc:cxnChg chg="add mod">
          <ac:chgData name="Mayuri Mukker" userId="2f22d81d-22f7-43d6-8035-602b8777b0e2" providerId="ADAL" clId="{FE62A89F-5CBE-51F0-9022-4476A8A0900E}" dt="2025-10-27T14:42:34.943" v="1219" actId="14100"/>
          <ac:cxnSpMkLst>
            <pc:docMk/>
            <pc:sldMk cId="997568138" sldId="428"/>
            <ac:cxnSpMk id="635" creationId="{3B081BEC-9C1E-2F5D-46FE-2CFC706331F1}"/>
          </ac:cxnSpMkLst>
        </pc:cxnChg>
        <pc:cxnChg chg="mod">
          <ac:chgData name="Mayuri Mukker" userId="2f22d81d-22f7-43d6-8035-602b8777b0e2" providerId="ADAL" clId="{FE62A89F-5CBE-51F0-9022-4476A8A0900E}" dt="2025-10-27T14:40:01.752" v="1204" actId="14100"/>
          <ac:cxnSpMkLst>
            <pc:docMk/>
            <pc:sldMk cId="997568138" sldId="428"/>
            <ac:cxnSpMk id="704" creationId="{20EB812D-1C02-E27E-E3AA-8ECDC9F42E25}"/>
          </ac:cxnSpMkLst>
        </pc:cxnChg>
        <pc:cxnChg chg="mod">
          <ac:chgData name="Mayuri Mukker" userId="2f22d81d-22f7-43d6-8035-602b8777b0e2" providerId="ADAL" clId="{FE62A89F-5CBE-51F0-9022-4476A8A0900E}" dt="2025-10-07T12:34:15.918" v="506" actId="14100"/>
          <ac:cxnSpMkLst>
            <pc:docMk/>
            <pc:sldMk cId="997568138" sldId="428"/>
            <ac:cxnSpMk id="729" creationId="{FCDAB2CC-D01F-92E0-C401-7426E485EA01}"/>
          </ac:cxnSpMkLst>
        </pc:cxnChg>
        <pc:cxnChg chg="add mod">
          <ac:chgData name="Mayuri Mukker" userId="2f22d81d-22f7-43d6-8035-602b8777b0e2" providerId="ADAL" clId="{FE62A89F-5CBE-51F0-9022-4476A8A0900E}" dt="2025-10-27T12:04:23.339" v="1128" actId="14100"/>
          <ac:cxnSpMkLst>
            <pc:docMk/>
            <pc:sldMk cId="997568138" sldId="428"/>
            <ac:cxnSpMk id="732" creationId="{5BF55AE9-C52E-D063-5D7E-76DF446617FE}"/>
          </ac:cxnSpMkLst>
        </pc:cxnChg>
        <pc:extLst>
          <p:ext xmlns:p="http://schemas.openxmlformats.org/presentationml/2006/main" uri="{D6D511B9-2390-475A-947B-AFAB55BFBCF1}">
            <pc226:cmChg xmlns:pc226="http://schemas.microsoft.com/office/powerpoint/2022/06/main/command" chg="mod">
              <pc226:chgData name="Mayuri Mukker" userId="2f22d81d-22f7-43d6-8035-602b8777b0e2" providerId="ADAL" clId="{FE62A89F-5CBE-51F0-9022-4476A8A0900E}" dt="2025-10-09T15:42:24.924" v="838" actId="20577"/>
              <pc2:cmMkLst xmlns:pc2="http://schemas.microsoft.com/office/powerpoint/2019/9/main/command">
                <pc:docMk/>
                <pc:sldMk cId="997568138" sldId="428"/>
                <pc2:cmMk id="{B0B79FC8-7D02-5E42-9AF1-B04924ADC9F2}"/>
              </pc2:cmMkLst>
            </pc226:cmChg>
          </p:ext>
        </pc:extLst>
      </pc:sldChg>
    </pc:docChg>
  </pc:docChgLst>
  <pc:docChgLst>
    <pc:chgData name="Mayuri Mukker" userId="S::mayuri.mukker@gartner.com::2f22d81d-22f7-43d6-8035-602b8777b0e2" providerId="AD" clId="Web-{CDCC858A-28A9-01D9-F428-DC0C85A2DC6A}"/>
    <pc:docChg chg="mod">
      <pc:chgData name="Mayuri Mukker" userId="S::mayuri.mukker@gartner.com::2f22d81d-22f7-43d6-8035-602b8777b0e2" providerId="AD" clId="Web-{CDCC858A-28A9-01D9-F428-DC0C85A2DC6A}" dt="2025-10-29T09:07:35.274" v="0"/>
      <pc:docMkLst>
        <pc:docMk/>
      </pc:docMkLst>
    </pc:docChg>
  </pc:docChgLst>
  <pc:docChgLst>
    <pc:chgData name="Steve Deng" userId="S::steve.deng@gartner.com::b295a12d-f5c9-4bba-ac39-852c1a76bd6a" providerId="AD" clId="Web-{70133A0F-3141-1706-C5D4-4FE310904B98}"/>
    <pc:docChg chg="modSld">
      <pc:chgData name="Steve Deng" userId="S::steve.deng@gartner.com::b295a12d-f5c9-4bba-ac39-852c1a76bd6a" providerId="AD" clId="Web-{70133A0F-3141-1706-C5D4-4FE310904B98}" dt="2025-10-08T05:15:05.954" v="7" actId="1076"/>
      <pc:docMkLst>
        <pc:docMk/>
      </pc:docMkLst>
      <pc:sldChg chg="addSp modSp">
        <pc:chgData name="Steve Deng" userId="S::steve.deng@gartner.com::b295a12d-f5c9-4bba-ac39-852c1a76bd6a" providerId="AD" clId="Web-{70133A0F-3141-1706-C5D4-4FE310904B98}" dt="2025-10-08T05:15:05.954" v="7" actId="1076"/>
        <pc:sldMkLst>
          <pc:docMk/>
          <pc:sldMk cId="997568138" sldId="428"/>
        </pc:sldMkLst>
        <pc:spChg chg="mod">
          <ac:chgData name="Steve Deng" userId="S::steve.deng@gartner.com::b295a12d-f5c9-4bba-ac39-852c1a76bd6a" providerId="AD" clId="Web-{70133A0F-3141-1706-C5D4-4FE310904B98}" dt="2025-10-08T05:10:36.454" v="1" actId="1076"/>
          <ac:spMkLst>
            <pc:docMk/>
            <pc:sldMk cId="997568138" sldId="428"/>
            <ac:spMk id="30" creationId="{9ECF333A-F50D-1C5F-0895-B579B030AE79}"/>
          </ac:spMkLst>
        </pc:spChg>
        <pc:spChg chg="mod">
          <ac:chgData name="Steve Deng" userId="S::steve.deng@gartner.com::b295a12d-f5c9-4bba-ac39-852c1a76bd6a" providerId="AD" clId="Web-{70133A0F-3141-1706-C5D4-4FE310904B98}" dt="2025-10-08T05:10:28.251" v="0" actId="14100"/>
          <ac:spMkLst>
            <pc:docMk/>
            <pc:sldMk cId="997568138" sldId="428"/>
            <ac:spMk id="285" creationId="{06883B90-F136-F2A3-9BA4-C8956D5921EA}"/>
          </ac:spMkLst>
        </pc:spChg>
        <pc:picChg chg="add mod">
          <ac:chgData name="Steve Deng" userId="S::steve.deng@gartner.com::b295a12d-f5c9-4bba-ac39-852c1a76bd6a" providerId="AD" clId="Web-{70133A0F-3141-1706-C5D4-4FE310904B98}" dt="2025-10-08T05:15:05.954" v="7" actId="1076"/>
          <ac:picMkLst>
            <pc:docMk/>
            <pc:sldMk cId="997568138" sldId="428"/>
            <ac:picMk id="17" creationId="{194CBED8-A310-2C4C-C6BF-8DF9BFADC7DA}"/>
          </ac:picMkLst>
        </pc:picChg>
        <pc:cxnChg chg="mod">
          <ac:chgData name="Steve Deng" userId="S::steve.deng@gartner.com::b295a12d-f5c9-4bba-ac39-852c1a76bd6a" providerId="AD" clId="Web-{70133A0F-3141-1706-C5D4-4FE310904B98}" dt="2025-10-08T05:14:01.657" v="5" actId="14100"/>
          <ac:cxnSpMkLst>
            <pc:docMk/>
            <pc:sldMk cId="997568138" sldId="428"/>
            <ac:cxnSpMk id="29" creationId="{414D3402-B76E-D839-2A58-B32503717E5A}"/>
          </ac:cxnSpMkLst>
        </pc:cxnChg>
        <pc:cxnChg chg="mod">
          <ac:chgData name="Steve Deng" userId="S::steve.deng@gartner.com::b295a12d-f5c9-4bba-ac39-852c1a76bd6a" providerId="AD" clId="Web-{70133A0F-3141-1706-C5D4-4FE310904B98}" dt="2025-10-08T05:11:14.220" v="2" actId="14100"/>
          <ac:cxnSpMkLst>
            <pc:docMk/>
            <pc:sldMk cId="997568138" sldId="428"/>
            <ac:cxnSpMk id="323" creationId="{9E44C88E-1500-7E5F-DAF1-D337744F4BC9}"/>
          </ac:cxnSpMkLst>
        </pc:cxnChg>
      </pc:sldChg>
    </pc:docChg>
  </pc:docChgLst>
  <pc:docChgLst>
    <pc:chgData name="Steve Deng" userId="S::steve.deng@gartner.com::b295a12d-f5c9-4bba-ac39-852c1a76bd6a" providerId="AD" clId="Web-{31FFE0D4-2D80-4FD0-CDDA-7A6A777CC90C}"/>
    <pc:docChg chg="modSld">
      <pc:chgData name="Steve Deng" userId="S::steve.deng@gartner.com::b295a12d-f5c9-4bba-ac39-852c1a76bd6a" providerId="AD" clId="Web-{31FFE0D4-2D80-4FD0-CDDA-7A6A777CC90C}" dt="2025-10-08T17:56:04.347" v="4"/>
      <pc:docMkLst>
        <pc:docMk/>
      </pc:docMkLst>
      <pc:sldChg chg="delSp modSp">
        <pc:chgData name="Steve Deng" userId="S::steve.deng@gartner.com::b295a12d-f5c9-4bba-ac39-852c1a76bd6a" providerId="AD" clId="Web-{31FFE0D4-2D80-4FD0-CDDA-7A6A777CC90C}" dt="2025-10-08T17:56:04.347" v="4"/>
        <pc:sldMkLst>
          <pc:docMk/>
          <pc:sldMk cId="997568138" sldId="428"/>
        </pc:sldMkLst>
        <pc:spChg chg="mod">
          <ac:chgData name="Steve Deng" userId="S::steve.deng@gartner.com::b295a12d-f5c9-4bba-ac39-852c1a76bd6a" providerId="AD" clId="Web-{31FFE0D4-2D80-4FD0-CDDA-7A6A777CC90C}" dt="2025-10-08T17:55:42.439" v="3" actId="14100"/>
          <ac:spMkLst>
            <pc:docMk/>
            <pc:sldMk cId="997568138" sldId="428"/>
            <ac:spMk id="619" creationId="{7981593B-FC7B-0FF1-28E7-C556C01B0F94}"/>
          </ac:spMkLst>
        </pc:spChg>
      </pc:sldChg>
    </pc:docChg>
  </pc:docChgLst>
  <pc:docChgLst>
    <pc:chgData name="Steve Deng" userId="S::steve.deng@gartner.com::b295a12d-f5c9-4bba-ac39-852c1a76bd6a" providerId="AD" clId="Web-{9E9DE768-F17D-4463-7FBF-D4EF5B0D39D9}"/>
    <pc:docChg chg="addSld modSld">
      <pc:chgData name="Steve Deng" userId="S::steve.deng@gartner.com::b295a12d-f5c9-4bba-ac39-852c1a76bd6a" providerId="AD" clId="Web-{9E9DE768-F17D-4463-7FBF-D4EF5B0D39D9}" dt="2025-10-22T17:47:01.655" v="30" actId="1076"/>
      <pc:docMkLst>
        <pc:docMk/>
      </pc:docMkLst>
      <pc:sldChg chg="addSp delSp modSp">
        <pc:chgData name="Steve Deng" userId="S::steve.deng@gartner.com::b295a12d-f5c9-4bba-ac39-852c1a76bd6a" providerId="AD" clId="Web-{9E9DE768-F17D-4463-7FBF-D4EF5B0D39D9}" dt="2025-10-22T17:47:01.655" v="30" actId="1076"/>
        <pc:sldMkLst>
          <pc:docMk/>
          <pc:sldMk cId="997568138" sldId="428"/>
        </pc:sldMkLst>
        <pc:spChg chg="mod">
          <ac:chgData name="Steve Deng" userId="S::steve.deng@gartner.com::b295a12d-f5c9-4bba-ac39-852c1a76bd6a" providerId="AD" clId="Web-{9E9DE768-F17D-4463-7FBF-D4EF5B0D39D9}" dt="2025-10-22T17:47:01.655" v="30" actId="1076"/>
          <ac:spMkLst>
            <pc:docMk/>
            <pc:sldMk cId="997568138" sldId="428"/>
            <ac:spMk id="726" creationId="{C4927474-4FE1-5343-7E3A-00E0A44FEDE2}"/>
          </ac:spMkLst>
        </pc:spChg>
        <pc:grpChg chg="add">
          <ac:chgData name="Steve Deng" userId="S::steve.deng@gartner.com::b295a12d-f5c9-4bba-ac39-852c1a76bd6a" providerId="AD" clId="Web-{9E9DE768-F17D-4463-7FBF-D4EF5B0D39D9}" dt="2025-10-22T17:46:15.077" v="27"/>
          <ac:grpSpMkLst>
            <pc:docMk/>
            <pc:sldMk cId="997568138" sldId="428"/>
            <ac:grpSpMk id="36" creationId="{E3CF8983-28E8-7D67-95BC-2DF3A9C6946A}"/>
          </ac:grpSpMkLst>
        </pc:grpChg>
        <pc:cxnChg chg="add del mod">
          <ac:chgData name="Steve Deng" userId="S::steve.deng@gartner.com::b295a12d-f5c9-4bba-ac39-852c1a76bd6a" providerId="AD" clId="Web-{9E9DE768-F17D-4463-7FBF-D4EF5B0D39D9}" dt="2025-10-22T17:42:09.824" v="22" actId="14100"/>
          <ac:cxnSpMkLst>
            <pc:docMk/>
            <pc:sldMk cId="997568138" sldId="428"/>
            <ac:cxnSpMk id="52" creationId="{BC5DE492-D495-724C-C44A-945A8C03C2A4}"/>
          </ac:cxnSpMkLst>
        </pc:cxnChg>
        <pc:cxnChg chg="mod">
          <ac:chgData name="Steve Deng" userId="S::steve.deng@gartner.com::b295a12d-f5c9-4bba-ac39-852c1a76bd6a" providerId="AD" clId="Web-{9E9DE768-F17D-4463-7FBF-D4EF5B0D39D9}" dt="2025-10-22T17:43:50.997" v="26" actId="14100"/>
          <ac:cxnSpMkLst>
            <pc:docMk/>
            <pc:sldMk cId="997568138" sldId="428"/>
            <ac:cxnSpMk id="62" creationId="{DF7853F7-2634-579B-BBD3-A730E1DDB38F}"/>
          </ac:cxnSpMkLst>
        </pc:cxnChg>
        <pc:cxnChg chg="mod">
          <ac:chgData name="Steve Deng" userId="S::steve.deng@gartner.com::b295a12d-f5c9-4bba-ac39-852c1a76bd6a" providerId="AD" clId="Web-{9E9DE768-F17D-4463-7FBF-D4EF5B0D39D9}" dt="2025-10-22T17:42:53.981" v="23" actId="14100"/>
          <ac:cxnSpMkLst>
            <pc:docMk/>
            <pc:sldMk cId="997568138" sldId="428"/>
            <ac:cxnSpMk id="275" creationId="{A33E880E-AE0D-833B-061E-1C5B4F4F734B}"/>
          </ac:cxnSpMkLst>
        </pc:cxnChg>
        <pc:cxnChg chg="mod">
          <ac:chgData name="Steve Deng" userId="S::steve.deng@gartner.com::b295a12d-f5c9-4bba-ac39-852c1a76bd6a" providerId="AD" clId="Web-{9E9DE768-F17D-4463-7FBF-D4EF5B0D39D9}" dt="2025-10-22T14:52:48.722" v="15" actId="14100"/>
          <ac:cxnSpMkLst>
            <pc:docMk/>
            <pc:sldMk cId="997568138" sldId="428"/>
            <ac:cxnSpMk id="300" creationId="{954363F5-57F7-BF45-B7CB-6919162CB9FF}"/>
          </ac:cxnSpMkLst>
        </pc:cxnChg>
        <pc:cxnChg chg="mod">
          <ac:chgData name="Steve Deng" userId="S::steve.deng@gartner.com::b295a12d-f5c9-4bba-ac39-852c1a76bd6a" providerId="AD" clId="Web-{9E9DE768-F17D-4463-7FBF-D4EF5B0D39D9}" dt="2025-10-22T14:52:07.141" v="13" actId="14100"/>
          <ac:cxnSpMkLst>
            <pc:docMk/>
            <pc:sldMk cId="997568138" sldId="428"/>
            <ac:cxnSpMk id="448" creationId="{6FEE0CB5-A543-F959-6563-BBEC91ECC550}"/>
          </ac:cxnSpMkLst>
        </pc:cxnChg>
        <pc:cxnChg chg="mod">
          <ac:chgData name="Steve Deng" userId="S::steve.deng@gartner.com::b295a12d-f5c9-4bba-ac39-852c1a76bd6a" providerId="AD" clId="Web-{9E9DE768-F17D-4463-7FBF-D4EF5B0D39D9}" dt="2025-10-22T17:41:13.917" v="17" actId="14100"/>
          <ac:cxnSpMkLst>
            <pc:docMk/>
            <pc:sldMk cId="997568138" sldId="428"/>
            <ac:cxnSpMk id="454" creationId="{E84902DB-4ED7-255E-A475-DE20C49767F8}"/>
          </ac:cxnSpMkLst>
        </pc:cxnChg>
      </pc:sldChg>
    </pc:docChg>
  </pc:docChgLst>
  <pc:docChgLst>
    <pc:chgData name="Steve Deng" userId="S::steve.deng@gartner.com::b295a12d-f5c9-4bba-ac39-852c1a76bd6a" providerId="AD" clId="Web-{27136EB8-FDA2-1749-A24B-331753D1960B}"/>
    <pc:docChg chg="modSld">
      <pc:chgData name="Steve Deng" userId="S::steve.deng@gartner.com::b295a12d-f5c9-4bba-ac39-852c1a76bd6a" providerId="AD" clId="Web-{27136EB8-FDA2-1749-A24B-331753D1960B}" dt="2025-10-28T02:48:58.650" v="6" actId="14100"/>
      <pc:docMkLst>
        <pc:docMk/>
      </pc:docMkLst>
      <pc:sldChg chg="delSp modSp">
        <pc:chgData name="Steve Deng" userId="S::steve.deng@gartner.com::b295a12d-f5c9-4bba-ac39-852c1a76bd6a" providerId="AD" clId="Web-{27136EB8-FDA2-1749-A24B-331753D1960B}" dt="2025-10-28T02:48:58.650" v="6" actId="14100"/>
        <pc:sldMkLst>
          <pc:docMk/>
          <pc:sldMk cId="997568138" sldId="428"/>
        </pc:sldMkLst>
        <pc:cxnChg chg="mod">
          <ac:chgData name="Steve Deng" userId="S::steve.deng@gartner.com::b295a12d-f5c9-4bba-ac39-852c1a76bd6a" providerId="AD" clId="Web-{27136EB8-FDA2-1749-A24B-331753D1960B}" dt="2025-10-28T02:48:47.712" v="5" actId="14100"/>
          <ac:cxnSpMkLst>
            <pc:docMk/>
            <pc:sldMk cId="997568138" sldId="428"/>
            <ac:cxnSpMk id="463" creationId="{A97F1007-CF97-4496-FCAC-DC2218D7AAB8}"/>
          </ac:cxnSpMkLst>
        </pc:cxnChg>
        <pc:cxnChg chg="mod">
          <ac:chgData name="Steve Deng" userId="S::steve.deng@gartner.com::b295a12d-f5c9-4bba-ac39-852c1a76bd6a" providerId="AD" clId="Web-{27136EB8-FDA2-1749-A24B-331753D1960B}" dt="2025-10-28T02:48:58.650" v="6" actId="14100"/>
          <ac:cxnSpMkLst>
            <pc:docMk/>
            <pc:sldMk cId="997568138" sldId="428"/>
            <ac:cxnSpMk id="467" creationId="{0095D0D6-3080-ACD2-958E-1BD4BC9FEA70}"/>
          </ac:cxnSpMkLst>
        </pc:cxnChg>
        <pc:cxnChg chg="mod">
          <ac:chgData name="Steve Deng" userId="S::steve.deng@gartner.com::b295a12d-f5c9-4bba-ac39-852c1a76bd6a" providerId="AD" clId="Web-{27136EB8-FDA2-1749-A24B-331753D1960B}" dt="2025-10-28T02:48:33.477" v="4" actId="14100"/>
          <ac:cxnSpMkLst>
            <pc:docMk/>
            <pc:sldMk cId="997568138" sldId="428"/>
            <ac:cxnSpMk id="477" creationId="{030611F4-0339-EFF0-5C56-E01E3BF842E4}"/>
          </ac:cxnSpMkLst>
        </pc:cxnChg>
      </pc:sldChg>
    </pc:docChg>
  </pc:docChgLst>
  <pc:docChgLst>
    <pc:chgData name="Steve Deng" userId="S::steve.deng@gartner.com::b295a12d-f5c9-4bba-ac39-852c1a76bd6a" providerId="AD" clId="Web-{5F90155E-5486-6A44-811A-4CFB4F304BBA}"/>
    <pc:docChg chg="modSld">
      <pc:chgData name="Steve Deng" userId="S::steve.deng@gartner.com::b295a12d-f5c9-4bba-ac39-852c1a76bd6a" providerId="AD" clId="Web-{5F90155E-5486-6A44-811A-4CFB4F304BBA}" dt="2025-10-02T20:29:05.553" v="23" actId="20577"/>
      <pc:docMkLst>
        <pc:docMk/>
      </pc:docMkLst>
      <pc:sldChg chg="modSp">
        <pc:chgData name="Steve Deng" userId="S::steve.deng@gartner.com::b295a12d-f5c9-4bba-ac39-852c1a76bd6a" providerId="AD" clId="Web-{5F90155E-5486-6A44-811A-4CFB4F304BBA}" dt="2025-10-02T20:29:05.553" v="23" actId="20577"/>
        <pc:sldMkLst>
          <pc:docMk/>
          <pc:sldMk cId="997568138" sldId="428"/>
        </pc:sldMkLst>
        <pc:spChg chg="mod">
          <ac:chgData name="Steve Deng" userId="S::steve.deng@gartner.com::b295a12d-f5c9-4bba-ac39-852c1a76bd6a" providerId="AD" clId="Web-{5F90155E-5486-6A44-811A-4CFB4F304BBA}" dt="2025-10-02T16:03:06.211" v="1" actId="20577"/>
          <ac:spMkLst>
            <pc:docMk/>
            <pc:sldMk cId="997568138" sldId="428"/>
            <ac:spMk id="32" creationId="{0C0F2154-5654-ED99-1C5B-39FCC1131EB6}"/>
          </ac:spMkLst>
        </pc:spChg>
        <pc:spChg chg="mod">
          <ac:chgData name="Steve Deng" userId="S::steve.deng@gartner.com::b295a12d-f5c9-4bba-ac39-852c1a76bd6a" providerId="AD" clId="Web-{5F90155E-5486-6A44-811A-4CFB4F304BBA}" dt="2025-10-02T20:29:05.553" v="23" actId="20577"/>
          <ac:spMkLst>
            <pc:docMk/>
            <pc:sldMk cId="997568138" sldId="428"/>
            <ac:spMk id="653" creationId="{4096366D-7F91-194D-BD02-D4D49C8EBEF1}"/>
          </ac:spMkLst>
        </pc:spChg>
      </pc:sldChg>
    </pc:docChg>
  </pc:docChgLst>
  <pc:docChgLst>
    <pc:chgData name="Nicole Daniels" userId="def36a7f-99f3-410d-ac98-a769f3d9e617" providerId="ADAL" clId="{354AE2EE-9552-58F8-A109-C86FE50D73D8}"/>
    <pc:docChg chg="undo custSel modSld">
      <pc:chgData name="Nicole Daniels" userId="def36a7f-99f3-410d-ac98-a769f3d9e617" providerId="ADAL" clId="{354AE2EE-9552-58F8-A109-C86FE50D73D8}" dt="2025-10-24T02:58:38.512" v="14" actId="14100"/>
      <pc:docMkLst>
        <pc:docMk/>
      </pc:docMkLst>
      <pc:sldChg chg="modSp mod">
        <pc:chgData name="Nicole Daniels" userId="def36a7f-99f3-410d-ac98-a769f3d9e617" providerId="ADAL" clId="{354AE2EE-9552-58F8-A109-C86FE50D73D8}" dt="2025-10-24T02:58:38.512" v="14" actId="14100"/>
        <pc:sldMkLst>
          <pc:docMk/>
          <pc:sldMk cId="997568138" sldId="428"/>
        </pc:sldMkLst>
        <pc:cxnChg chg="mod">
          <ac:chgData name="Nicole Daniels" userId="def36a7f-99f3-410d-ac98-a769f3d9e617" providerId="ADAL" clId="{354AE2EE-9552-58F8-A109-C86FE50D73D8}" dt="2025-10-24T02:58:38.512" v="14" actId="14100"/>
          <ac:cxnSpMkLst>
            <pc:docMk/>
            <pc:sldMk cId="997568138" sldId="428"/>
            <ac:cxnSpMk id="275" creationId="{A33E880E-AE0D-833B-061E-1C5B4F4F734B}"/>
          </ac:cxnSpMkLst>
        </pc:cxnChg>
      </pc:sldChg>
    </pc:docChg>
  </pc:docChgLst>
  <pc:docChgLst>
    <pc:chgData name="Steve Deng" userId="S::steve.deng@gartner.com::b295a12d-f5c9-4bba-ac39-852c1a76bd6a" providerId="AD" clId="Web-{D0F6D674-0BC3-BE0F-A6B0-125BABAF9510}"/>
    <pc:docChg chg="modSld">
      <pc:chgData name="Steve Deng" userId="S::steve.deng@gartner.com::b295a12d-f5c9-4bba-ac39-852c1a76bd6a" providerId="AD" clId="Web-{D0F6D674-0BC3-BE0F-A6B0-125BABAF9510}" dt="2025-10-22T17:51:47.869" v="7"/>
      <pc:docMkLst>
        <pc:docMk/>
      </pc:docMkLst>
      <pc:sldChg chg="delSp modSp">
        <pc:chgData name="Steve Deng" userId="S::steve.deng@gartner.com::b295a12d-f5c9-4bba-ac39-852c1a76bd6a" providerId="AD" clId="Web-{D0F6D674-0BC3-BE0F-A6B0-125BABAF9510}" dt="2025-10-22T17:51:47.869" v="7"/>
        <pc:sldMkLst>
          <pc:docMk/>
          <pc:sldMk cId="997568138" sldId="428"/>
        </pc:sldMkLst>
        <pc:spChg chg="topLvl">
          <ac:chgData name="Steve Deng" userId="S::steve.deng@gartner.com::b295a12d-f5c9-4bba-ac39-852c1a76bd6a" providerId="AD" clId="Web-{D0F6D674-0BC3-BE0F-A6B0-125BABAF9510}" dt="2025-10-22T17:51:47.869" v="7"/>
          <ac:spMkLst>
            <pc:docMk/>
            <pc:sldMk cId="997568138" sldId="428"/>
            <ac:spMk id="439" creationId="{17D1FA22-EB0E-18D8-E3DD-9C5470EB35C1}"/>
          </ac:spMkLst>
        </pc:spChg>
        <pc:spChg chg="mod">
          <ac:chgData name="Steve Deng" userId="S::steve.deng@gartner.com::b295a12d-f5c9-4bba-ac39-852c1a76bd6a" providerId="AD" clId="Web-{D0F6D674-0BC3-BE0F-A6B0-125BABAF9510}" dt="2025-10-22T17:49:16.056" v="4" actId="14100"/>
          <ac:spMkLst>
            <pc:docMk/>
            <pc:sldMk cId="997568138" sldId="428"/>
            <ac:spMk id="629" creationId="{25768F90-6BC3-63B7-FA12-025271B3B78B}"/>
          </ac:spMkLst>
        </pc:spChg>
        <pc:spChg chg="mod">
          <ac:chgData name="Steve Deng" userId="S::steve.deng@gartner.com::b295a12d-f5c9-4bba-ac39-852c1a76bd6a" providerId="AD" clId="Web-{D0F6D674-0BC3-BE0F-A6B0-125BABAF9510}" dt="2025-10-22T17:49:04.431" v="3" actId="14100"/>
          <ac:spMkLst>
            <pc:docMk/>
            <pc:sldMk cId="997568138" sldId="428"/>
            <ac:spMk id="650" creationId="{42410FA9-42D3-BAE5-F11F-512BEA6FFCB9}"/>
          </ac:spMkLst>
        </pc:spChg>
        <pc:spChg chg="mod topLvl">
          <ac:chgData name="Steve Deng" userId="S::steve.deng@gartner.com::b295a12d-f5c9-4bba-ac39-852c1a76bd6a" providerId="AD" clId="Web-{D0F6D674-0BC3-BE0F-A6B0-125BABAF9510}" dt="2025-10-22T17:51:47.869" v="7"/>
          <ac:spMkLst>
            <pc:docMk/>
            <pc:sldMk cId="997568138" sldId="428"/>
            <ac:spMk id="725" creationId="{DDCA38AA-8F14-B449-52C8-BBFD1FCF4BFE}"/>
          </ac:spMkLst>
        </pc:spChg>
        <pc:spChg chg="mod">
          <ac:chgData name="Steve Deng" userId="S::steve.deng@gartner.com::b295a12d-f5c9-4bba-ac39-852c1a76bd6a" providerId="AD" clId="Web-{D0F6D674-0BC3-BE0F-A6B0-125BABAF9510}" dt="2025-10-22T17:48:05.274" v="0" actId="1076"/>
          <ac:spMkLst>
            <pc:docMk/>
            <pc:sldMk cId="997568138" sldId="428"/>
            <ac:spMk id="726" creationId="{C4927474-4FE1-5343-7E3A-00E0A44FEDE2}"/>
          </ac:spMkLst>
        </pc:spChg>
        <pc:grpChg chg="mod">
          <ac:chgData name="Steve Deng" userId="S::steve.deng@gartner.com::b295a12d-f5c9-4bba-ac39-852c1a76bd6a" providerId="AD" clId="Web-{D0F6D674-0BC3-BE0F-A6B0-125BABAF9510}" dt="2025-10-22T17:48:49.024" v="1" actId="1076"/>
          <ac:grpSpMkLst>
            <pc:docMk/>
            <pc:sldMk cId="997568138" sldId="428"/>
            <ac:grpSpMk id="36" creationId="{E3CF8983-28E8-7D67-95BC-2DF3A9C6946A}"/>
          </ac:grpSpMkLst>
        </pc:grpChg>
        <pc:picChg chg="topLvl">
          <ac:chgData name="Steve Deng" userId="S::steve.deng@gartner.com::b295a12d-f5c9-4bba-ac39-852c1a76bd6a" providerId="AD" clId="Web-{D0F6D674-0BC3-BE0F-A6B0-125BABAF9510}" dt="2025-10-22T17:51:47.869" v="7"/>
          <ac:picMkLst>
            <pc:docMk/>
            <pc:sldMk cId="997568138" sldId="428"/>
            <ac:picMk id="437" creationId="{2C7043B8-DC30-322F-AD26-B2C112136CB8}"/>
          </ac:picMkLst>
        </pc:picChg>
      </pc:sldChg>
    </pc:docChg>
  </pc:docChgLst>
  <pc:docChgLst>
    <pc:chgData name="Steve Deng" userId="S::steve.deng@gartner.com::b295a12d-f5c9-4bba-ac39-852c1a76bd6a" providerId="AD" clId="Web-{E5E375C4-B2BF-00B6-BE26-E3A85A5A2B59}"/>
    <pc:docChg chg="modSld">
      <pc:chgData name="Steve Deng" userId="S::steve.deng@gartner.com::b295a12d-f5c9-4bba-ac39-852c1a76bd6a" providerId="AD" clId="Web-{E5E375C4-B2BF-00B6-BE26-E3A85A5A2B59}" dt="2025-10-28T14:41:31.384" v="0" actId="20577"/>
      <pc:docMkLst>
        <pc:docMk/>
      </pc:docMkLst>
      <pc:sldChg chg="modSp">
        <pc:chgData name="Steve Deng" userId="S::steve.deng@gartner.com::b295a12d-f5c9-4bba-ac39-852c1a76bd6a" providerId="AD" clId="Web-{E5E375C4-B2BF-00B6-BE26-E3A85A5A2B59}" dt="2025-10-28T14:41:31.384" v="0" actId="20577"/>
        <pc:sldMkLst>
          <pc:docMk/>
          <pc:sldMk cId="997568138" sldId="428"/>
        </pc:sldMkLst>
        <pc:spChg chg="mod">
          <ac:chgData name="Steve Deng" userId="S::steve.deng@gartner.com::b295a12d-f5c9-4bba-ac39-852c1a76bd6a" providerId="AD" clId="Web-{E5E375C4-B2BF-00B6-BE26-E3A85A5A2B59}" dt="2025-10-28T14:41:31.384" v="0" actId="20577"/>
          <ac:spMkLst>
            <pc:docMk/>
            <pc:sldMk cId="997568138" sldId="428"/>
            <ac:spMk id="30" creationId="{9ECF333A-F50D-1C5F-0895-B579B030AE79}"/>
          </ac:spMkLst>
        </pc:spChg>
      </pc:sldChg>
    </pc:docChg>
  </pc:docChgLst>
  <pc:docChgLst>
    <pc:chgData name="Steve Deng" userId="S::steve.deng@gartner.com::b295a12d-f5c9-4bba-ac39-852c1a76bd6a" providerId="AD" clId="Web-{3945768E-4FE3-108A-1E5D-C1C82586A767}"/>
    <pc:docChg chg="modSld">
      <pc:chgData name="Steve Deng" userId="S::steve.deng@gartner.com::b295a12d-f5c9-4bba-ac39-852c1a76bd6a" providerId="AD" clId="Web-{3945768E-4FE3-108A-1E5D-C1C82586A767}" dt="2025-10-17T14:59:25.485" v="5" actId="1076"/>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10/29/25</a:t>
            </a:fld>
            <a:endParaRPr lang="en-US"/>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813"/>
            <a:ext cx="4191000" cy="2357437"/>
          </a:xfrm>
          <a:prstGeom prst="rect">
            <a:avLst/>
          </a:prstGeom>
          <a:noFill/>
          <a:ln w="12700">
            <a:solidFill>
              <a:prstClr val="black"/>
            </a:solidFill>
          </a:ln>
        </p:spPr>
        <p:txBody>
          <a:bodyPr vert="horz" lIns="91440" tIns="45720" rIns="91440" bIns="45720" rtlCol="0" anchor="ctr"/>
          <a:lstStyle/>
          <a:p>
            <a:endParaRPr lang="en-US"/>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840060" y="1686780"/>
            <a:ext cx="2301912" cy="138499"/>
          </a:xfrm>
          <a:prstGeom prst="rect">
            <a:avLst/>
          </a:prstGeom>
          <a:noFill/>
        </p:spPr>
        <p:txBody>
          <a:bodyPr wrap="none" lIns="0" tIns="0" rIns="0" bIns="0" rtlCol="0" anchor="ctr" anchorCtr="0">
            <a:spAutoFit/>
          </a:bodyPr>
          <a:lstStyle/>
          <a:p>
            <a:pPr algn="ctr"/>
            <a:r>
              <a:rPr lang="en-US" sz="900">
                <a:solidFill>
                  <a:srgbClr val="C0C0C0"/>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396148" y="1686780"/>
            <a:ext cx="2301912" cy="138499"/>
          </a:xfrm>
          <a:prstGeom prst="rect">
            <a:avLst/>
          </a:prstGeom>
          <a:noFill/>
        </p:spPr>
        <p:txBody>
          <a:bodyPr wrap="none" lIns="0" tIns="0" rIns="0" bIns="0" rtlCol="0" anchor="ctr" anchorCtr="0">
            <a:spAutoFit/>
          </a:bodyPr>
          <a:lstStyle/>
          <a:p>
            <a:pPr algn="ctr"/>
            <a:r>
              <a:rPr lang="en-US" sz="900">
                <a:solidFill>
                  <a:srgbClr val="C0C0C0"/>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6290183"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t>‹#›</a:t>
            </a:fld>
            <a:r>
              <a:rPr lang="en-US" sz="600"/>
              <a:t>	© 2020 Gartner, Inc. and/or its affiliates. All rights reserved. Gartner is a registered trademark of Gartner, Inc. or its affiliates.</a:t>
            </a:r>
            <a:br>
              <a:rPr lang="en-US" sz="600"/>
            </a:br>
            <a:r>
              <a:rPr lang="en-US" sz="600" b="1"/>
              <a:t>INTERNAL — FOR INTERNAL USE ONLY or RESTRICTED [CHOOSE ONE — DELETE AS APPROPRIATE]</a:t>
            </a:r>
            <a:r>
              <a:rPr lang="en-US" sz="600"/>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1">
                <a:solidFill>
                  <a:schemeClr val="tx1"/>
                </a:solidFill>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This file does not contain macros.</a:t>
            </a:r>
          </a:p>
          <a:p>
            <a:endParaRPr lang="en-US" sz="1200" kern="1200">
              <a:solidFill>
                <a:schemeClr val="tx1"/>
              </a:solidFill>
              <a:effectLst/>
              <a:latin typeface="+mn-lt"/>
              <a:ea typeface="+mn-ea"/>
              <a:cs typeface="+mn-cs"/>
            </a:endParaRPr>
          </a:p>
          <a:p>
            <a:r>
              <a:rPr lang="en-US" sz="1200" kern="1200">
                <a:solidFill>
                  <a:schemeClr val="tx1"/>
                </a:solidFill>
                <a:effectLst/>
                <a:latin typeface="+mn-lt"/>
                <a:ea typeface="+mn-ea"/>
                <a:cs typeface="+mn-cs"/>
              </a:rPr>
              <a:t>Access the export macros by following these steps:</a:t>
            </a:r>
          </a:p>
          <a:p>
            <a:pPr marL="228600" indent="-228600">
              <a:buAutoNum type="arabicPeriod"/>
            </a:pPr>
            <a:r>
              <a:rPr lang="en-US" sz="1200" kern="1200">
                <a:solidFill>
                  <a:schemeClr val="tx1"/>
                </a:solidFill>
                <a:effectLst/>
                <a:latin typeface="+mn-lt"/>
                <a:ea typeface="+mn-ea"/>
                <a:cs typeface="+mn-cs"/>
              </a:rPr>
              <a:t>In PPT, go to File &gt; New from Template</a:t>
            </a:r>
          </a:p>
          <a:p>
            <a:pPr marL="228600" indent="-228600">
              <a:buAutoNum type="arabicPeriod"/>
            </a:pPr>
            <a:r>
              <a:rPr lang="en-US" sz="1200" kern="1200">
                <a:solidFill>
                  <a:schemeClr val="tx1"/>
                </a:solidFill>
                <a:effectLst/>
                <a:latin typeface="+mn-lt"/>
                <a:ea typeface="+mn-ea"/>
                <a:cs typeface="+mn-cs"/>
              </a:rPr>
              <a:t>Find and open the POTM file named </a:t>
            </a:r>
            <a:r>
              <a:rPr lang="en-US" sz="1200" kern="1200" err="1">
                <a:solidFill>
                  <a:schemeClr val="tx1"/>
                </a:solidFill>
                <a:effectLst/>
                <a:latin typeface="+mn-lt"/>
                <a:ea typeface="+mn-ea"/>
                <a:cs typeface="+mn-cs"/>
              </a:rPr>
              <a:t>Figure_Template_and_Export.potm</a:t>
            </a:r>
            <a:endParaRPr lang="en-US" sz="1200" kern="1200">
              <a:solidFill>
                <a:schemeClr val="tx1"/>
              </a:solidFill>
              <a:effectLst/>
              <a:latin typeface="+mn-lt"/>
              <a:ea typeface="+mn-ea"/>
              <a:cs typeface="+mn-cs"/>
            </a:endParaRPr>
          </a:p>
          <a:p>
            <a:pPr marL="228600" indent="-228600">
              <a:buAutoNum type="arabicPeriod"/>
            </a:pPr>
            <a:r>
              <a:rPr lang="en-US" sz="1200" kern="1200">
                <a:solidFill>
                  <a:schemeClr val="tx1"/>
                </a:solidFill>
                <a:effectLst/>
                <a:latin typeface="+mn-lt"/>
                <a:ea typeface="+mn-ea"/>
                <a:cs typeface="+mn-cs"/>
              </a:rPr>
              <a:t>Open this file if you have closed it and go to the </a:t>
            </a:r>
            <a:r>
              <a:rPr lang="en-US" sz="1200" b="1" kern="1200">
                <a:solidFill>
                  <a:schemeClr val="tx1"/>
                </a:solidFill>
                <a:effectLst/>
                <a:latin typeface="+mn-lt"/>
                <a:ea typeface="+mn-ea"/>
                <a:cs typeface="+mn-cs"/>
              </a:rPr>
              <a:t>Tools menu </a:t>
            </a:r>
            <a:r>
              <a:rPr lang="en-US" sz="1200" kern="1200">
                <a:solidFill>
                  <a:schemeClr val="tx1"/>
                </a:solidFill>
                <a:effectLst/>
                <a:latin typeface="+mn-lt"/>
                <a:ea typeface="+mn-ea"/>
                <a:cs typeface="+mn-cs"/>
              </a:rPr>
              <a:t>and select </a:t>
            </a:r>
            <a:r>
              <a:rPr lang="en-US" sz="1200" b="1" kern="1200">
                <a:solidFill>
                  <a:schemeClr val="tx1"/>
                </a:solidFill>
                <a:effectLst/>
                <a:latin typeface="+mn-lt"/>
                <a:ea typeface="+mn-ea"/>
                <a:cs typeface="+mn-cs"/>
              </a:rPr>
              <a:t>Macro&gt;Macros.</a:t>
            </a:r>
          </a:p>
          <a:p>
            <a:pPr marL="228600" indent="-228600">
              <a:buAutoNum type="arabicPeriod"/>
            </a:pPr>
            <a:r>
              <a:rPr lang="en-US" sz="1200" kern="1200">
                <a:solidFill>
                  <a:schemeClr val="tx1"/>
                </a:solidFill>
                <a:effectLst/>
                <a:latin typeface="+mn-lt"/>
                <a:ea typeface="+mn-ea"/>
                <a:cs typeface="+mn-cs"/>
              </a:rPr>
              <a:t>In the next window, Select the </a:t>
            </a:r>
            <a:r>
              <a:rPr lang="en-US" sz="1200" b="1" kern="1200" err="1">
                <a:solidFill>
                  <a:schemeClr val="tx1"/>
                </a:solidFill>
                <a:effectLst/>
                <a:latin typeface="+mn-lt"/>
                <a:ea typeface="+mn-ea"/>
                <a:cs typeface="+mn-cs"/>
              </a:rPr>
              <a:t>ExportAllPNGs</a:t>
            </a:r>
            <a:r>
              <a:rPr lang="en-US" sz="1200" kern="1200">
                <a:solidFill>
                  <a:schemeClr val="tx1"/>
                </a:solidFill>
                <a:effectLst/>
                <a:latin typeface="+mn-lt"/>
                <a:ea typeface="+mn-ea"/>
                <a:cs typeface="+mn-cs"/>
              </a:rPr>
              <a:t> macro and click Run. Alternatively, select the </a:t>
            </a:r>
            <a:r>
              <a:rPr lang="en-US" sz="1200" b="1" kern="1200" err="1">
                <a:solidFill>
                  <a:schemeClr val="tx1"/>
                </a:solidFill>
                <a:effectLst/>
                <a:latin typeface="+mn-lt"/>
                <a:ea typeface="+mn-ea"/>
                <a:cs typeface="+mn-cs"/>
              </a:rPr>
              <a:t>ExportSinglePNG</a:t>
            </a:r>
            <a:r>
              <a:rPr lang="en-US" sz="1200" kern="1200">
                <a:solidFill>
                  <a:schemeClr val="tx1"/>
                </a:solidFill>
                <a:effectLst/>
                <a:latin typeface="+mn-lt"/>
                <a:ea typeface="+mn-ea"/>
                <a:cs typeface="+mn-cs"/>
              </a:rPr>
              <a:t> to export the current slide only.</a:t>
            </a:r>
          </a:p>
          <a:p>
            <a:pPr marL="228600" indent="-228600">
              <a:buAutoNum type="arabicPeriod"/>
            </a:pPr>
            <a:r>
              <a:rPr lang="en-US" sz="1200" kern="1200">
                <a:solidFill>
                  <a:schemeClr val="tx1"/>
                </a:solidFill>
                <a:effectLst/>
                <a:latin typeface="+mn-lt"/>
                <a:ea typeface="+mn-ea"/>
                <a:cs typeface="+mn-cs"/>
              </a:rPr>
              <a:t>In the next pop-up, enter the doc code to name your exported PNG files.</a:t>
            </a:r>
          </a:p>
          <a:p>
            <a:pPr marL="228600" indent="-228600">
              <a:buAutoNum type="arabicPeriod"/>
            </a:pPr>
            <a:r>
              <a:rPr lang="en-US" sz="1200" kern="1200">
                <a:solidFill>
                  <a:schemeClr val="tx1"/>
                </a:solidFill>
                <a:effectLst/>
                <a:latin typeface="+mn-lt"/>
                <a:ea typeface="+mn-ea"/>
                <a:cs typeface="+mn-cs"/>
              </a:rPr>
              <a:t>The final pop-up will indicate where to find the exported PNG file on your system.</a:t>
            </a:r>
            <a:endParaRPr lang="en-US"/>
          </a:p>
          <a:p>
            <a:br>
              <a:rPr lang="en-US"/>
            </a:br>
            <a:r>
              <a:rPr lang="en-US" sz="1200" kern="1200">
                <a:solidFill>
                  <a:schemeClr val="tx1"/>
                </a:solidFill>
                <a:effectLst/>
                <a:latin typeface="+mn-lt"/>
                <a:ea typeface="+mn-ea"/>
                <a:cs typeface="+mn-cs"/>
              </a:rPr>
              <a:t>For any questions or issues, email </a:t>
            </a:r>
            <a:r>
              <a:rPr lang="en-US" sz="1200" kern="1200" err="1">
                <a:solidFill>
                  <a:schemeClr val="tx1"/>
                </a:solidFill>
                <a:effectLst/>
                <a:latin typeface="+mn-lt"/>
                <a:ea typeface="+mn-ea"/>
                <a:cs typeface="+mn-cs"/>
              </a:rPr>
              <a:t>AskRAStudio@gartner.com</a:t>
            </a:r>
            <a:endParaRPr lang="en-US"/>
          </a:p>
          <a:p>
            <a:endParaRPr lang="en-US"/>
          </a:p>
        </p:txBody>
      </p:sp>
    </p:spTree>
    <p:extLst>
      <p:ext uri="{BB962C8B-B14F-4D97-AF65-F5344CB8AC3E}">
        <p14:creationId xmlns:p14="http://schemas.microsoft.com/office/powerpoint/2010/main" val="20033580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d figure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4687F97-F33D-4480-8635-A468F5E9CE57}"/>
              </a:ext>
            </a:extLst>
          </p:cNvPr>
          <p:cNvSpPr>
            <a:spLocks noGrp="1"/>
          </p:cNvSpPr>
          <p:nvPr>
            <p:ph type="title"/>
          </p:nvPr>
        </p:nvSpPr>
        <p:spPr>
          <a:xfrm>
            <a:off x="182879" y="137160"/>
            <a:ext cx="10607040" cy="307777"/>
          </a:xfrm>
        </p:spPr>
        <p:txBody>
          <a:bodyPr/>
          <a:lstStyle/>
          <a:p>
            <a:r>
              <a:rPr lang="en-GB"/>
              <a:t>Click to edit Master title style</a:t>
            </a:r>
            <a:endParaRPr lang="en-US"/>
          </a:p>
        </p:txBody>
      </p:sp>
      <p:sp>
        <p:nvSpPr>
          <p:cNvPr id="2" name="Text Placeholder 2">
            <a:extLst>
              <a:ext uri="{FF2B5EF4-FFF2-40B4-BE49-F238E27FC236}">
                <a16:creationId xmlns:a16="http://schemas.microsoft.com/office/drawing/2014/main" id="{79C727C4-C36F-ACB1-4F07-D72B4E585522}"/>
              </a:ext>
            </a:extLst>
          </p:cNvPr>
          <p:cNvSpPr>
            <a:spLocks noGrp="1"/>
          </p:cNvSpPr>
          <p:nvPr>
            <p:ph type="ftr" sz="quarter" idx="3"/>
          </p:nvPr>
        </p:nvSpPr>
        <p:spPr>
          <a:xfrm>
            <a:off x="182880" y="5618202"/>
            <a:ext cx="10607040" cy="553998"/>
          </a:xfrm>
          <a:prstGeom prst="rect">
            <a:avLst/>
          </a:prstGeom>
          <a:noFill/>
        </p:spPr>
        <p:txBody>
          <a:bodyPr wrap="square" lIns="0" tIns="0" rIns="0" bIns="182880" rtlCol="0" anchor="b" anchorCtr="0">
            <a:spAutoFit/>
          </a:bodyPr>
          <a:lstStyle>
            <a:lvl1pPr>
              <a:defRPr lang="en-US" sz="1200">
                <a:cs typeface="Arial" panose="020B0604020202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rPr>
              <a:t>Source: Gartner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rPr>
              <a:t>XXXXXX</a:t>
            </a:r>
          </a:p>
        </p:txBody>
      </p:sp>
      <p:sp>
        <p:nvSpPr>
          <p:cNvPr id="3" name="Rectangle 2">
            <a:extLst>
              <a:ext uri="{FF2B5EF4-FFF2-40B4-BE49-F238E27FC236}">
                <a16:creationId xmlns:a16="http://schemas.microsoft.com/office/drawing/2014/main" id="{1BEE48EA-AAB7-42DF-4481-1B9EBAA540FB}"/>
              </a:ext>
            </a:extLst>
          </p:cNvPr>
          <p:cNvSpPr/>
          <p:nvPr userDrawn="1"/>
        </p:nvSpPr>
        <p:spPr>
          <a:xfrm>
            <a:off x="9815639" y="5696793"/>
            <a:ext cx="1157161" cy="47540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Text Placeholder 3">
            <a:extLst>
              <a:ext uri="{FF2B5EF4-FFF2-40B4-BE49-F238E27FC236}">
                <a16:creationId xmlns:a16="http://schemas.microsoft.com/office/drawing/2014/main" id="{1853189C-8969-356E-FF8E-7C641F08CB6D}"/>
              </a:ext>
            </a:extLst>
          </p:cNvPr>
          <p:cNvSpPr>
            <a:spLocks noGrp="1"/>
          </p:cNvSpPr>
          <p:nvPr>
            <p:ph type="body" sz="quarter" idx="11" hasCustomPrompt="1"/>
          </p:nvPr>
        </p:nvSpPr>
        <p:spPr>
          <a:xfrm>
            <a:off x="182879" y="457200"/>
            <a:ext cx="10607040" cy="274320"/>
          </a:xfrm>
          <a:noFill/>
        </p:spPr>
        <p:txBody>
          <a:bodyPr vert="horz" wrap="square" lIns="0" tIns="0" rIns="0" bIns="0" rtlCol="0" anchor="t">
            <a:noAutofit/>
          </a:bodyPr>
          <a:lstStyle>
            <a:lvl1pPr marL="0" indent="0">
              <a:buNone/>
              <a:defRPr lang="en-US" sz="2000" dirty="0" smtClean="0">
                <a:latin typeface="+mn-lt"/>
              </a:defRPr>
            </a:lvl1pPr>
          </a:lstStyle>
          <a:p>
            <a:pPr marL="0" lvl="0" defTabSz="457200"/>
            <a:r>
              <a:rPr lang="en-US"/>
              <a:t>Figure Subtitle</a:t>
            </a:r>
          </a:p>
        </p:txBody>
      </p:sp>
    </p:spTree>
    <p:extLst>
      <p:ext uri="{BB962C8B-B14F-4D97-AF65-F5344CB8AC3E}">
        <p14:creationId xmlns:p14="http://schemas.microsoft.com/office/powerpoint/2010/main" val="7107126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2" pos="5843" userDrawn="1">
          <p15:clr>
            <a:srgbClr val="FBAE40"/>
          </p15:clr>
        </p15:guide>
        <p15:guide id="3" pos="2979" userDrawn="1">
          <p15:clr>
            <a:srgbClr val="FBAE40"/>
          </p15:clr>
        </p15:guide>
        <p15:guide id="4" pos="2024" userDrawn="1">
          <p15:clr>
            <a:srgbClr val="FBAE40"/>
          </p15:clr>
        </p15:guide>
        <p15:guide id="5" pos="1069" userDrawn="1">
          <p15:clr>
            <a:srgbClr val="FBAE40"/>
          </p15:clr>
        </p15:guide>
        <p15:guide id="6" pos="3936" userDrawn="1">
          <p15:clr>
            <a:srgbClr val="FBAE40"/>
          </p15:clr>
        </p15:guide>
        <p15:guide id="7" pos="4888"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757D103C-88DC-5B2A-7DDD-227867C840C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059144" y="5822286"/>
            <a:ext cx="730775" cy="167034"/>
          </a:xfrm>
          <a:prstGeom prst="rect">
            <a:avLst/>
          </a:prstGeom>
        </p:spPr>
      </p:pic>
      <p:sp>
        <p:nvSpPr>
          <p:cNvPr id="2" name="Title Placeholder 1">
            <a:extLst>
              <a:ext uri="{FF2B5EF4-FFF2-40B4-BE49-F238E27FC236}">
                <a16:creationId xmlns:a16="http://schemas.microsoft.com/office/drawing/2014/main" id="{D8092CED-C349-EA41-9F34-528AD3F1091B}"/>
              </a:ext>
            </a:extLst>
          </p:cNvPr>
          <p:cNvSpPr>
            <a:spLocks noGrp="1"/>
          </p:cNvSpPr>
          <p:nvPr>
            <p:ph type="title"/>
          </p:nvPr>
        </p:nvSpPr>
        <p:spPr>
          <a:xfrm>
            <a:off x="182879" y="137160"/>
            <a:ext cx="10607040" cy="307777"/>
          </a:xfrm>
          <a:prstGeom prst="rect">
            <a:avLst/>
          </a:prstGeom>
        </p:spPr>
        <p:txBody>
          <a:bodyPr lIns="0" tIns="0" rIns="0" bIns="0">
            <a:spAutoFit/>
          </a:bodyPr>
          <a:lstStyle/>
          <a:p>
            <a:pPr lvl="0"/>
            <a:r>
              <a:rPr lang="en-GB"/>
              <a:t>Click to edit Master title style</a:t>
            </a:r>
            <a:endParaRPr lang="en-US"/>
          </a:p>
        </p:txBody>
      </p:sp>
      <p:sp>
        <p:nvSpPr>
          <p:cNvPr id="3" name="Text Placeholder 2">
            <a:extLst>
              <a:ext uri="{FF2B5EF4-FFF2-40B4-BE49-F238E27FC236}">
                <a16:creationId xmlns:a16="http://schemas.microsoft.com/office/drawing/2014/main" id="{C7832969-DEE3-3B89-CD64-42E8E9393C31}"/>
              </a:ext>
            </a:extLst>
          </p:cNvPr>
          <p:cNvSpPr>
            <a:spLocks noGrp="1"/>
          </p:cNvSpPr>
          <p:nvPr>
            <p:ph type="body" idx="1"/>
          </p:nvPr>
        </p:nvSpPr>
        <p:spPr>
          <a:xfrm>
            <a:off x="190499" y="825378"/>
            <a:ext cx="10607040" cy="391636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Footer Placeholder 2">
            <a:extLst>
              <a:ext uri="{FF2B5EF4-FFF2-40B4-BE49-F238E27FC236}">
                <a16:creationId xmlns:a16="http://schemas.microsoft.com/office/drawing/2014/main" id="{A772AE4A-5FB8-16F5-BBDC-0526280CBA05}"/>
              </a:ext>
            </a:extLst>
          </p:cNvPr>
          <p:cNvSpPr>
            <a:spLocks noGrp="1"/>
          </p:cNvSpPr>
          <p:nvPr>
            <p:ph type="ftr" sz="quarter" idx="3"/>
          </p:nvPr>
        </p:nvSpPr>
        <p:spPr>
          <a:xfrm>
            <a:off x="182879" y="5618202"/>
            <a:ext cx="10607039" cy="553998"/>
          </a:xfrm>
          <a:prstGeom prst="rect">
            <a:avLst/>
          </a:prstGeom>
          <a:noFill/>
        </p:spPr>
        <p:txBody>
          <a:bodyPr wrap="square" lIns="0" tIns="0" rIns="0" bIns="182880" rtlCol="0" anchor="b" anchorCtr="0">
            <a:spAutoFit/>
          </a:bodyPr>
          <a:lstStyle>
            <a:lvl1pPr>
              <a:defRPr lang="en-US" sz="1200">
                <a:cs typeface="Arial" panose="020B0604020202020204" pitchFamily="34"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rPr>
              <a:t>Source: Gartner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a:ea typeface="+mn-ea"/>
                <a:cs typeface="Arial" panose="020B0604020202020204" pitchFamily="34" charset="0"/>
              </a:rPr>
              <a:t>XXXXXX</a:t>
            </a:r>
          </a:p>
        </p:txBody>
      </p:sp>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877" r:id="rId1"/>
  </p:sldLayoutIdLst>
  <mc:AlternateContent xmlns:mc="http://schemas.openxmlformats.org/markup-compatibility/2006" xmlns:p14="http://schemas.microsoft.com/office/powerpoint/2010/main">
    <mc:Choice Requires="p14">
      <p:transition p14:dur="10"/>
    </mc:Choice>
    <mc:Fallback xmlns="">
      <p:transition/>
    </mc:Fallback>
  </mc:AlternateContent>
  <p:hf sldNum="0" hdr="0" dt="0"/>
  <p:txStyles>
    <p:titleStyle>
      <a:lvl1pPr algn="l" defTabSz="822886" rtl="0" eaLnBrk="1" latinLnBrk="0" hangingPunct="1">
        <a:lnSpc>
          <a:spcPct val="100000"/>
        </a:lnSpc>
        <a:spcBef>
          <a:spcPts val="0"/>
        </a:spcBef>
        <a:spcAft>
          <a:spcPts val="0"/>
        </a:spcAft>
        <a:buNone/>
        <a:defRPr lang="en-US" sz="2000" b="1" i="0" kern="1200" smtClean="0">
          <a:solidFill>
            <a:schemeClr val="tx1"/>
          </a:solidFill>
          <a:latin typeface="+mj-lt"/>
          <a:ea typeface="+mj-ea"/>
          <a:cs typeface="Arial" panose="020B0604020202020204" pitchFamily="34" charset="0"/>
        </a:defRPr>
      </a:lvl1pPr>
    </p:titleStyle>
    <p:bodyStyle>
      <a:lvl1pPr marL="114300" indent="-114300" algn="l" defTabSz="822886" rtl="0" eaLnBrk="1" latinLnBrk="0" hangingPunct="1">
        <a:lnSpc>
          <a:spcPct val="90000"/>
        </a:lnSpc>
        <a:spcBef>
          <a:spcPts val="1080"/>
        </a:spcBef>
        <a:spcAft>
          <a:spcPts val="0"/>
        </a:spcAft>
        <a:buSzPct val="100000"/>
        <a:buFont typeface="Arial" panose="020B0604020202020204" pitchFamily="34" charset="0"/>
        <a:buChar char="•"/>
        <a:defRPr sz="1400" kern="1200">
          <a:solidFill>
            <a:schemeClr val="tx1"/>
          </a:solidFill>
          <a:latin typeface="+mn-lt"/>
          <a:ea typeface="+mn-ea"/>
          <a:cs typeface="+mn-cs"/>
        </a:defRPr>
      </a:lvl1pPr>
      <a:lvl2pPr marL="342900" indent="-168275"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2pPr>
      <a:lvl3pPr marL="519113" indent="-139700" algn="l" defTabSz="822886" rtl="0" eaLnBrk="1" latinLnBrk="0" hangingPunct="1">
        <a:lnSpc>
          <a:spcPct val="90000"/>
        </a:lnSpc>
        <a:spcBef>
          <a:spcPts val="1080"/>
        </a:spcBef>
        <a:spcAft>
          <a:spcPts val="0"/>
        </a:spcAft>
        <a:buSzPct val="100000"/>
        <a:buFont typeface="Arial" panose="020B0604020202020204" pitchFamily="34" charset="0"/>
        <a:buChar char="•"/>
        <a:defRPr sz="1400" kern="1200">
          <a:solidFill>
            <a:schemeClr val="tx1"/>
          </a:solidFill>
          <a:latin typeface="+mn-lt"/>
          <a:ea typeface="+mn-ea"/>
          <a:cs typeface="+mn-cs"/>
        </a:defRPr>
      </a:lvl3pPr>
      <a:lvl4pPr marL="747713" indent="-173038"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4pPr>
      <a:lvl5pPr marL="914400" indent="-144463" algn="l" defTabSz="822886" rtl="0" eaLnBrk="1" latinLnBrk="0" hangingPunct="1">
        <a:lnSpc>
          <a:spcPct val="90000"/>
        </a:lnSpc>
        <a:spcBef>
          <a:spcPts val="1080"/>
        </a:spcBef>
        <a:spcAft>
          <a:spcPts val="0"/>
        </a:spcAft>
        <a:buFont typeface="Arial" panose="020B0604020202020204" pitchFamily="34" charset="0"/>
        <a:buChar char="•"/>
        <a:defRPr sz="1400" kern="1200">
          <a:solidFill>
            <a:schemeClr val="tx1"/>
          </a:solidFill>
          <a:latin typeface="+mn-lt"/>
          <a:ea typeface="+mn-ea"/>
          <a:cs typeface="+mn-cs"/>
        </a:defRPr>
      </a:lvl5pPr>
      <a:lvl6pPr marL="2262937"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380"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5823"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266"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886" rtl="0" eaLnBrk="1" latinLnBrk="0" hangingPunct="1">
        <a:defRPr sz="1620" kern="1200">
          <a:solidFill>
            <a:schemeClr val="tx1"/>
          </a:solidFill>
          <a:latin typeface="+mn-lt"/>
          <a:ea typeface="+mn-ea"/>
          <a:cs typeface="+mn-cs"/>
        </a:defRPr>
      </a:lvl1pPr>
      <a:lvl2pPr marL="411443" algn="l" defTabSz="822886" rtl="0" eaLnBrk="1" latinLnBrk="0" hangingPunct="1">
        <a:defRPr sz="1620" kern="1200">
          <a:solidFill>
            <a:schemeClr val="tx1"/>
          </a:solidFill>
          <a:latin typeface="+mn-lt"/>
          <a:ea typeface="+mn-ea"/>
          <a:cs typeface="+mn-cs"/>
        </a:defRPr>
      </a:lvl2pPr>
      <a:lvl3pPr marL="822886" algn="l" defTabSz="822886" rtl="0" eaLnBrk="1" latinLnBrk="0" hangingPunct="1">
        <a:defRPr sz="1620" kern="1200">
          <a:solidFill>
            <a:schemeClr val="tx1"/>
          </a:solidFill>
          <a:latin typeface="+mn-lt"/>
          <a:ea typeface="+mn-ea"/>
          <a:cs typeface="+mn-cs"/>
        </a:defRPr>
      </a:lvl3pPr>
      <a:lvl4pPr marL="1234329" algn="l" defTabSz="822886" rtl="0" eaLnBrk="1" latinLnBrk="0" hangingPunct="1">
        <a:defRPr sz="1620" kern="1200">
          <a:solidFill>
            <a:schemeClr val="tx1"/>
          </a:solidFill>
          <a:latin typeface="+mn-lt"/>
          <a:ea typeface="+mn-ea"/>
          <a:cs typeface="+mn-cs"/>
        </a:defRPr>
      </a:lvl4pPr>
      <a:lvl5pPr marL="1645772" algn="l" defTabSz="822886" rtl="0" eaLnBrk="1" latinLnBrk="0" hangingPunct="1">
        <a:defRPr sz="1620" kern="1200">
          <a:solidFill>
            <a:schemeClr val="tx1"/>
          </a:solidFill>
          <a:latin typeface="+mn-lt"/>
          <a:ea typeface="+mn-ea"/>
          <a:cs typeface="+mn-cs"/>
        </a:defRPr>
      </a:lvl5pPr>
      <a:lvl6pPr marL="2057216" algn="l" defTabSz="822886" rtl="0" eaLnBrk="1" latinLnBrk="0" hangingPunct="1">
        <a:defRPr sz="1620" kern="1200">
          <a:solidFill>
            <a:schemeClr val="tx1"/>
          </a:solidFill>
          <a:latin typeface="+mn-lt"/>
          <a:ea typeface="+mn-ea"/>
          <a:cs typeface="+mn-cs"/>
        </a:defRPr>
      </a:lvl6pPr>
      <a:lvl7pPr marL="2468658" algn="l" defTabSz="822886" rtl="0" eaLnBrk="1" latinLnBrk="0" hangingPunct="1">
        <a:defRPr sz="1620" kern="1200">
          <a:solidFill>
            <a:schemeClr val="tx1"/>
          </a:solidFill>
          <a:latin typeface="+mn-lt"/>
          <a:ea typeface="+mn-ea"/>
          <a:cs typeface="+mn-cs"/>
        </a:defRPr>
      </a:lvl7pPr>
      <a:lvl8pPr marL="2880101" algn="l" defTabSz="822886" rtl="0" eaLnBrk="1" latinLnBrk="0" hangingPunct="1">
        <a:defRPr sz="1620" kern="1200">
          <a:solidFill>
            <a:schemeClr val="tx1"/>
          </a:solidFill>
          <a:latin typeface="+mn-lt"/>
          <a:ea typeface="+mn-ea"/>
          <a:cs typeface="+mn-cs"/>
        </a:defRPr>
      </a:lvl8pPr>
      <a:lvl9pPr marL="3291545" algn="l" defTabSz="822886"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1944" userDrawn="1">
          <p15:clr>
            <a:srgbClr val="A4A3A4"/>
          </p15:clr>
        </p15:guide>
        <p15:guide id="15" pos="3456" userDrawn="1">
          <p15:clr>
            <a:srgbClr val="A4A3A4"/>
          </p15:clr>
        </p15:guide>
        <p15:guide id="30" orient="horz" pos="3645" userDrawn="1">
          <p15:clr>
            <a:srgbClr val="FBAE40"/>
          </p15:clr>
        </p15:guide>
        <p15:guide id="33" orient="horz" pos="120" userDrawn="1">
          <p15:clr>
            <a:srgbClr val="A4A3A4"/>
          </p15:clr>
        </p15:guide>
        <p15:guide id="34" orient="horz" pos="3768" userDrawn="1">
          <p15:clr>
            <a:srgbClr val="A4A3A4"/>
          </p15:clr>
        </p15:guide>
        <p15:guide id="35" pos="120" userDrawn="1">
          <p15:clr>
            <a:srgbClr val="A4A3A4"/>
          </p15:clr>
        </p15:guide>
        <p15:guide id="36" pos="6792" userDrawn="1">
          <p15:clr>
            <a:srgbClr val="A4A3A4"/>
          </p15:clr>
        </p15:guide>
        <p15:guide id="37" orient="horz" pos="288" userDrawn="1">
          <p15:clr>
            <a:srgbClr val="FBAE40"/>
          </p15:clr>
        </p15:guide>
        <p15:guide id="38" orient="horz" pos="504" userDrawn="1">
          <p15:clr>
            <a:srgbClr val="FDE53C"/>
          </p15:clr>
        </p15:guide>
        <p15:guide id="39" orient="horz" pos="3528" userDrawn="1">
          <p15:clr>
            <a:srgbClr val="FDE53C"/>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emf"/><Relationship Id="rId13" Type="http://schemas.openxmlformats.org/officeDocument/2006/relationships/image" Target="../media/image14.svg"/><Relationship Id="rId3" Type="http://schemas.openxmlformats.org/officeDocument/2006/relationships/image" Target="../media/image4.png"/><Relationship Id="rId7" Type="http://schemas.openxmlformats.org/officeDocument/2006/relationships/image" Target="../media/image8.emf"/><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notesSlide" Target="../notesSlides/notesSlide1.xml"/><Relationship Id="rId16"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7.emf"/><Relationship Id="rId11" Type="http://schemas.openxmlformats.org/officeDocument/2006/relationships/image" Target="../media/image12.svg"/><Relationship Id="rId5" Type="http://schemas.openxmlformats.org/officeDocument/2006/relationships/image" Target="../media/image6.png"/><Relationship Id="rId15" Type="http://schemas.openxmlformats.org/officeDocument/2006/relationships/image" Target="../media/image1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emf"/><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F068E7-68E2-8CFD-B46A-4A250BFDE2B5}"/>
              </a:ext>
            </a:extLst>
          </p:cNvPr>
          <p:cNvSpPr/>
          <p:nvPr/>
        </p:nvSpPr>
        <p:spPr>
          <a:xfrm>
            <a:off x="0" y="0"/>
            <a:ext cx="10972800" cy="6172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 name="Gartner Logo">
            <a:extLst>
              <a:ext uri="{FF2B5EF4-FFF2-40B4-BE49-F238E27FC236}">
                <a16:creationId xmlns:a16="http://schemas.microsoft.com/office/drawing/2014/main" id="{319289F9-1A68-8050-8465-143F8E4E437E}"/>
              </a:ext>
            </a:extLst>
          </p:cNvPr>
          <p:cNvPicPr>
            <a:picLocks noChangeAspect="1"/>
          </p:cNvPicPr>
          <p:nvPr/>
        </p:nvPicPr>
        <p:blipFill>
          <a:blip r:embed="rId2"/>
          <a:srcRect/>
          <a:stretch/>
        </p:blipFill>
        <p:spPr bwMode="black">
          <a:xfrm>
            <a:off x="8729084" y="5512883"/>
            <a:ext cx="2053216" cy="468817"/>
          </a:xfrm>
          <a:prstGeom prst="rect">
            <a:avLst/>
          </a:prstGeom>
        </p:spPr>
      </p:pic>
      <p:sp>
        <p:nvSpPr>
          <p:cNvPr id="6" name="Text - Presenter Name">
            <a:extLst>
              <a:ext uri="{FF2B5EF4-FFF2-40B4-BE49-F238E27FC236}">
                <a16:creationId xmlns:a16="http://schemas.microsoft.com/office/drawing/2014/main" id="{8B4F1FB0-A0F3-90E8-D1B7-DAB1E38F5DE3}"/>
              </a:ext>
            </a:extLst>
          </p:cNvPr>
          <p:cNvSpPr txBox="1">
            <a:spLocks noChangeArrowheads="1"/>
          </p:cNvSpPr>
          <p:nvPr/>
        </p:nvSpPr>
        <p:spPr bwMode="black">
          <a:xfrm>
            <a:off x="1900428" y="3384804"/>
            <a:ext cx="4544568" cy="276999"/>
          </a:xfrm>
          <a:prstGeom prst="rect">
            <a:avLst/>
          </a:prstGeom>
          <a:ln/>
        </p:spPr>
        <p:txBody>
          <a:bodyPr wrap="square" rIns="0" bIns="0" anchor="t" anchorCtr="0">
            <a:noAutofit/>
          </a:bodyPr>
          <a:lstStyle>
            <a:lvl1pPr marL="0" indent="0" algn="l" defTabSz="822886" rtl="0" eaLnBrk="1" latinLnBrk="0" hangingPunct="1">
              <a:lnSpc>
                <a:spcPct val="100000"/>
              </a:lnSpc>
              <a:spcBef>
                <a:spcPts val="0"/>
              </a:spcBef>
              <a:spcAft>
                <a:spcPts val="0"/>
              </a:spcAft>
              <a:buSzPct val="100000"/>
              <a:buFont typeface="Arial" panose="020B0604020202020204" pitchFamily="34" charset="0"/>
              <a:buNone/>
              <a:defRPr sz="1800" kern="1200">
                <a:solidFill>
                  <a:schemeClr val="tx2"/>
                </a:solidFill>
                <a:latin typeface="+mn-lt"/>
                <a:ea typeface="+mn-ea"/>
                <a:cs typeface="+mn-cs"/>
              </a:defRPr>
            </a:lvl1pPr>
            <a:lvl2pPr marL="342900" indent="-168275"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2pPr>
            <a:lvl3pPr marL="519113" indent="-139700" algn="l" defTabSz="822886" rtl="0" eaLnBrk="1" latinLnBrk="0" hangingPunct="1">
              <a:lnSpc>
                <a:spcPct val="90000"/>
              </a:lnSpc>
              <a:spcBef>
                <a:spcPts val="1080"/>
              </a:spcBef>
              <a:spcAft>
                <a:spcPts val="0"/>
              </a:spcAft>
              <a:buSzPct val="100000"/>
              <a:buFont typeface="Arial" panose="020B0604020202020204" pitchFamily="34" charset="0"/>
              <a:buChar char="•"/>
              <a:defRPr sz="1400" kern="1200">
                <a:solidFill>
                  <a:schemeClr val="tx1"/>
                </a:solidFill>
                <a:latin typeface="+mn-lt"/>
                <a:ea typeface="+mn-ea"/>
                <a:cs typeface="+mn-cs"/>
              </a:defRPr>
            </a:lvl3pPr>
            <a:lvl4pPr marL="747713" indent="-173038"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4pPr>
            <a:lvl5pPr marL="914400" indent="-144463" algn="l" defTabSz="822886" rtl="0" eaLnBrk="1" latinLnBrk="0" hangingPunct="1">
              <a:lnSpc>
                <a:spcPct val="90000"/>
              </a:lnSpc>
              <a:spcBef>
                <a:spcPts val="1080"/>
              </a:spcBef>
              <a:spcAft>
                <a:spcPts val="0"/>
              </a:spcAft>
              <a:buFont typeface="Arial" panose="020B0604020202020204" pitchFamily="34" charset="0"/>
              <a:buChar char="•"/>
              <a:defRPr sz="1400" kern="1200">
                <a:solidFill>
                  <a:schemeClr val="tx1"/>
                </a:solidFill>
                <a:latin typeface="+mn-lt"/>
                <a:ea typeface="+mn-ea"/>
                <a:cs typeface="+mn-cs"/>
              </a:defRPr>
            </a:lvl5pPr>
            <a:lvl6pPr marL="2262937"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380"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5823"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266"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r>
              <a:rPr lang="en-US"/>
              <a:t>Click to add Presenter Name</a:t>
            </a:r>
            <a:endParaRPr lang="en-US" dirty="0"/>
          </a:p>
        </p:txBody>
      </p:sp>
      <p:sp>
        <p:nvSpPr>
          <p:cNvPr id="7" name="Text - Presentation Title">
            <a:extLst>
              <a:ext uri="{FF2B5EF4-FFF2-40B4-BE49-F238E27FC236}">
                <a16:creationId xmlns:a16="http://schemas.microsoft.com/office/drawing/2014/main" id="{9138F50E-459E-3312-0334-554BBCA595D4}"/>
              </a:ext>
            </a:extLst>
          </p:cNvPr>
          <p:cNvSpPr txBox="1">
            <a:spLocks noChangeArrowheads="1"/>
          </p:cNvSpPr>
          <p:nvPr/>
        </p:nvSpPr>
        <p:spPr bwMode="black">
          <a:xfrm>
            <a:off x="1900428" y="1272540"/>
            <a:ext cx="4544568" cy="1993392"/>
          </a:xfrm>
          <a:prstGeom prst="rect">
            <a:avLst/>
          </a:prstGeom>
          <a:ln>
            <a:noFill/>
          </a:ln>
        </p:spPr>
        <p:txBody>
          <a:bodyPr wrap="square" lIns="0" tIns="0" rIns="0" bIns="0" anchor="ctr" anchorCtr="0">
            <a:noAutofit/>
          </a:bodyPr>
          <a:lstStyle>
            <a:lvl1pPr algn="l" defTabSz="822886" rtl="0" eaLnBrk="1" latinLnBrk="0" hangingPunct="1">
              <a:lnSpc>
                <a:spcPct val="90000"/>
              </a:lnSpc>
              <a:spcBef>
                <a:spcPts val="1000"/>
              </a:spcBef>
              <a:spcAft>
                <a:spcPts val="300"/>
              </a:spcAft>
              <a:buNone/>
              <a:defRPr lang="en-US" sz="3600" b="0" i="0" kern="1200" baseline="0">
                <a:solidFill>
                  <a:schemeClr val="tx2"/>
                </a:solidFill>
                <a:latin typeface="Arial Black" panose="020B0A04020102020204" pitchFamily="34" charset="0"/>
                <a:ea typeface="+mj-ea"/>
                <a:cs typeface="Arial"/>
              </a:defRPr>
            </a:lvl1pPr>
          </a:lstStyle>
          <a:p>
            <a:r>
              <a:rPr lang="en-IN" dirty="0">
                <a:solidFill>
                  <a:srgbClr val="FFFFFF"/>
                </a:solidFill>
              </a:rPr>
              <a:t>UNI Reference Architecture Brief: API Management</a:t>
            </a:r>
          </a:p>
        </p:txBody>
      </p:sp>
      <p:sp>
        <p:nvSpPr>
          <p:cNvPr id="8" name="Focus Frame 2">
            <a:extLst>
              <a:ext uri="{FF2B5EF4-FFF2-40B4-BE49-F238E27FC236}">
                <a16:creationId xmlns:a16="http://schemas.microsoft.com/office/drawing/2014/main" id="{3ADB2A0A-EC88-1B12-A46A-6A188C2FD2E8}"/>
              </a:ext>
            </a:extLst>
          </p:cNvPr>
          <p:cNvSpPr>
            <a:spLocks noChangeAspect="1"/>
          </p:cNvSpPr>
          <p:nvPr/>
        </p:nvSpPr>
        <p:spPr bwMode="auto">
          <a:xfrm>
            <a:off x="6792468" y="801243"/>
            <a:ext cx="160433" cy="3291840"/>
          </a:xfrm>
          <a:prstGeom prst="rect">
            <a:avLst/>
          </a:prstGeom>
          <a:solidFill>
            <a:schemeClr val="accent5"/>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00000"/>
              </a:lnSpc>
              <a:spcBef>
                <a:spcPct val="50000"/>
              </a:spcBef>
              <a:spcAft>
                <a:spcPct val="0"/>
              </a:spcAft>
            </a:pPr>
            <a:endParaRPr lang="en-US" sz="1800" dirty="0" err="1">
              <a:solidFill>
                <a:srgbClr val="000000"/>
              </a:solidFill>
              <a:ea typeface="+mn-ea"/>
              <a:cs typeface="+mn-cs"/>
            </a:endParaRPr>
          </a:p>
        </p:txBody>
      </p:sp>
      <p:sp>
        <p:nvSpPr>
          <p:cNvPr id="9" name="Focus Frame 2">
            <a:extLst>
              <a:ext uri="{FF2B5EF4-FFF2-40B4-BE49-F238E27FC236}">
                <a16:creationId xmlns:a16="http://schemas.microsoft.com/office/drawing/2014/main" id="{E47D25A6-D4A5-CB91-655B-4DA2C758CDFB}"/>
              </a:ext>
            </a:extLst>
          </p:cNvPr>
          <p:cNvSpPr>
            <a:spLocks noChangeAspect="1"/>
          </p:cNvSpPr>
          <p:nvPr/>
        </p:nvSpPr>
        <p:spPr bwMode="auto">
          <a:xfrm>
            <a:off x="1324356" y="801243"/>
            <a:ext cx="160433" cy="3291840"/>
          </a:xfrm>
          <a:prstGeom prst="rect">
            <a:avLst/>
          </a:prstGeom>
          <a:solidFill>
            <a:schemeClr val="accent5"/>
          </a:solidFill>
          <a:ln w="12700"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nSpc>
                <a:spcPct val="100000"/>
              </a:lnSpc>
              <a:spcBef>
                <a:spcPct val="50000"/>
              </a:spcBef>
              <a:spcAft>
                <a:spcPct val="0"/>
              </a:spcAft>
            </a:pPr>
            <a:endParaRPr lang="en-US" sz="1800" dirty="0" err="1">
              <a:solidFill>
                <a:srgbClr val="000000"/>
              </a:solidFill>
              <a:ea typeface="+mn-ea"/>
              <a:cs typeface="+mn-cs"/>
            </a:endParaRPr>
          </a:p>
        </p:txBody>
      </p:sp>
      <p:sp>
        <p:nvSpPr>
          <p:cNvPr id="10" name="Copyright Text">
            <a:extLst>
              <a:ext uri="{FF2B5EF4-FFF2-40B4-BE49-F238E27FC236}">
                <a16:creationId xmlns:a16="http://schemas.microsoft.com/office/drawing/2014/main" id="{DC67D04D-C3F8-9C6B-C0D1-A8B89EADB330}"/>
              </a:ext>
            </a:extLst>
          </p:cNvPr>
          <p:cNvSpPr txBox="1"/>
          <p:nvPr/>
        </p:nvSpPr>
        <p:spPr bwMode="gray">
          <a:xfrm>
            <a:off x="190500" y="5658535"/>
            <a:ext cx="7043480" cy="323165"/>
          </a:xfrm>
          <a:prstGeom prst="rect">
            <a:avLst/>
          </a:prstGeom>
          <a:noFill/>
        </p:spPr>
        <p:txBody>
          <a:bodyPr wrap="square" lIns="0" tIns="0" rIns="0" bIns="0" anchor="b" anchorCtr="0">
            <a:spAutoFit/>
          </a:bodyPr>
          <a:lstStyle>
            <a:defPPr>
              <a:defRPr lang="en-US"/>
            </a:defPPr>
            <a:lvl1pPr fontAlgn="auto">
              <a:lnSpc>
                <a:spcPct val="100000"/>
              </a:lnSpc>
              <a:spcBef>
                <a:spcPts val="0"/>
              </a:spcBef>
              <a:spcAft>
                <a:spcPts val="0"/>
              </a:spcAft>
              <a:defRPr sz="700">
                <a:solidFill>
                  <a:srgbClr val="D3D3D3"/>
                </a:solidFill>
              </a:defRPr>
            </a:lvl1pPr>
          </a:lstStyle>
          <a:p>
            <a:pPr lvl="0"/>
            <a:r>
              <a:rPr lang="en-US" dirty="0">
                <a:solidFill>
                  <a:srgbClr val="FFFFFF"/>
                </a:solidFill>
              </a:rPr>
              <a:t>© 2025 Gartner, Inc. and/or its affiliates. All rights reserved. Gartner is a registered trademark of Gartner, Inc. or its affiliates. This presentation, including all supporting materials, </a:t>
            </a:r>
            <a:br>
              <a:rPr lang="en-US" dirty="0">
                <a:solidFill>
                  <a:srgbClr val="FFFFFF"/>
                </a:solidFill>
              </a:rPr>
            </a:br>
            <a:r>
              <a:rPr lang="en-US" dirty="0">
                <a:solidFill>
                  <a:srgbClr val="FFFFFF"/>
                </a:solidFill>
              </a:rPr>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sp>
        <p:nvSpPr>
          <p:cNvPr id="12" name="Content Placeholder">
            <a:extLst>
              <a:ext uri="{FF2B5EF4-FFF2-40B4-BE49-F238E27FC236}">
                <a16:creationId xmlns:a16="http://schemas.microsoft.com/office/drawing/2014/main" id="{9BE29F9F-7AE7-DE1F-7DFA-E60FFE0F5BA7}"/>
              </a:ext>
            </a:extLst>
          </p:cNvPr>
          <p:cNvSpPr txBox="1">
            <a:spLocks/>
          </p:cNvSpPr>
          <p:nvPr/>
        </p:nvSpPr>
        <p:spPr>
          <a:xfrm>
            <a:off x="1832261" y="3596009"/>
            <a:ext cx="4544568" cy="369332"/>
          </a:xfrm>
          <a:prstGeom prst="rect">
            <a:avLst/>
          </a:prstGeom>
        </p:spPr>
        <p:txBody>
          <a:bodyPr/>
          <a:lstStyle>
            <a:lvl1pPr marL="114300" indent="-114300" algn="l" defTabSz="822886" rtl="0" eaLnBrk="1" latinLnBrk="0" hangingPunct="1">
              <a:lnSpc>
                <a:spcPct val="90000"/>
              </a:lnSpc>
              <a:spcBef>
                <a:spcPts val="1080"/>
              </a:spcBef>
              <a:spcAft>
                <a:spcPts val="0"/>
              </a:spcAft>
              <a:buSzPct val="100000"/>
              <a:buFont typeface="Arial" panose="020B0604020202020204" pitchFamily="34" charset="0"/>
              <a:buChar char="•"/>
              <a:defRPr sz="1400" kern="1200">
                <a:solidFill>
                  <a:schemeClr val="tx1"/>
                </a:solidFill>
                <a:latin typeface="+mn-lt"/>
                <a:ea typeface="+mn-ea"/>
                <a:cs typeface="+mn-cs"/>
              </a:defRPr>
            </a:lvl1pPr>
            <a:lvl2pPr marL="342900" indent="-168275"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2pPr>
            <a:lvl3pPr marL="519113" indent="-139700" algn="l" defTabSz="822886" rtl="0" eaLnBrk="1" latinLnBrk="0" hangingPunct="1">
              <a:lnSpc>
                <a:spcPct val="90000"/>
              </a:lnSpc>
              <a:spcBef>
                <a:spcPts val="1080"/>
              </a:spcBef>
              <a:spcAft>
                <a:spcPts val="0"/>
              </a:spcAft>
              <a:buSzPct val="100000"/>
              <a:buFont typeface="Arial" panose="020B0604020202020204" pitchFamily="34" charset="0"/>
              <a:buChar char="•"/>
              <a:defRPr sz="1400" kern="1200">
                <a:solidFill>
                  <a:schemeClr val="tx1"/>
                </a:solidFill>
                <a:latin typeface="+mn-lt"/>
                <a:ea typeface="+mn-ea"/>
                <a:cs typeface="+mn-cs"/>
              </a:defRPr>
            </a:lvl3pPr>
            <a:lvl4pPr marL="747713" indent="-173038" algn="l" defTabSz="822886" rtl="0" eaLnBrk="1" latinLnBrk="0" hangingPunct="1">
              <a:lnSpc>
                <a:spcPct val="90000"/>
              </a:lnSpc>
              <a:spcBef>
                <a:spcPts val="1080"/>
              </a:spcBef>
              <a:spcAft>
                <a:spcPts val="0"/>
              </a:spcAft>
              <a:buSzPct val="90000"/>
              <a:buFont typeface="Arial" panose="020B0604020202020204" pitchFamily="34" charset="0"/>
              <a:buChar char="–"/>
              <a:defRPr sz="1400" kern="1200">
                <a:solidFill>
                  <a:schemeClr val="tx1"/>
                </a:solidFill>
                <a:latin typeface="+mn-lt"/>
                <a:ea typeface="+mn-ea"/>
                <a:cs typeface="+mn-cs"/>
              </a:defRPr>
            </a:lvl4pPr>
            <a:lvl5pPr marL="914400" indent="-144463" algn="l" defTabSz="822886" rtl="0" eaLnBrk="1" latinLnBrk="0" hangingPunct="1">
              <a:lnSpc>
                <a:spcPct val="90000"/>
              </a:lnSpc>
              <a:spcBef>
                <a:spcPts val="1080"/>
              </a:spcBef>
              <a:spcAft>
                <a:spcPts val="0"/>
              </a:spcAft>
              <a:buFont typeface="Arial" panose="020B0604020202020204" pitchFamily="34" charset="0"/>
              <a:buChar char="•"/>
              <a:defRPr sz="1400" kern="1200">
                <a:solidFill>
                  <a:schemeClr val="tx1"/>
                </a:solidFill>
                <a:latin typeface="+mn-lt"/>
                <a:ea typeface="+mn-ea"/>
                <a:cs typeface="+mn-cs"/>
              </a:defRPr>
            </a:lvl5pPr>
            <a:lvl6pPr marL="2262937"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380"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5823"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266" indent="-205721" algn="l" defTabSz="822886"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a:lstStyle>
          <a:p>
            <a:pPr marL="0" indent="0">
              <a:buNone/>
            </a:pPr>
            <a:r>
              <a:rPr lang="en-US" sz="2000" dirty="0">
                <a:solidFill>
                  <a:srgbClr val="FFFFFF"/>
                </a:solidFill>
              </a:rPr>
              <a:t>Editable Figures </a:t>
            </a:r>
          </a:p>
        </p:txBody>
      </p:sp>
    </p:spTree>
    <p:extLst>
      <p:ext uri="{BB962C8B-B14F-4D97-AF65-F5344CB8AC3E}">
        <p14:creationId xmlns:p14="http://schemas.microsoft.com/office/powerpoint/2010/main" val="1593136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7" name="Straight Arrow Connector 476">
            <a:extLst>
              <a:ext uri="{FF2B5EF4-FFF2-40B4-BE49-F238E27FC236}">
                <a16:creationId xmlns:a16="http://schemas.microsoft.com/office/drawing/2014/main" id="{030611F4-0339-EFF0-5C56-E01E3BF842E4}"/>
              </a:ext>
            </a:extLst>
          </p:cNvPr>
          <p:cNvCxnSpPr>
            <a:cxnSpLocks/>
          </p:cNvCxnSpPr>
          <p:nvPr/>
        </p:nvCxnSpPr>
        <p:spPr>
          <a:xfrm flipH="1">
            <a:off x="8404059" y="3338461"/>
            <a:ext cx="139" cy="262629"/>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A97F1007-CF97-4496-FCAC-DC2218D7AAB8}"/>
              </a:ext>
            </a:extLst>
          </p:cNvPr>
          <p:cNvCxnSpPr>
            <a:cxnSpLocks/>
          </p:cNvCxnSpPr>
          <p:nvPr/>
        </p:nvCxnSpPr>
        <p:spPr>
          <a:xfrm>
            <a:off x="9487878" y="3338461"/>
            <a:ext cx="138" cy="871944"/>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67" name="Straight Arrow Connector 466">
            <a:extLst>
              <a:ext uri="{FF2B5EF4-FFF2-40B4-BE49-F238E27FC236}">
                <a16:creationId xmlns:a16="http://schemas.microsoft.com/office/drawing/2014/main" id="{0095D0D6-3080-ACD2-958E-1BD4BC9FEA70}"/>
              </a:ext>
            </a:extLst>
          </p:cNvPr>
          <p:cNvCxnSpPr>
            <a:cxnSpLocks/>
          </p:cNvCxnSpPr>
          <p:nvPr/>
        </p:nvCxnSpPr>
        <p:spPr>
          <a:xfrm>
            <a:off x="10186288" y="3338461"/>
            <a:ext cx="0" cy="871944"/>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75" name="Straight Arrow Connector 274">
            <a:extLst>
              <a:ext uri="{FF2B5EF4-FFF2-40B4-BE49-F238E27FC236}">
                <a16:creationId xmlns:a16="http://schemas.microsoft.com/office/drawing/2014/main" id="{A33E880E-AE0D-833B-061E-1C5B4F4F734B}"/>
              </a:ext>
            </a:extLst>
          </p:cNvPr>
          <p:cNvCxnSpPr>
            <a:cxnSpLocks/>
          </p:cNvCxnSpPr>
          <p:nvPr/>
        </p:nvCxnSpPr>
        <p:spPr>
          <a:xfrm>
            <a:off x="8404198" y="2357052"/>
            <a:ext cx="0" cy="172331"/>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C5DE492-D495-724C-C44A-945A8C03C2A4}"/>
              </a:ext>
            </a:extLst>
          </p:cNvPr>
          <p:cNvCxnSpPr>
            <a:cxnSpLocks/>
          </p:cNvCxnSpPr>
          <p:nvPr/>
        </p:nvCxnSpPr>
        <p:spPr>
          <a:xfrm>
            <a:off x="8932682" y="2271930"/>
            <a:ext cx="0" cy="134327"/>
          </a:xfrm>
          <a:prstGeom prst="straightConnector1">
            <a:avLst/>
          </a:prstGeom>
          <a:ln w="12700">
            <a:solidFill>
              <a:srgbClr val="FF540A"/>
            </a:solidFill>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9E44C88E-1500-7E5F-DAF1-D337744F4BC9}"/>
              </a:ext>
            </a:extLst>
          </p:cNvPr>
          <p:cNvCxnSpPr>
            <a:cxnSpLocks/>
          </p:cNvCxnSpPr>
          <p:nvPr/>
        </p:nvCxnSpPr>
        <p:spPr>
          <a:xfrm flipH="1">
            <a:off x="4578568" y="3080973"/>
            <a:ext cx="16426" cy="1704989"/>
          </a:xfrm>
          <a:prstGeom prst="straightConnector1">
            <a:avLst/>
          </a:prstGeom>
          <a:ln w="12700">
            <a:solidFill>
              <a:srgbClr val="FEC10D"/>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619" name="TextBox 618">
            <a:extLst>
              <a:ext uri="{FF2B5EF4-FFF2-40B4-BE49-F238E27FC236}">
                <a16:creationId xmlns:a16="http://schemas.microsoft.com/office/drawing/2014/main" id="{7981593B-FC7B-0FF1-28E7-C556C01B0F94}"/>
              </a:ext>
            </a:extLst>
          </p:cNvPr>
          <p:cNvSpPr txBox="1"/>
          <p:nvPr/>
        </p:nvSpPr>
        <p:spPr>
          <a:xfrm>
            <a:off x="2792084" y="4425256"/>
            <a:ext cx="1440717" cy="238736"/>
          </a:xfrm>
          <a:prstGeom prst="rect">
            <a:avLst/>
          </a:prstGeom>
          <a:noFill/>
        </p:spPr>
        <p:txBody>
          <a:bodyPr lIns="0" tIns="0" rIns="0" bIns="0" anchor="t"/>
          <a:lstStyle/>
          <a:p>
            <a:pPr marL="0" indent="0" algn="l"/>
            <a:r>
              <a:rPr lang="en-US" sz="1200" b="1">
                <a:solidFill>
                  <a:srgbClr val="000000"/>
                </a:solidFill>
                <a:latin typeface="Arial"/>
                <a:cs typeface="Arial"/>
              </a:rPr>
              <a:t>Third-party API observability</a:t>
            </a:r>
            <a:endParaRPr lang="en-US" sz="1200" b="1">
              <a:cs typeface="Arial"/>
            </a:endParaRPr>
          </a:p>
        </p:txBody>
      </p:sp>
      <p:cxnSp>
        <p:nvCxnSpPr>
          <p:cNvPr id="29" name="Straight Arrow Connector 28">
            <a:extLst>
              <a:ext uri="{FF2B5EF4-FFF2-40B4-BE49-F238E27FC236}">
                <a16:creationId xmlns:a16="http://schemas.microsoft.com/office/drawing/2014/main" id="{414D3402-B76E-D839-2A58-B32503717E5A}"/>
              </a:ext>
            </a:extLst>
          </p:cNvPr>
          <p:cNvCxnSpPr>
            <a:cxnSpLocks/>
          </p:cNvCxnSpPr>
          <p:nvPr/>
        </p:nvCxnSpPr>
        <p:spPr>
          <a:xfrm>
            <a:off x="9491796" y="2256977"/>
            <a:ext cx="0" cy="272406"/>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2BE3DB6D-EA6E-7FA4-27BF-631C6E940097}"/>
              </a:ext>
            </a:extLst>
          </p:cNvPr>
          <p:cNvCxnSpPr>
            <a:cxnSpLocks/>
          </p:cNvCxnSpPr>
          <p:nvPr/>
        </p:nvCxnSpPr>
        <p:spPr>
          <a:xfrm>
            <a:off x="8550018" y="3702378"/>
            <a:ext cx="0" cy="1147080"/>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81" name="Straight Arrow Connector 280">
            <a:extLst>
              <a:ext uri="{FF2B5EF4-FFF2-40B4-BE49-F238E27FC236}">
                <a16:creationId xmlns:a16="http://schemas.microsoft.com/office/drawing/2014/main" id="{19370308-7071-F728-A1F7-D535381DADB7}"/>
              </a:ext>
            </a:extLst>
          </p:cNvPr>
          <p:cNvCxnSpPr>
            <a:cxnSpLocks/>
          </p:cNvCxnSpPr>
          <p:nvPr/>
        </p:nvCxnSpPr>
        <p:spPr>
          <a:xfrm>
            <a:off x="8270829" y="3668510"/>
            <a:ext cx="0" cy="967726"/>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C34A55B-944D-64CB-8843-6A182DBCD3E3}"/>
              </a:ext>
            </a:extLst>
          </p:cNvPr>
          <p:cNvCxnSpPr>
            <a:cxnSpLocks/>
          </p:cNvCxnSpPr>
          <p:nvPr/>
        </p:nvCxnSpPr>
        <p:spPr>
          <a:xfrm>
            <a:off x="7371628" y="4101479"/>
            <a:ext cx="0" cy="534757"/>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634" name="Straight Arrow Connector 633">
            <a:extLst>
              <a:ext uri="{FF2B5EF4-FFF2-40B4-BE49-F238E27FC236}">
                <a16:creationId xmlns:a16="http://schemas.microsoft.com/office/drawing/2014/main" id="{992EE64C-55CD-56E4-7C98-4FA8D48BBFD6}"/>
              </a:ext>
            </a:extLst>
          </p:cNvPr>
          <p:cNvCxnSpPr>
            <a:cxnSpLocks/>
          </p:cNvCxnSpPr>
          <p:nvPr/>
        </p:nvCxnSpPr>
        <p:spPr>
          <a:xfrm>
            <a:off x="10186288" y="2269673"/>
            <a:ext cx="0" cy="259710"/>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31" name="Straight Arrow Connector 730">
            <a:extLst>
              <a:ext uri="{FF2B5EF4-FFF2-40B4-BE49-F238E27FC236}">
                <a16:creationId xmlns:a16="http://schemas.microsoft.com/office/drawing/2014/main" id="{3BD18482-9D38-C094-2159-5D0EF713FF09}"/>
              </a:ext>
            </a:extLst>
          </p:cNvPr>
          <p:cNvCxnSpPr>
            <a:cxnSpLocks/>
          </p:cNvCxnSpPr>
          <p:nvPr/>
        </p:nvCxnSpPr>
        <p:spPr>
          <a:xfrm>
            <a:off x="5717173" y="4378136"/>
            <a:ext cx="0" cy="258100"/>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29" name="Straight Arrow Connector 728">
            <a:extLst>
              <a:ext uri="{FF2B5EF4-FFF2-40B4-BE49-F238E27FC236}">
                <a16:creationId xmlns:a16="http://schemas.microsoft.com/office/drawing/2014/main" id="{FCDAB2CC-D01F-92E0-C401-7426E485EA01}"/>
              </a:ext>
            </a:extLst>
          </p:cNvPr>
          <p:cNvCxnSpPr>
            <a:cxnSpLocks/>
          </p:cNvCxnSpPr>
          <p:nvPr/>
        </p:nvCxnSpPr>
        <p:spPr>
          <a:xfrm>
            <a:off x="6315941" y="2221558"/>
            <a:ext cx="0" cy="184699"/>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59" name="Connector 163">
            <a:extLst>
              <a:ext uri="{FF2B5EF4-FFF2-40B4-BE49-F238E27FC236}">
                <a16:creationId xmlns:a16="http://schemas.microsoft.com/office/drawing/2014/main" id="{AFA9EBE7-BDBF-4795-8DFB-D610CFCAF5FA}"/>
              </a:ext>
            </a:extLst>
          </p:cNvPr>
          <p:cNvCxnSpPr/>
          <p:nvPr/>
        </p:nvCxnSpPr>
        <p:spPr>
          <a:xfrm>
            <a:off x="2367012" y="3576910"/>
            <a:ext cx="400621" cy="0"/>
          </a:xfrm>
          <a:prstGeom prst="line">
            <a:avLst/>
          </a:prstGeom>
          <a:noFill/>
          <a:ln w="19050" cap="sq">
            <a:solidFill>
              <a:srgbClr val="002855"/>
            </a:solidFill>
          </a:ln>
        </p:spPr>
      </p:cxnSp>
      <p:sp>
        <p:nvSpPr>
          <p:cNvPr id="2" name="Title 1">
            <a:extLst>
              <a:ext uri="{FF2B5EF4-FFF2-40B4-BE49-F238E27FC236}">
                <a16:creationId xmlns:a16="http://schemas.microsoft.com/office/drawing/2014/main" id="{A2388F58-740C-3805-F973-97CB9DAE35CF}"/>
              </a:ext>
            </a:extLst>
          </p:cNvPr>
          <p:cNvSpPr>
            <a:spLocks noGrp="1"/>
          </p:cNvSpPr>
          <p:nvPr>
            <p:ph type="title"/>
          </p:nvPr>
        </p:nvSpPr>
        <p:spPr>
          <a:xfrm>
            <a:off x="182879" y="137160"/>
            <a:ext cx="10607040" cy="307777"/>
          </a:xfrm>
        </p:spPr>
        <p:txBody>
          <a:bodyPr/>
          <a:lstStyle/>
          <a:p>
            <a:r>
              <a:rPr lang="en-IN"/>
              <a:t>Reference Architecture for API Management</a:t>
            </a:r>
            <a:endParaRPr lang="en-US"/>
          </a:p>
        </p:txBody>
      </p:sp>
      <p:sp>
        <p:nvSpPr>
          <p:cNvPr id="3" name="Footer Placeholder 2">
            <a:extLst>
              <a:ext uri="{FF2B5EF4-FFF2-40B4-BE49-F238E27FC236}">
                <a16:creationId xmlns:a16="http://schemas.microsoft.com/office/drawing/2014/main" id="{EDFF87D8-E7AB-D3D8-6E05-52A57B1BEDA0}"/>
              </a:ext>
            </a:extLst>
          </p:cNvPr>
          <p:cNvSpPr>
            <a:spLocks noGrp="1"/>
          </p:cNvSpPr>
          <p:nvPr>
            <p:ph type="ftr" sz="quarter" idx="3"/>
          </p:nvPr>
        </p:nvSpPr>
        <p:spPr>
          <a:xfrm>
            <a:off x="182880" y="5462112"/>
            <a:ext cx="10607040" cy="738664"/>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rPr>
              <a:t>Source: Gartner</a:t>
            </a:r>
          </a:p>
          <a:p>
            <a:pPr>
              <a:defRPr/>
            </a:pPr>
            <a:r>
              <a:rPr lang="en-US" baseline="30000" dirty="0">
                <a:solidFill>
                  <a:srgbClr val="000000"/>
                </a:solidFill>
                <a:latin typeface="Arial" panose="020B0604020202020204" pitchFamily="34" charset="0"/>
              </a:rPr>
              <a:t>a</a:t>
            </a:r>
            <a:r>
              <a:rPr lang="en-US" dirty="0">
                <a:solidFill>
                  <a:srgbClr val="000000"/>
                </a:solidFill>
                <a:latin typeface="Arial" panose="020B0604020202020204" pitchFamily="34" charset="0"/>
              </a:rPr>
              <a:t> Policy decision and enforcement and API proxy are part of all the gateway.</a:t>
            </a: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Arial" panose="020B0604020202020204" pitchFamily="34" charset="0"/>
              </a:rPr>
              <a:t>839499</a:t>
            </a:r>
          </a:p>
        </p:txBody>
      </p:sp>
      <p:sp>
        <p:nvSpPr>
          <p:cNvPr id="310" name="TextBox 309">
            <a:extLst>
              <a:ext uri="{FF2B5EF4-FFF2-40B4-BE49-F238E27FC236}">
                <a16:creationId xmlns:a16="http://schemas.microsoft.com/office/drawing/2014/main" id="{0C1188F2-483A-182E-3A64-0562993B0825}"/>
              </a:ext>
            </a:extLst>
          </p:cNvPr>
          <p:cNvSpPr txBox="1"/>
          <p:nvPr/>
        </p:nvSpPr>
        <p:spPr>
          <a:xfrm>
            <a:off x="203199" y="787956"/>
            <a:ext cx="3352800" cy="215900"/>
          </a:xfrm>
          <a:prstGeom prst="rect">
            <a:avLst/>
          </a:prstGeom>
        </p:spPr>
        <p:txBody>
          <a:bodyPr wrap="none" lIns="0" tIns="0" rIns="0" bIns="0" anchor="t"/>
          <a:lstStyle/>
          <a:p>
            <a:r>
              <a:rPr lang="en-US" sz="1200" b="1">
                <a:solidFill>
                  <a:srgbClr val="000000"/>
                </a:solidFill>
                <a:latin typeface="Arial" panose="020B0604020202020204" pitchFamily="34" charset="0"/>
              </a:rPr>
              <a:t>Identity Access Management Infrastructure</a:t>
            </a:r>
          </a:p>
        </p:txBody>
      </p:sp>
      <p:sp>
        <p:nvSpPr>
          <p:cNvPr id="311" name="Freeform 310">
            <a:extLst>
              <a:ext uri="{FF2B5EF4-FFF2-40B4-BE49-F238E27FC236}">
                <a16:creationId xmlns:a16="http://schemas.microsoft.com/office/drawing/2014/main" id="{63D606E1-B2D8-48ED-5297-BE9B684516CC}"/>
              </a:ext>
            </a:extLst>
          </p:cNvPr>
          <p:cNvSpPr/>
          <p:nvPr/>
        </p:nvSpPr>
        <p:spPr>
          <a:xfrm>
            <a:off x="279399" y="1123961"/>
            <a:ext cx="278371" cy="255977"/>
          </a:xfrm>
          <a:custGeom>
            <a:avLst/>
            <a:gdLst/>
            <a:ahLst/>
            <a:cxnLst/>
            <a:rect l="l" t="t" r="r" b="b"/>
            <a:pathLst>
              <a:path w="278371" h="255977">
                <a:moveTo>
                  <a:pt x="44472" y="179777"/>
                </a:moveTo>
                <a:lnTo>
                  <a:pt x="43938" y="179256"/>
                </a:lnTo>
                <a:lnTo>
                  <a:pt x="43405" y="179777"/>
                </a:lnTo>
                <a:close/>
                <a:moveTo>
                  <a:pt x="35607" y="254783"/>
                </a:moveTo>
                <a:lnTo>
                  <a:pt x="35607" y="187435"/>
                </a:lnTo>
                <a:lnTo>
                  <a:pt x="11680" y="210905"/>
                </a:lnTo>
                <a:lnTo>
                  <a:pt x="0" y="199009"/>
                </a:lnTo>
                <a:lnTo>
                  <a:pt x="0" y="199009"/>
                </a:lnTo>
                <a:lnTo>
                  <a:pt x="0" y="199001"/>
                </a:lnTo>
                <a:lnTo>
                  <a:pt x="0" y="199001"/>
                </a:lnTo>
                <a:lnTo>
                  <a:pt x="43938" y="155913"/>
                </a:lnTo>
                <a:lnTo>
                  <a:pt x="87880" y="199005"/>
                </a:lnTo>
                <a:lnTo>
                  <a:pt x="76196" y="210905"/>
                </a:lnTo>
                <a:lnTo>
                  <a:pt x="52269" y="187435"/>
                </a:lnTo>
                <a:lnTo>
                  <a:pt x="52269" y="238121"/>
                </a:lnTo>
                <a:lnTo>
                  <a:pt x="129663" y="238121"/>
                </a:lnTo>
                <a:lnTo>
                  <a:pt x="129663" y="254783"/>
                </a:lnTo>
                <a:close/>
                <a:moveTo>
                  <a:pt x="205863" y="189353"/>
                </a:moveTo>
                <a:cubicBezTo>
                  <a:pt x="220773" y="189353"/>
                  <a:pt x="232914" y="177224"/>
                  <a:pt x="232914" y="162315"/>
                </a:cubicBezTo>
                <a:cubicBezTo>
                  <a:pt x="232914" y="147405"/>
                  <a:pt x="220773" y="135264"/>
                  <a:pt x="205863" y="135264"/>
                </a:cubicBezTo>
                <a:cubicBezTo>
                  <a:pt x="190953" y="135264"/>
                  <a:pt x="178812" y="147405"/>
                  <a:pt x="178812" y="162315"/>
                </a:cubicBezTo>
                <a:cubicBezTo>
                  <a:pt x="178812" y="177224"/>
                  <a:pt x="190953" y="189353"/>
                  <a:pt x="205863" y="189353"/>
                </a:cubicBezTo>
                <a:close/>
                <a:moveTo>
                  <a:pt x="149907" y="255977"/>
                </a:moveTo>
                <a:lnTo>
                  <a:pt x="149907" y="195754"/>
                </a:lnTo>
                <a:lnTo>
                  <a:pt x="177771" y="195754"/>
                </a:lnTo>
                <a:cubicBezTo>
                  <a:pt x="168233" y="187727"/>
                  <a:pt x="162150" y="175726"/>
                  <a:pt x="162150" y="162315"/>
                </a:cubicBezTo>
                <a:cubicBezTo>
                  <a:pt x="162150" y="138210"/>
                  <a:pt x="181759" y="118601"/>
                  <a:pt x="205863" y="118601"/>
                </a:cubicBezTo>
                <a:cubicBezTo>
                  <a:pt x="229968" y="118601"/>
                  <a:pt x="249577" y="138210"/>
                  <a:pt x="249577" y="162315"/>
                </a:cubicBezTo>
                <a:cubicBezTo>
                  <a:pt x="249577" y="175726"/>
                  <a:pt x="243493" y="187727"/>
                  <a:pt x="233968" y="195754"/>
                </a:cubicBezTo>
                <a:lnTo>
                  <a:pt x="261819" y="195754"/>
                </a:lnTo>
                <a:lnTo>
                  <a:pt x="261819" y="255977"/>
                </a:lnTo>
                <a:lnTo>
                  <a:pt x="245157" y="255977"/>
                </a:lnTo>
                <a:lnTo>
                  <a:pt x="245157" y="212416"/>
                </a:lnTo>
                <a:lnTo>
                  <a:pt x="166569" y="212416"/>
                </a:lnTo>
                <a:lnTo>
                  <a:pt x="166569" y="255977"/>
                </a:lnTo>
                <a:close/>
                <a:moveTo>
                  <a:pt x="234438" y="80285"/>
                </a:moveTo>
                <a:lnTo>
                  <a:pt x="234972" y="79765"/>
                </a:lnTo>
                <a:lnTo>
                  <a:pt x="233905" y="79765"/>
                </a:lnTo>
                <a:lnTo>
                  <a:pt x="234438" y="80285"/>
                </a:lnTo>
                <a:close/>
                <a:moveTo>
                  <a:pt x="72513" y="70747"/>
                </a:moveTo>
                <a:cubicBezTo>
                  <a:pt x="87423" y="70747"/>
                  <a:pt x="99564" y="58619"/>
                  <a:pt x="99564" y="43709"/>
                </a:cubicBezTo>
                <a:cubicBezTo>
                  <a:pt x="99564" y="28787"/>
                  <a:pt x="87423" y="16658"/>
                  <a:pt x="72513" y="16658"/>
                </a:cubicBezTo>
                <a:cubicBezTo>
                  <a:pt x="57603" y="16658"/>
                  <a:pt x="45462" y="28787"/>
                  <a:pt x="45462" y="43709"/>
                </a:cubicBezTo>
                <a:cubicBezTo>
                  <a:pt x="45462" y="58619"/>
                  <a:pt x="57603" y="70747"/>
                  <a:pt x="72513" y="70747"/>
                </a:cubicBezTo>
                <a:close/>
                <a:moveTo>
                  <a:pt x="16557" y="137372"/>
                </a:moveTo>
                <a:lnTo>
                  <a:pt x="16557" y="77148"/>
                </a:lnTo>
                <a:lnTo>
                  <a:pt x="44421" y="77148"/>
                </a:lnTo>
                <a:cubicBezTo>
                  <a:pt x="34883" y="69122"/>
                  <a:pt x="28800" y="57120"/>
                  <a:pt x="28800" y="43709"/>
                </a:cubicBezTo>
                <a:cubicBezTo>
                  <a:pt x="28800" y="19800"/>
                  <a:pt x="48091" y="315"/>
                  <a:pt x="71927" y="0"/>
                </a:cubicBezTo>
                <a:lnTo>
                  <a:pt x="73100" y="0"/>
                </a:lnTo>
                <a:cubicBezTo>
                  <a:pt x="96935" y="315"/>
                  <a:pt x="116227" y="19800"/>
                  <a:pt x="116227" y="43709"/>
                </a:cubicBezTo>
                <a:cubicBezTo>
                  <a:pt x="116227" y="57120"/>
                  <a:pt x="110143" y="69122"/>
                  <a:pt x="100606" y="77148"/>
                </a:cubicBezTo>
                <a:lnTo>
                  <a:pt x="128469" y="77148"/>
                </a:lnTo>
                <a:lnTo>
                  <a:pt x="128469" y="137372"/>
                </a:lnTo>
                <a:lnTo>
                  <a:pt x="111807" y="137372"/>
                </a:lnTo>
                <a:lnTo>
                  <a:pt x="111807" y="93811"/>
                </a:lnTo>
                <a:lnTo>
                  <a:pt x="33219" y="93811"/>
                </a:lnTo>
                <a:lnTo>
                  <a:pt x="33219" y="137372"/>
                </a:lnTo>
                <a:close/>
                <a:moveTo>
                  <a:pt x="234438" y="103628"/>
                </a:moveTo>
                <a:lnTo>
                  <a:pt x="190496" y="60537"/>
                </a:lnTo>
                <a:lnTo>
                  <a:pt x="202180" y="48637"/>
                </a:lnTo>
                <a:lnTo>
                  <a:pt x="226107" y="72106"/>
                </a:lnTo>
                <a:lnTo>
                  <a:pt x="226107" y="16658"/>
                </a:lnTo>
                <a:lnTo>
                  <a:pt x="148713" y="16658"/>
                </a:lnTo>
                <a:lnTo>
                  <a:pt x="148713" y="0"/>
                </a:lnTo>
                <a:lnTo>
                  <a:pt x="242769" y="0"/>
                </a:lnTo>
                <a:lnTo>
                  <a:pt x="242769" y="72106"/>
                </a:lnTo>
                <a:lnTo>
                  <a:pt x="266696" y="48637"/>
                </a:lnTo>
                <a:lnTo>
                  <a:pt x="278371" y="60528"/>
                </a:lnTo>
                <a:lnTo>
                  <a:pt x="278371" y="60528"/>
                </a:lnTo>
                <a:lnTo>
                  <a:pt x="278371" y="60546"/>
                </a:lnTo>
                <a:lnTo>
                  <a:pt x="278371" y="60546"/>
                </a:lnTo>
                <a:lnTo>
                  <a:pt x="234438" y="103628"/>
                </a:lnTo>
                <a:close/>
              </a:path>
            </a:pathLst>
          </a:custGeom>
          <a:solidFill>
            <a:srgbClr val="002855"/>
          </a:solidFill>
        </p:spPr>
        <p:txBody>
          <a:bodyPr/>
          <a:lstStyle/>
          <a:p>
            <a:endParaRPr lang="en-US"/>
          </a:p>
        </p:txBody>
      </p:sp>
      <p:sp>
        <p:nvSpPr>
          <p:cNvPr id="312" name="TextBox 311">
            <a:extLst>
              <a:ext uri="{FF2B5EF4-FFF2-40B4-BE49-F238E27FC236}">
                <a16:creationId xmlns:a16="http://schemas.microsoft.com/office/drawing/2014/main" id="{29F195FD-3EB4-62EB-9566-CE6836C7302B}"/>
              </a:ext>
            </a:extLst>
          </p:cNvPr>
          <p:cNvSpPr txBox="1"/>
          <p:nvPr/>
        </p:nvSpPr>
        <p:spPr>
          <a:xfrm>
            <a:off x="608577" y="1148492"/>
            <a:ext cx="774700" cy="215900"/>
          </a:xfrm>
          <a:prstGeom prst="rect">
            <a:avLst/>
          </a:prstGeom>
        </p:spPr>
        <p:txBody>
          <a:bodyPr wrap="none" lIns="0" tIns="0" rIns="0" bIns="0" anchor="t"/>
          <a:lstStyle/>
          <a:p>
            <a:r>
              <a:rPr lang="en-US" sz="1200">
                <a:solidFill>
                  <a:srgbClr val="000000"/>
                </a:solidFill>
                <a:latin typeface="Arial" panose="020B0604020202020204" pitchFamily="34" charset="0"/>
              </a:rPr>
              <a:t>Federation</a:t>
            </a:r>
          </a:p>
        </p:txBody>
      </p:sp>
      <p:sp>
        <p:nvSpPr>
          <p:cNvPr id="313" name="Freeform 312">
            <a:extLst>
              <a:ext uri="{FF2B5EF4-FFF2-40B4-BE49-F238E27FC236}">
                <a16:creationId xmlns:a16="http://schemas.microsoft.com/office/drawing/2014/main" id="{16670E32-5B0C-A2FC-1363-063826C025D2}"/>
              </a:ext>
            </a:extLst>
          </p:cNvPr>
          <p:cNvSpPr/>
          <p:nvPr/>
        </p:nvSpPr>
        <p:spPr>
          <a:xfrm>
            <a:off x="1472475" y="1148954"/>
            <a:ext cx="292875" cy="205979"/>
          </a:xfrm>
          <a:custGeom>
            <a:avLst/>
            <a:gdLst/>
            <a:ahLst/>
            <a:cxnLst/>
            <a:rect l="l" t="t" r="r" b="b"/>
            <a:pathLst>
              <a:path w="292875" h="205979">
                <a:moveTo>
                  <a:pt x="146444" y="135735"/>
                </a:moveTo>
                <a:cubicBezTo>
                  <a:pt x="161544" y="135735"/>
                  <a:pt x="173825" y="123454"/>
                  <a:pt x="173825" y="108354"/>
                </a:cubicBezTo>
                <a:cubicBezTo>
                  <a:pt x="173825" y="93254"/>
                  <a:pt x="161544" y="80973"/>
                  <a:pt x="146444" y="80973"/>
                </a:cubicBezTo>
                <a:cubicBezTo>
                  <a:pt x="131344" y="80973"/>
                  <a:pt x="119063" y="93254"/>
                  <a:pt x="119063" y="108354"/>
                </a:cubicBezTo>
                <a:cubicBezTo>
                  <a:pt x="119063" y="123454"/>
                  <a:pt x="131344" y="135735"/>
                  <a:pt x="146444" y="135735"/>
                </a:cubicBezTo>
                <a:close/>
                <a:moveTo>
                  <a:pt x="63106" y="71448"/>
                </a:moveTo>
                <a:cubicBezTo>
                  <a:pt x="78207" y="71448"/>
                  <a:pt x="90488" y="59154"/>
                  <a:pt x="90488" y="44054"/>
                </a:cubicBezTo>
                <a:cubicBezTo>
                  <a:pt x="90488" y="28954"/>
                  <a:pt x="78207" y="16673"/>
                  <a:pt x="63106" y="16673"/>
                </a:cubicBezTo>
                <a:cubicBezTo>
                  <a:pt x="47993" y="16673"/>
                  <a:pt x="35712" y="28954"/>
                  <a:pt x="35712" y="44054"/>
                </a:cubicBezTo>
                <a:cubicBezTo>
                  <a:pt x="35712" y="59154"/>
                  <a:pt x="47993" y="71448"/>
                  <a:pt x="63106" y="71448"/>
                </a:cubicBezTo>
                <a:close/>
                <a:moveTo>
                  <a:pt x="229781" y="71448"/>
                </a:moveTo>
                <a:cubicBezTo>
                  <a:pt x="244894" y="71448"/>
                  <a:pt x="257175" y="59154"/>
                  <a:pt x="257175" y="44054"/>
                </a:cubicBezTo>
                <a:cubicBezTo>
                  <a:pt x="257175" y="28954"/>
                  <a:pt x="244894" y="16673"/>
                  <a:pt x="229781" y="16673"/>
                </a:cubicBezTo>
                <a:cubicBezTo>
                  <a:pt x="214681" y="16673"/>
                  <a:pt x="202400" y="28954"/>
                  <a:pt x="202400" y="44054"/>
                </a:cubicBezTo>
                <a:cubicBezTo>
                  <a:pt x="202400" y="59154"/>
                  <a:pt x="214681" y="71448"/>
                  <a:pt x="229781" y="71448"/>
                </a:cubicBezTo>
                <a:close/>
                <a:moveTo>
                  <a:pt x="85725" y="205979"/>
                </a:moveTo>
                <a:lnTo>
                  <a:pt x="85725" y="145260"/>
                </a:lnTo>
                <a:lnTo>
                  <a:pt x="122479" y="145260"/>
                </a:lnTo>
                <a:cubicBezTo>
                  <a:pt x="110401" y="137386"/>
                  <a:pt x="102387" y="123797"/>
                  <a:pt x="102387" y="108354"/>
                </a:cubicBezTo>
                <a:cubicBezTo>
                  <a:pt x="102387" y="104646"/>
                  <a:pt x="102895" y="101077"/>
                  <a:pt x="103759" y="97635"/>
                </a:cubicBezTo>
                <a:lnTo>
                  <a:pt x="16662" y="97635"/>
                </a:lnTo>
                <a:lnTo>
                  <a:pt x="16662" y="167879"/>
                </a:lnTo>
                <a:lnTo>
                  <a:pt x="0" y="167879"/>
                </a:lnTo>
                <a:lnTo>
                  <a:pt x="0" y="80973"/>
                </a:lnTo>
                <a:lnTo>
                  <a:pt x="39129" y="80973"/>
                </a:lnTo>
                <a:cubicBezTo>
                  <a:pt x="27064" y="73099"/>
                  <a:pt x="19050" y="59510"/>
                  <a:pt x="19050" y="44054"/>
                </a:cubicBezTo>
                <a:cubicBezTo>
                  <a:pt x="19050" y="19911"/>
                  <a:pt x="38564" y="246"/>
                  <a:pt x="62650" y="0"/>
                </a:cubicBezTo>
                <a:lnTo>
                  <a:pt x="63563" y="0"/>
                </a:lnTo>
                <a:cubicBezTo>
                  <a:pt x="87636" y="246"/>
                  <a:pt x="107150" y="19911"/>
                  <a:pt x="107150" y="44054"/>
                </a:cubicBezTo>
                <a:cubicBezTo>
                  <a:pt x="107150" y="59510"/>
                  <a:pt x="99136" y="73099"/>
                  <a:pt x="87071" y="80973"/>
                </a:cubicBezTo>
                <a:lnTo>
                  <a:pt x="112001" y="80973"/>
                </a:lnTo>
                <a:cubicBezTo>
                  <a:pt x="120079" y="70826"/>
                  <a:pt x="132499" y="64298"/>
                  <a:pt x="146444" y="64298"/>
                </a:cubicBezTo>
                <a:cubicBezTo>
                  <a:pt x="160388" y="64298"/>
                  <a:pt x="172809" y="70826"/>
                  <a:pt x="180886" y="80973"/>
                </a:cubicBezTo>
                <a:lnTo>
                  <a:pt x="205816" y="80973"/>
                </a:lnTo>
                <a:cubicBezTo>
                  <a:pt x="193751" y="73099"/>
                  <a:pt x="185738" y="59510"/>
                  <a:pt x="185738" y="44054"/>
                </a:cubicBezTo>
                <a:cubicBezTo>
                  <a:pt x="185738" y="19911"/>
                  <a:pt x="205252" y="246"/>
                  <a:pt x="229325" y="0"/>
                </a:cubicBezTo>
                <a:lnTo>
                  <a:pt x="230238" y="0"/>
                </a:lnTo>
                <a:cubicBezTo>
                  <a:pt x="254323" y="246"/>
                  <a:pt x="273838" y="19911"/>
                  <a:pt x="273838" y="44054"/>
                </a:cubicBezTo>
                <a:cubicBezTo>
                  <a:pt x="273838" y="59510"/>
                  <a:pt x="265824" y="73099"/>
                  <a:pt x="253759" y="80973"/>
                </a:cubicBezTo>
                <a:lnTo>
                  <a:pt x="292875" y="80973"/>
                </a:lnTo>
                <a:lnTo>
                  <a:pt x="292875" y="167879"/>
                </a:lnTo>
                <a:lnTo>
                  <a:pt x="276225" y="167879"/>
                </a:lnTo>
                <a:lnTo>
                  <a:pt x="276225" y="97635"/>
                </a:lnTo>
                <a:lnTo>
                  <a:pt x="189128" y="97635"/>
                </a:lnTo>
                <a:cubicBezTo>
                  <a:pt x="189992" y="101077"/>
                  <a:pt x="190500" y="104646"/>
                  <a:pt x="190500" y="108354"/>
                </a:cubicBezTo>
                <a:cubicBezTo>
                  <a:pt x="190500" y="123797"/>
                  <a:pt x="182486" y="137386"/>
                  <a:pt x="170409" y="145260"/>
                </a:cubicBezTo>
                <a:lnTo>
                  <a:pt x="207163" y="145260"/>
                </a:lnTo>
                <a:lnTo>
                  <a:pt x="207163" y="205979"/>
                </a:lnTo>
                <a:lnTo>
                  <a:pt x="190500" y="205979"/>
                </a:lnTo>
                <a:lnTo>
                  <a:pt x="190500" y="161935"/>
                </a:lnTo>
                <a:lnTo>
                  <a:pt x="102387" y="161935"/>
                </a:lnTo>
                <a:lnTo>
                  <a:pt x="102387" y="205979"/>
                </a:lnTo>
                <a:close/>
              </a:path>
            </a:pathLst>
          </a:custGeom>
          <a:solidFill>
            <a:srgbClr val="002855"/>
          </a:solidFill>
        </p:spPr>
        <p:txBody>
          <a:bodyPr/>
          <a:lstStyle/>
          <a:p>
            <a:endParaRPr lang="en-US"/>
          </a:p>
        </p:txBody>
      </p:sp>
      <p:sp>
        <p:nvSpPr>
          <p:cNvPr id="314" name="TextBox 313">
            <a:extLst>
              <a:ext uri="{FF2B5EF4-FFF2-40B4-BE49-F238E27FC236}">
                <a16:creationId xmlns:a16="http://schemas.microsoft.com/office/drawing/2014/main" id="{ADF3E2A5-8F2A-264F-697B-2B03433CA3D8}"/>
              </a:ext>
            </a:extLst>
          </p:cNvPr>
          <p:cNvSpPr txBox="1"/>
          <p:nvPr/>
        </p:nvSpPr>
        <p:spPr>
          <a:xfrm>
            <a:off x="1816165" y="1148492"/>
            <a:ext cx="787400" cy="215900"/>
          </a:xfrm>
          <a:prstGeom prst="rect">
            <a:avLst/>
          </a:prstGeom>
        </p:spPr>
        <p:txBody>
          <a:bodyPr wrap="none" lIns="0" tIns="0" rIns="0" bIns="0" anchor="t"/>
          <a:lstStyle/>
          <a:p>
            <a:r>
              <a:rPr lang="en-US" sz="1200">
                <a:solidFill>
                  <a:srgbClr val="000000"/>
                </a:solidFill>
                <a:latin typeface="Arial" panose="020B0604020202020204" pitchFamily="34" charset="0"/>
              </a:rPr>
              <a:t>Directories</a:t>
            </a:r>
          </a:p>
        </p:txBody>
      </p:sp>
      <p:sp>
        <p:nvSpPr>
          <p:cNvPr id="315" name="Freeform 314">
            <a:extLst>
              <a:ext uri="{FF2B5EF4-FFF2-40B4-BE49-F238E27FC236}">
                <a16:creationId xmlns:a16="http://schemas.microsoft.com/office/drawing/2014/main" id="{05FC5A50-1411-843D-023F-DBA5BAB81E8E}"/>
              </a:ext>
            </a:extLst>
          </p:cNvPr>
          <p:cNvSpPr/>
          <p:nvPr/>
        </p:nvSpPr>
        <p:spPr>
          <a:xfrm>
            <a:off x="275482" y="1500111"/>
            <a:ext cx="247637" cy="200018"/>
          </a:xfrm>
          <a:custGeom>
            <a:avLst/>
            <a:gdLst/>
            <a:ahLst/>
            <a:cxnLst/>
            <a:rect l="l" t="t" r="r" b="b"/>
            <a:pathLst>
              <a:path w="247637" h="200018">
                <a:moveTo>
                  <a:pt x="57146" y="180975"/>
                </a:moveTo>
                <a:cubicBezTo>
                  <a:pt x="73123" y="180975"/>
                  <a:pt x="86801" y="171120"/>
                  <a:pt x="92452" y="157163"/>
                </a:cubicBezTo>
                <a:lnTo>
                  <a:pt x="228596" y="157163"/>
                </a:lnTo>
                <a:lnTo>
                  <a:pt x="228596" y="128588"/>
                </a:lnTo>
                <a:lnTo>
                  <a:pt x="92452" y="128588"/>
                </a:lnTo>
                <a:cubicBezTo>
                  <a:pt x="86801" y="114630"/>
                  <a:pt x="73123" y="104775"/>
                  <a:pt x="57146" y="104775"/>
                </a:cubicBezTo>
                <a:cubicBezTo>
                  <a:pt x="43049" y="104775"/>
                  <a:pt x="30781" y="112446"/>
                  <a:pt x="24190" y="123825"/>
                </a:cubicBezTo>
                <a:lnTo>
                  <a:pt x="57146" y="123825"/>
                </a:lnTo>
                <a:lnTo>
                  <a:pt x="57146" y="161925"/>
                </a:lnTo>
                <a:lnTo>
                  <a:pt x="24190" y="161925"/>
                </a:lnTo>
                <a:cubicBezTo>
                  <a:pt x="30781" y="173304"/>
                  <a:pt x="43049" y="180975"/>
                  <a:pt x="57146" y="180975"/>
                </a:cubicBezTo>
                <a:close/>
                <a:moveTo>
                  <a:pt x="56220" y="200018"/>
                </a:moveTo>
                <a:lnTo>
                  <a:pt x="56220" y="200018"/>
                </a:lnTo>
                <a:cubicBezTo>
                  <a:pt x="25308" y="199526"/>
                  <a:pt x="352" y="174484"/>
                  <a:pt x="0" y="143538"/>
                </a:cubicBezTo>
                <a:lnTo>
                  <a:pt x="0" y="143538"/>
                </a:lnTo>
                <a:lnTo>
                  <a:pt x="0" y="142211"/>
                </a:lnTo>
                <a:lnTo>
                  <a:pt x="0" y="142211"/>
                </a:lnTo>
                <a:cubicBezTo>
                  <a:pt x="356" y="110958"/>
                  <a:pt x="25808" y="85725"/>
                  <a:pt x="57146" y="85725"/>
                </a:cubicBezTo>
                <a:cubicBezTo>
                  <a:pt x="76260" y="85725"/>
                  <a:pt x="93125" y="95136"/>
                  <a:pt x="103501" y="109538"/>
                </a:cubicBezTo>
                <a:lnTo>
                  <a:pt x="247637" y="109538"/>
                </a:lnTo>
                <a:lnTo>
                  <a:pt x="247637" y="176213"/>
                </a:lnTo>
                <a:lnTo>
                  <a:pt x="103501" y="176213"/>
                </a:lnTo>
                <a:cubicBezTo>
                  <a:pt x="93293" y="190382"/>
                  <a:pt x="76803" y="199719"/>
                  <a:pt x="58072" y="200018"/>
                </a:cubicBezTo>
                <a:close/>
                <a:moveTo>
                  <a:pt x="118259" y="47625"/>
                </a:moveTo>
                <a:lnTo>
                  <a:pt x="118259" y="19050"/>
                </a:lnTo>
                <a:lnTo>
                  <a:pt x="19046" y="19050"/>
                </a:lnTo>
                <a:lnTo>
                  <a:pt x="19046" y="47625"/>
                </a:lnTo>
                <a:close/>
                <a:moveTo>
                  <a:pt x="0" y="66675"/>
                </a:moveTo>
                <a:lnTo>
                  <a:pt x="0" y="0"/>
                </a:lnTo>
                <a:lnTo>
                  <a:pt x="137309" y="0"/>
                </a:lnTo>
                <a:lnTo>
                  <a:pt x="137309" y="23813"/>
                </a:lnTo>
                <a:lnTo>
                  <a:pt x="200021" y="23813"/>
                </a:lnTo>
                <a:lnTo>
                  <a:pt x="214309" y="14288"/>
                </a:lnTo>
                <a:lnTo>
                  <a:pt x="247637" y="23810"/>
                </a:lnTo>
                <a:lnTo>
                  <a:pt x="247637" y="23810"/>
                </a:lnTo>
                <a:lnTo>
                  <a:pt x="247637" y="42865"/>
                </a:lnTo>
                <a:lnTo>
                  <a:pt x="247637" y="42865"/>
                </a:lnTo>
                <a:lnTo>
                  <a:pt x="214309" y="52388"/>
                </a:lnTo>
                <a:lnTo>
                  <a:pt x="200021" y="42863"/>
                </a:lnTo>
                <a:lnTo>
                  <a:pt x="137309" y="42863"/>
                </a:lnTo>
                <a:lnTo>
                  <a:pt x="137309" y="66675"/>
                </a:lnTo>
                <a:close/>
              </a:path>
            </a:pathLst>
          </a:custGeom>
          <a:solidFill>
            <a:srgbClr val="002855"/>
          </a:solidFill>
        </p:spPr>
        <p:txBody>
          <a:bodyPr/>
          <a:lstStyle/>
          <a:p>
            <a:endParaRPr lang="en-US"/>
          </a:p>
        </p:txBody>
      </p:sp>
      <p:sp>
        <p:nvSpPr>
          <p:cNvPr id="316" name="TextBox 315">
            <a:extLst>
              <a:ext uri="{FF2B5EF4-FFF2-40B4-BE49-F238E27FC236}">
                <a16:creationId xmlns:a16="http://schemas.microsoft.com/office/drawing/2014/main" id="{31377704-CDBA-7818-F2D2-34FDB58FDDE6}"/>
              </a:ext>
            </a:extLst>
          </p:cNvPr>
          <p:cNvSpPr txBox="1"/>
          <p:nvPr/>
        </p:nvSpPr>
        <p:spPr>
          <a:xfrm>
            <a:off x="589293" y="1496668"/>
            <a:ext cx="1219200" cy="215900"/>
          </a:xfrm>
          <a:prstGeom prst="rect">
            <a:avLst/>
          </a:prstGeom>
        </p:spPr>
        <p:txBody>
          <a:bodyPr wrap="none" lIns="0" tIns="0" rIns="0" bIns="0" anchor="t"/>
          <a:lstStyle/>
          <a:p>
            <a:r>
              <a:rPr lang="en-US" sz="1200">
                <a:solidFill>
                  <a:srgbClr val="000000"/>
                </a:solidFill>
                <a:latin typeface="Arial" panose="020B0604020202020204" pitchFamily="34" charset="0"/>
              </a:rPr>
              <a:t>Secrets manager</a:t>
            </a:r>
          </a:p>
        </p:txBody>
      </p:sp>
      <p:sp>
        <p:nvSpPr>
          <p:cNvPr id="317" name="Freeform 316">
            <a:extLst>
              <a:ext uri="{FF2B5EF4-FFF2-40B4-BE49-F238E27FC236}">
                <a16:creationId xmlns:a16="http://schemas.microsoft.com/office/drawing/2014/main" id="{772B8F7E-59FB-024D-928F-DC43D6ADD417}"/>
              </a:ext>
            </a:extLst>
          </p:cNvPr>
          <p:cNvSpPr/>
          <p:nvPr/>
        </p:nvSpPr>
        <p:spPr>
          <a:xfrm>
            <a:off x="1956759" y="1504879"/>
            <a:ext cx="266700" cy="190487"/>
          </a:xfrm>
          <a:custGeom>
            <a:avLst/>
            <a:gdLst/>
            <a:ahLst/>
            <a:cxnLst/>
            <a:rect l="l" t="t" r="r" b="b"/>
            <a:pathLst>
              <a:path w="266700" h="190487">
                <a:moveTo>
                  <a:pt x="133350" y="142875"/>
                </a:moveTo>
                <a:lnTo>
                  <a:pt x="133350" y="123825"/>
                </a:lnTo>
                <a:lnTo>
                  <a:pt x="228600" y="123825"/>
                </a:lnTo>
                <a:lnTo>
                  <a:pt x="228600" y="142875"/>
                </a:lnTo>
                <a:close/>
                <a:moveTo>
                  <a:pt x="133350" y="104775"/>
                </a:moveTo>
                <a:lnTo>
                  <a:pt x="133350" y="85725"/>
                </a:lnTo>
                <a:lnTo>
                  <a:pt x="228600" y="85725"/>
                </a:lnTo>
                <a:lnTo>
                  <a:pt x="228600" y="104775"/>
                </a:lnTo>
                <a:close/>
                <a:moveTo>
                  <a:pt x="76200" y="100012"/>
                </a:moveTo>
                <a:cubicBezTo>
                  <a:pt x="83223" y="100012"/>
                  <a:pt x="89306" y="96152"/>
                  <a:pt x="92608" y="90487"/>
                </a:cubicBezTo>
                <a:cubicBezTo>
                  <a:pt x="94246" y="87668"/>
                  <a:pt x="95250" y="84442"/>
                  <a:pt x="95250" y="80962"/>
                </a:cubicBezTo>
                <a:cubicBezTo>
                  <a:pt x="95250" y="70447"/>
                  <a:pt x="86715" y="61912"/>
                  <a:pt x="76200" y="61912"/>
                </a:cubicBezTo>
                <a:cubicBezTo>
                  <a:pt x="65697" y="61912"/>
                  <a:pt x="57150" y="70447"/>
                  <a:pt x="57150" y="80962"/>
                </a:cubicBezTo>
                <a:cubicBezTo>
                  <a:pt x="57150" y="84442"/>
                  <a:pt x="58166" y="87668"/>
                  <a:pt x="59804" y="90487"/>
                </a:cubicBezTo>
                <a:cubicBezTo>
                  <a:pt x="63106" y="96152"/>
                  <a:pt x="69189" y="100012"/>
                  <a:pt x="76200" y="100012"/>
                </a:cubicBezTo>
                <a:close/>
                <a:moveTo>
                  <a:pt x="133350" y="66675"/>
                </a:moveTo>
                <a:lnTo>
                  <a:pt x="133350" y="47625"/>
                </a:lnTo>
                <a:lnTo>
                  <a:pt x="228600" y="47625"/>
                </a:lnTo>
                <a:lnTo>
                  <a:pt x="228600" y="66675"/>
                </a:lnTo>
                <a:close/>
                <a:moveTo>
                  <a:pt x="47625" y="147637"/>
                </a:moveTo>
                <a:lnTo>
                  <a:pt x="47625" y="106096"/>
                </a:lnTo>
                <a:cubicBezTo>
                  <a:pt x="41719" y="99390"/>
                  <a:pt x="38100" y="90602"/>
                  <a:pt x="38100" y="80962"/>
                </a:cubicBezTo>
                <a:cubicBezTo>
                  <a:pt x="38100" y="59919"/>
                  <a:pt x="55169" y="42862"/>
                  <a:pt x="76200" y="42862"/>
                </a:cubicBezTo>
                <a:cubicBezTo>
                  <a:pt x="97244" y="42862"/>
                  <a:pt x="114300" y="59919"/>
                  <a:pt x="114300" y="80962"/>
                </a:cubicBezTo>
                <a:cubicBezTo>
                  <a:pt x="114300" y="90602"/>
                  <a:pt x="110693" y="99390"/>
                  <a:pt x="104775" y="106096"/>
                </a:cubicBezTo>
                <a:lnTo>
                  <a:pt x="104775" y="147637"/>
                </a:lnTo>
                <a:lnTo>
                  <a:pt x="76200" y="128587"/>
                </a:lnTo>
                <a:lnTo>
                  <a:pt x="47625" y="147637"/>
                </a:lnTo>
                <a:close/>
                <a:moveTo>
                  <a:pt x="247650" y="171450"/>
                </a:moveTo>
                <a:lnTo>
                  <a:pt x="247650" y="19050"/>
                </a:lnTo>
                <a:lnTo>
                  <a:pt x="19050" y="19050"/>
                </a:lnTo>
                <a:lnTo>
                  <a:pt x="19050" y="171450"/>
                </a:lnTo>
                <a:close/>
                <a:moveTo>
                  <a:pt x="0" y="190487"/>
                </a:moveTo>
                <a:lnTo>
                  <a:pt x="0" y="0"/>
                </a:lnTo>
                <a:lnTo>
                  <a:pt x="266700" y="0"/>
                </a:lnTo>
                <a:lnTo>
                  <a:pt x="266700" y="190487"/>
                </a:lnTo>
                <a:close/>
              </a:path>
            </a:pathLst>
          </a:custGeom>
          <a:solidFill>
            <a:srgbClr val="002855"/>
          </a:solidFill>
        </p:spPr>
        <p:txBody>
          <a:bodyPr/>
          <a:lstStyle/>
          <a:p>
            <a:endParaRPr lang="en-US"/>
          </a:p>
        </p:txBody>
      </p:sp>
      <p:sp>
        <p:nvSpPr>
          <p:cNvPr id="318" name="TextBox 317">
            <a:extLst>
              <a:ext uri="{FF2B5EF4-FFF2-40B4-BE49-F238E27FC236}">
                <a16:creationId xmlns:a16="http://schemas.microsoft.com/office/drawing/2014/main" id="{BF72496B-CA6D-2426-01B2-23A8258C0910}"/>
              </a:ext>
            </a:extLst>
          </p:cNvPr>
          <p:cNvSpPr txBox="1"/>
          <p:nvPr/>
        </p:nvSpPr>
        <p:spPr>
          <a:xfrm>
            <a:off x="2325065" y="1496670"/>
            <a:ext cx="241300" cy="215900"/>
          </a:xfrm>
          <a:prstGeom prst="rect">
            <a:avLst/>
          </a:prstGeom>
        </p:spPr>
        <p:txBody>
          <a:bodyPr wrap="none" lIns="0" tIns="0" rIns="0" bIns="0" anchor="t"/>
          <a:lstStyle/>
          <a:p>
            <a:r>
              <a:rPr lang="en-US" sz="1200">
                <a:solidFill>
                  <a:srgbClr val="000000"/>
                </a:solidFill>
                <a:latin typeface="Arial" panose="020B0604020202020204" pitchFamily="34" charset="0"/>
              </a:rPr>
              <a:t>PKI</a:t>
            </a:r>
          </a:p>
        </p:txBody>
      </p:sp>
      <p:sp>
        <p:nvSpPr>
          <p:cNvPr id="319" name="TextBox 318">
            <a:extLst>
              <a:ext uri="{FF2B5EF4-FFF2-40B4-BE49-F238E27FC236}">
                <a16:creationId xmlns:a16="http://schemas.microsoft.com/office/drawing/2014/main" id="{41E857CB-D8A8-A2A3-DEA8-813BA932F13E}"/>
              </a:ext>
            </a:extLst>
          </p:cNvPr>
          <p:cNvSpPr txBox="1"/>
          <p:nvPr/>
        </p:nvSpPr>
        <p:spPr>
          <a:xfrm>
            <a:off x="2985717" y="1102931"/>
            <a:ext cx="562655" cy="369332"/>
          </a:xfrm>
          <a:prstGeom prst="rect">
            <a:avLst/>
          </a:prstGeom>
        </p:spPr>
        <p:txBody>
          <a:bodyPr wrap="none" lIns="0" tIns="0" rIns="0" bIns="0" anchor="t">
            <a:spAutoFit/>
          </a:bodyPr>
          <a:lstStyle/>
          <a:p>
            <a:r>
              <a:rPr lang="en-US" sz="1200">
                <a:solidFill>
                  <a:srgbClr val="000000"/>
                </a:solidFill>
                <a:latin typeface="Arial" panose="020B0604020202020204" pitchFamily="34" charset="0"/>
              </a:rPr>
              <a:t>Token </a:t>
            </a:r>
            <a:br>
              <a:rPr lang="en-US" sz="1200">
                <a:solidFill>
                  <a:srgbClr val="000000"/>
                </a:solidFill>
                <a:latin typeface="Arial" panose="020B0604020202020204" pitchFamily="34" charset="0"/>
              </a:rPr>
            </a:br>
            <a:r>
              <a:rPr lang="en-US" sz="1200">
                <a:solidFill>
                  <a:srgbClr val="000000"/>
                </a:solidFill>
                <a:latin typeface="Arial" panose="020B0604020202020204" pitchFamily="34" charset="0"/>
              </a:rPr>
              <a:t>services</a:t>
            </a:r>
          </a:p>
        </p:txBody>
      </p:sp>
      <p:sp>
        <p:nvSpPr>
          <p:cNvPr id="320" name="Freeform 319">
            <a:extLst>
              <a:ext uri="{FF2B5EF4-FFF2-40B4-BE49-F238E27FC236}">
                <a16:creationId xmlns:a16="http://schemas.microsoft.com/office/drawing/2014/main" id="{6C702D7F-28F1-B3B9-8324-15850EDB5D00}"/>
              </a:ext>
            </a:extLst>
          </p:cNvPr>
          <p:cNvSpPr/>
          <p:nvPr/>
        </p:nvSpPr>
        <p:spPr>
          <a:xfrm>
            <a:off x="2695780" y="1120900"/>
            <a:ext cx="208178" cy="262090"/>
          </a:xfrm>
          <a:custGeom>
            <a:avLst/>
            <a:gdLst/>
            <a:ahLst/>
            <a:cxnLst/>
            <a:rect l="l" t="t" r="r" b="b"/>
            <a:pathLst>
              <a:path w="208178" h="262090">
                <a:moveTo>
                  <a:pt x="161239" y="233210"/>
                </a:moveTo>
                <a:lnTo>
                  <a:pt x="161239" y="171323"/>
                </a:lnTo>
                <a:cubicBezTo>
                  <a:pt x="144830" y="183706"/>
                  <a:pt x="125006" y="190500"/>
                  <a:pt x="104089" y="190500"/>
                </a:cubicBezTo>
                <a:cubicBezTo>
                  <a:pt x="83172" y="190500"/>
                  <a:pt x="63347" y="183706"/>
                  <a:pt x="46939" y="171323"/>
                </a:cubicBezTo>
                <a:lnTo>
                  <a:pt x="46939" y="233210"/>
                </a:lnTo>
                <a:lnTo>
                  <a:pt x="104089" y="208712"/>
                </a:lnTo>
                <a:lnTo>
                  <a:pt x="161239" y="233210"/>
                </a:lnTo>
                <a:close/>
                <a:moveTo>
                  <a:pt x="104089" y="171450"/>
                </a:moveTo>
                <a:cubicBezTo>
                  <a:pt x="124434" y="171450"/>
                  <a:pt x="143573" y="163525"/>
                  <a:pt x="157975" y="149124"/>
                </a:cubicBezTo>
                <a:cubicBezTo>
                  <a:pt x="187680" y="119418"/>
                  <a:pt x="187680" y="71082"/>
                  <a:pt x="157975" y="41364"/>
                </a:cubicBezTo>
                <a:cubicBezTo>
                  <a:pt x="143573" y="26975"/>
                  <a:pt x="124434" y="19050"/>
                  <a:pt x="104089" y="19050"/>
                </a:cubicBezTo>
                <a:cubicBezTo>
                  <a:pt x="83744" y="19050"/>
                  <a:pt x="64605" y="26975"/>
                  <a:pt x="50203" y="41364"/>
                </a:cubicBezTo>
                <a:cubicBezTo>
                  <a:pt x="20498" y="71082"/>
                  <a:pt x="20498" y="119418"/>
                  <a:pt x="50203" y="149124"/>
                </a:cubicBezTo>
                <a:cubicBezTo>
                  <a:pt x="64605" y="163525"/>
                  <a:pt x="83744" y="171450"/>
                  <a:pt x="104089" y="171450"/>
                </a:cubicBezTo>
                <a:close/>
                <a:moveTo>
                  <a:pt x="27889" y="262090"/>
                </a:moveTo>
                <a:lnTo>
                  <a:pt x="27889" y="152209"/>
                </a:lnTo>
                <a:cubicBezTo>
                  <a:pt x="0" y="114935"/>
                  <a:pt x="2870" y="61760"/>
                  <a:pt x="36741" y="27902"/>
                </a:cubicBezTo>
                <a:cubicBezTo>
                  <a:pt x="54724" y="9906"/>
                  <a:pt x="78651" y="0"/>
                  <a:pt x="104089" y="0"/>
                </a:cubicBezTo>
                <a:cubicBezTo>
                  <a:pt x="129527" y="0"/>
                  <a:pt x="153454" y="9906"/>
                  <a:pt x="171450" y="27902"/>
                </a:cubicBezTo>
                <a:cubicBezTo>
                  <a:pt x="205308" y="61760"/>
                  <a:pt x="208178" y="114935"/>
                  <a:pt x="180289" y="152209"/>
                </a:cubicBezTo>
                <a:lnTo>
                  <a:pt x="180289" y="262090"/>
                </a:lnTo>
                <a:lnTo>
                  <a:pt x="104089" y="229438"/>
                </a:lnTo>
                <a:lnTo>
                  <a:pt x="27889" y="262090"/>
                </a:lnTo>
                <a:close/>
              </a:path>
            </a:pathLst>
          </a:custGeom>
          <a:solidFill>
            <a:srgbClr val="002855"/>
          </a:solidFill>
        </p:spPr>
        <p:txBody>
          <a:bodyPr/>
          <a:lstStyle/>
          <a:p>
            <a:endParaRPr lang="en-US"/>
          </a:p>
        </p:txBody>
      </p:sp>
      <p:sp>
        <p:nvSpPr>
          <p:cNvPr id="327" name="TextBox 326">
            <a:extLst>
              <a:ext uri="{FF2B5EF4-FFF2-40B4-BE49-F238E27FC236}">
                <a16:creationId xmlns:a16="http://schemas.microsoft.com/office/drawing/2014/main" id="{F1BFF848-6E35-D206-975D-D79D9C6B97CC}"/>
              </a:ext>
            </a:extLst>
          </p:cNvPr>
          <p:cNvSpPr txBox="1"/>
          <p:nvPr/>
        </p:nvSpPr>
        <p:spPr>
          <a:xfrm>
            <a:off x="245393" y="2681202"/>
            <a:ext cx="838200" cy="381000"/>
          </a:xfrm>
          <a:prstGeom prst="rect">
            <a:avLst/>
          </a:prstGeom>
        </p:spPr>
        <p:txBody>
          <a:bodyPr lIns="0" tIns="0" rIns="0" bIns="0" anchor="t"/>
          <a:lstStyle/>
          <a:p>
            <a:pPr marL="0" indent="0" algn="l">
              <a:lnSpc>
                <a:spcPts val="1500"/>
              </a:lnSpc>
            </a:pPr>
            <a:r>
              <a:rPr lang="en-US" sz="1200" b="1">
                <a:solidFill>
                  <a:srgbClr val="000000"/>
                </a:solidFill>
                <a:latin typeface="Arial" panose="020B0604020202020204" pitchFamily="34" charset="0"/>
              </a:rPr>
              <a:t>Users (API Providers)</a:t>
            </a:r>
          </a:p>
        </p:txBody>
      </p:sp>
      <p:grpSp>
        <p:nvGrpSpPr>
          <p:cNvPr id="328" name="Group 327">
            <a:extLst>
              <a:ext uri="{FF2B5EF4-FFF2-40B4-BE49-F238E27FC236}">
                <a16:creationId xmlns:a16="http://schemas.microsoft.com/office/drawing/2014/main" id="{FEF9ADA3-4135-B66C-9166-3B1AF8BA343C}"/>
              </a:ext>
            </a:extLst>
          </p:cNvPr>
          <p:cNvGrpSpPr/>
          <p:nvPr/>
        </p:nvGrpSpPr>
        <p:grpSpPr>
          <a:xfrm>
            <a:off x="410281" y="2104424"/>
            <a:ext cx="512272" cy="486655"/>
            <a:chOff x="449054" y="2175569"/>
            <a:chExt cx="512272" cy="486655"/>
          </a:xfrm>
        </p:grpSpPr>
        <p:sp>
          <p:nvSpPr>
            <p:cNvPr id="329" name="Freeform 44">
              <a:extLst>
                <a:ext uri="{FF2B5EF4-FFF2-40B4-BE49-F238E27FC236}">
                  <a16:creationId xmlns:a16="http://schemas.microsoft.com/office/drawing/2014/main" id="{98DBC683-F588-D8AE-8D80-3F90E7D74D63}"/>
                </a:ext>
              </a:extLst>
            </p:cNvPr>
            <p:cNvSpPr/>
            <p:nvPr/>
          </p:nvSpPr>
          <p:spPr>
            <a:xfrm>
              <a:off x="616470" y="2355051"/>
              <a:ext cx="177403" cy="48736"/>
            </a:xfrm>
            <a:custGeom>
              <a:avLst/>
              <a:gdLst/>
              <a:ahLst/>
              <a:cxnLst/>
              <a:rect l="l" t="t" r="r" b="b"/>
              <a:pathLst>
                <a:path w="177403" h="48736">
                  <a:moveTo>
                    <a:pt x="133784" y="48736"/>
                  </a:moveTo>
                  <a:lnTo>
                    <a:pt x="111175" y="165"/>
                  </a:lnTo>
                  <a:lnTo>
                    <a:pt x="172351" y="165"/>
                  </a:lnTo>
                  <a:lnTo>
                    <a:pt x="177403" y="17718"/>
                  </a:lnTo>
                  <a:lnTo>
                    <a:pt x="177403" y="17718"/>
                  </a:lnTo>
                  <a:cubicBezTo>
                    <a:pt x="165506" y="31122"/>
                    <a:pt x="150618" y="41811"/>
                    <a:pt x="133784" y="48736"/>
                  </a:cubicBezTo>
                  <a:close/>
                  <a:moveTo>
                    <a:pt x="43577" y="48710"/>
                  </a:moveTo>
                  <a:cubicBezTo>
                    <a:pt x="26758" y="41779"/>
                    <a:pt x="11884" y="31089"/>
                    <a:pt x="0" y="17688"/>
                  </a:cubicBezTo>
                  <a:lnTo>
                    <a:pt x="0" y="17688"/>
                  </a:lnTo>
                  <a:lnTo>
                    <a:pt x="5092" y="0"/>
                  </a:lnTo>
                  <a:lnTo>
                    <a:pt x="66255" y="0"/>
                  </a:lnTo>
                  <a:lnTo>
                    <a:pt x="43577" y="48710"/>
                  </a:lnTo>
                  <a:close/>
                </a:path>
              </a:pathLst>
            </a:custGeom>
            <a:noFill/>
            <a:ln w="12700" cap="sq">
              <a:solidFill>
                <a:srgbClr val="002856"/>
              </a:solidFill>
            </a:ln>
          </p:spPr>
          <p:txBody>
            <a:bodyPr/>
            <a:lstStyle/>
            <a:p>
              <a:endParaRPr lang="en-US"/>
            </a:p>
          </p:txBody>
        </p:sp>
        <p:sp>
          <p:nvSpPr>
            <p:cNvPr id="330" name="Freeform 45">
              <a:extLst>
                <a:ext uri="{FF2B5EF4-FFF2-40B4-BE49-F238E27FC236}">
                  <a16:creationId xmlns:a16="http://schemas.microsoft.com/office/drawing/2014/main" id="{50308181-DC9D-9CC4-ED2F-823F39F5AFCF}"/>
                </a:ext>
              </a:extLst>
            </p:cNvPr>
            <p:cNvSpPr/>
            <p:nvPr/>
          </p:nvSpPr>
          <p:spPr>
            <a:xfrm>
              <a:off x="682918" y="2323484"/>
              <a:ext cx="44501" cy="86093"/>
            </a:xfrm>
            <a:custGeom>
              <a:avLst/>
              <a:gdLst/>
              <a:ahLst/>
              <a:cxnLst/>
              <a:rect l="l" t="t" r="r" b="b"/>
              <a:pathLst>
                <a:path w="44501" h="86093">
                  <a:moveTo>
                    <a:pt x="44501" y="0"/>
                  </a:moveTo>
                  <a:lnTo>
                    <a:pt x="0" y="0"/>
                  </a:lnTo>
                  <a:lnTo>
                    <a:pt x="0" y="31737"/>
                  </a:lnTo>
                  <a:lnTo>
                    <a:pt x="22263" y="86093"/>
                  </a:lnTo>
                  <a:lnTo>
                    <a:pt x="44501" y="31737"/>
                  </a:lnTo>
                  <a:close/>
                </a:path>
              </a:pathLst>
            </a:custGeom>
            <a:solidFill>
              <a:srgbClr val="D1DDEA"/>
            </a:solidFill>
          </p:spPr>
          <p:txBody>
            <a:bodyPr/>
            <a:lstStyle/>
            <a:p>
              <a:endParaRPr lang="en-US"/>
            </a:p>
          </p:txBody>
        </p:sp>
        <p:sp>
          <p:nvSpPr>
            <p:cNvPr id="331" name="Freeform 46">
              <a:extLst>
                <a:ext uri="{FF2B5EF4-FFF2-40B4-BE49-F238E27FC236}">
                  <a16:creationId xmlns:a16="http://schemas.microsoft.com/office/drawing/2014/main" id="{091A19CB-47BC-BD00-530C-3B979259598A}"/>
                </a:ext>
              </a:extLst>
            </p:cNvPr>
            <p:cNvSpPr/>
            <p:nvPr/>
          </p:nvSpPr>
          <p:spPr>
            <a:xfrm>
              <a:off x="682918" y="2323484"/>
              <a:ext cx="44501" cy="86093"/>
            </a:xfrm>
            <a:custGeom>
              <a:avLst/>
              <a:gdLst/>
              <a:ahLst/>
              <a:cxnLst/>
              <a:rect l="l" t="t" r="r" b="b"/>
              <a:pathLst>
                <a:path w="44501" h="86093">
                  <a:moveTo>
                    <a:pt x="44501" y="0"/>
                  </a:moveTo>
                  <a:lnTo>
                    <a:pt x="0" y="0"/>
                  </a:lnTo>
                  <a:lnTo>
                    <a:pt x="0" y="31737"/>
                  </a:lnTo>
                  <a:lnTo>
                    <a:pt x="22263" y="86093"/>
                  </a:lnTo>
                  <a:lnTo>
                    <a:pt x="44501" y="31737"/>
                  </a:lnTo>
                  <a:lnTo>
                    <a:pt x="44501" y="0"/>
                  </a:lnTo>
                  <a:close/>
                </a:path>
              </a:pathLst>
            </a:custGeom>
            <a:noFill/>
            <a:ln w="12700" cap="sq">
              <a:solidFill>
                <a:srgbClr val="002856"/>
              </a:solidFill>
            </a:ln>
          </p:spPr>
          <p:txBody>
            <a:bodyPr/>
            <a:lstStyle/>
            <a:p>
              <a:endParaRPr lang="en-US"/>
            </a:p>
          </p:txBody>
        </p:sp>
        <p:sp>
          <p:nvSpPr>
            <p:cNvPr id="332" name="Freeform 47">
              <a:extLst>
                <a:ext uri="{FF2B5EF4-FFF2-40B4-BE49-F238E27FC236}">
                  <a16:creationId xmlns:a16="http://schemas.microsoft.com/office/drawing/2014/main" id="{7CF716DF-4830-071E-3CF1-595B18BCEAF7}"/>
                </a:ext>
              </a:extLst>
            </p:cNvPr>
            <p:cNvSpPr/>
            <p:nvPr/>
          </p:nvSpPr>
          <p:spPr>
            <a:xfrm>
              <a:off x="649898" y="2218950"/>
              <a:ext cx="110579" cy="110579"/>
            </a:xfrm>
            <a:custGeom>
              <a:avLst/>
              <a:gdLst/>
              <a:ahLst/>
              <a:cxnLst/>
              <a:rect l="l" t="t" r="r" b="b"/>
              <a:pathLst>
                <a:path w="110579" h="110579">
                  <a:moveTo>
                    <a:pt x="110579" y="55283"/>
                  </a:moveTo>
                  <a:cubicBezTo>
                    <a:pt x="110579" y="24740"/>
                    <a:pt x="85827" y="0"/>
                    <a:pt x="55283" y="0"/>
                  </a:cubicBezTo>
                  <a:cubicBezTo>
                    <a:pt x="24753" y="0"/>
                    <a:pt x="0" y="24740"/>
                    <a:pt x="0" y="55283"/>
                  </a:cubicBezTo>
                  <a:cubicBezTo>
                    <a:pt x="0" y="85827"/>
                    <a:pt x="24753" y="110579"/>
                    <a:pt x="55283" y="110579"/>
                  </a:cubicBezTo>
                  <a:cubicBezTo>
                    <a:pt x="85827" y="110579"/>
                    <a:pt x="110579" y="85827"/>
                    <a:pt x="110579" y="55283"/>
                  </a:cubicBezTo>
                </a:path>
              </a:pathLst>
            </a:custGeom>
            <a:solidFill>
              <a:srgbClr val="D1DDEA"/>
            </a:solidFill>
          </p:spPr>
          <p:txBody>
            <a:bodyPr/>
            <a:lstStyle/>
            <a:p>
              <a:endParaRPr lang="en-US"/>
            </a:p>
          </p:txBody>
        </p:sp>
        <p:sp>
          <p:nvSpPr>
            <p:cNvPr id="333" name="Freeform 48">
              <a:extLst>
                <a:ext uri="{FF2B5EF4-FFF2-40B4-BE49-F238E27FC236}">
                  <a16:creationId xmlns:a16="http://schemas.microsoft.com/office/drawing/2014/main" id="{2FD24B07-B0FA-B66E-6E2D-2CF85FF94571}"/>
                </a:ext>
              </a:extLst>
            </p:cNvPr>
            <p:cNvSpPr/>
            <p:nvPr/>
          </p:nvSpPr>
          <p:spPr>
            <a:xfrm>
              <a:off x="649898" y="2218950"/>
              <a:ext cx="110579" cy="110579"/>
            </a:xfrm>
            <a:custGeom>
              <a:avLst/>
              <a:gdLst/>
              <a:ahLst/>
              <a:cxnLst/>
              <a:rect l="l" t="t" r="r" b="b"/>
              <a:pathLst>
                <a:path w="110579" h="110579">
                  <a:moveTo>
                    <a:pt x="110579" y="55283"/>
                  </a:moveTo>
                  <a:cubicBezTo>
                    <a:pt x="110579" y="24740"/>
                    <a:pt x="85827" y="0"/>
                    <a:pt x="55283" y="0"/>
                  </a:cubicBezTo>
                  <a:cubicBezTo>
                    <a:pt x="24753" y="0"/>
                    <a:pt x="0" y="24740"/>
                    <a:pt x="0" y="55283"/>
                  </a:cubicBezTo>
                  <a:cubicBezTo>
                    <a:pt x="0" y="85827"/>
                    <a:pt x="24753" y="110579"/>
                    <a:pt x="55283" y="110579"/>
                  </a:cubicBezTo>
                  <a:cubicBezTo>
                    <a:pt x="85827" y="110579"/>
                    <a:pt x="110579" y="85827"/>
                    <a:pt x="110579" y="55283"/>
                  </a:cubicBezTo>
                  <a:close/>
                </a:path>
              </a:pathLst>
            </a:custGeom>
            <a:noFill/>
            <a:ln w="12700" cap="sq">
              <a:solidFill>
                <a:srgbClr val="002856"/>
              </a:solidFill>
            </a:ln>
          </p:spPr>
          <p:txBody>
            <a:bodyPr/>
            <a:lstStyle/>
            <a:p>
              <a:endParaRPr lang="en-US"/>
            </a:p>
          </p:txBody>
        </p:sp>
        <p:sp>
          <p:nvSpPr>
            <p:cNvPr id="334" name="Freeform 49">
              <a:extLst>
                <a:ext uri="{FF2B5EF4-FFF2-40B4-BE49-F238E27FC236}">
                  <a16:creationId xmlns:a16="http://schemas.microsoft.com/office/drawing/2014/main" id="{5CC193E7-E9B6-ABCA-070F-C08E6531A51B}"/>
                </a:ext>
              </a:extLst>
            </p:cNvPr>
            <p:cNvSpPr/>
            <p:nvPr/>
          </p:nvSpPr>
          <p:spPr>
            <a:xfrm>
              <a:off x="679864" y="2363369"/>
              <a:ext cx="50597" cy="49288"/>
            </a:xfrm>
            <a:custGeom>
              <a:avLst/>
              <a:gdLst/>
              <a:ahLst/>
              <a:cxnLst/>
              <a:rect l="l" t="t" r="r" b="b"/>
              <a:pathLst>
                <a:path w="50597" h="49288">
                  <a:moveTo>
                    <a:pt x="25316" y="49288"/>
                  </a:moveTo>
                  <a:cubicBezTo>
                    <a:pt x="21939" y="49288"/>
                    <a:pt x="18594" y="49147"/>
                    <a:pt x="15288" y="48870"/>
                  </a:cubicBezTo>
                  <a:lnTo>
                    <a:pt x="15288" y="48870"/>
                  </a:lnTo>
                  <a:lnTo>
                    <a:pt x="0" y="0"/>
                  </a:lnTo>
                  <a:lnTo>
                    <a:pt x="7341" y="0"/>
                  </a:lnTo>
                  <a:lnTo>
                    <a:pt x="25298" y="17805"/>
                  </a:lnTo>
                  <a:lnTo>
                    <a:pt x="44895" y="0"/>
                  </a:lnTo>
                  <a:lnTo>
                    <a:pt x="50597" y="0"/>
                  </a:lnTo>
                  <a:lnTo>
                    <a:pt x="35086" y="48891"/>
                  </a:lnTo>
                  <a:lnTo>
                    <a:pt x="35086" y="48891"/>
                  </a:lnTo>
                  <a:cubicBezTo>
                    <a:pt x="31864" y="49154"/>
                    <a:pt x="28606" y="49288"/>
                    <a:pt x="25316" y="49288"/>
                  </a:cubicBezTo>
                  <a:close/>
                </a:path>
              </a:pathLst>
            </a:custGeom>
            <a:solidFill>
              <a:srgbClr val="FFFEFF"/>
            </a:solidFill>
          </p:spPr>
          <p:txBody>
            <a:bodyPr/>
            <a:lstStyle/>
            <a:p>
              <a:endParaRPr lang="en-US"/>
            </a:p>
          </p:txBody>
        </p:sp>
        <p:sp>
          <p:nvSpPr>
            <p:cNvPr id="335" name="Freeform 50">
              <a:extLst>
                <a:ext uri="{FF2B5EF4-FFF2-40B4-BE49-F238E27FC236}">
                  <a16:creationId xmlns:a16="http://schemas.microsoft.com/office/drawing/2014/main" id="{AB46A288-510D-F25E-2408-AD667E073FDF}"/>
                </a:ext>
              </a:extLst>
            </p:cNvPr>
            <p:cNvSpPr/>
            <p:nvPr/>
          </p:nvSpPr>
          <p:spPr>
            <a:xfrm>
              <a:off x="678715" y="2354815"/>
              <a:ext cx="52959" cy="26365"/>
            </a:xfrm>
            <a:custGeom>
              <a:avLst/>
              <a:gdLst/>
              <a:ahLst/>
              <a:cxnLst/>
              <a:rect l="l" t="t" r="r" b="b"/>
              <a:pathLst>
                <a:path w="52959" h="26365">
                  <a:moveTo>
                    <a:pt x="0" y="13"/>
                  </a:moveTo>
                  <a:lnTo>
                    <a:pt x="26454" y="26365"/>
                  </a:lnTo>
                  <a:lnTo>
                    <a:pt x="52959" y="0"/>
                  </a:lnTo>
                </a:path>
              </a:pathLst>
            </a:custGeom>
            <a:noFill/>
            <a:ln w="12700" cap="sq">
              <a:solidFill>
                <a:srgbClr val="002856"/>
              </a:solidFill>
            </a:ln>
          </p:spPr>
          <p:txBody>
            <a:bodyPr/>
            <a:lstStyle/>
            <a:p>
              <a:endParaRPr lang="en-US"/>
            </a:p>
          </p:txBody>
        </p:sp>
        <p:sp>
          <p:nvSpPr>
            <p:cNvPr id="336" name="Freeform 51">
              <a:extLst>
                <a:ext uri="{FF2B5EF4-FFF2-40B4-BE49-F238E27FC236}">
                  <a16:creationId xmlns:a16="http://schemas.microsoft.com/office/drawing/2014/main" id="{292E6A8F-ABEE-FB02-4221-F90F77C023E3}"/>
                </a:ext>
              </a:extLst>
            </p:cNvPr>
            <p:cNvSpPr/>
            <p:nvPr/>
          </p:nvSpPr>
          <p:spPr>
            <a:xfrm>
              <a:off x="648316" y="2218347"/>
              <a:ext cx="113729" cy="58306"/>
            </a:xfrm>
            <a:custGeom>
              <a:avLst/>
              <a:gdLst/>
              <a:ahLst/>
              <a:cxnLst/>
              <a:rect l="l" t="t" r="r" b="b"/>
              <a:pathLst>
                <a:path w="113729" h="58306">
                  <a:moveTo>
                    <a:pt x="56871" y="0"/>
                  </a:moveTo>
                  <a:cubicBezTo>
                    <a:pt x="88379" y="0"/>
                    <a:pt x="113728" y="26365"/>
                    <a:pt x="112077" y="58230"/>
                  </a:cubicBezTo>
                  <a:cubicBezTo>
                    <a:pt x="112039" y="58268"/>
                    <a:pt x="112027" y="58280"/>
                    <a:pt x="112001" y="58306"/>
                  </a:cubicBezTo>
                  <a:cubicBezTo>
                    <a:pt x="112001" y="58306"/>
                    <a:pt x="103480" y="36906"/>
                    <a:pt x="76213" y="36906"/>
                  </a:cubicBezTo>
                  <a:lnTo>
                    <a:pt x="67602" y="28118"/>
                  </a:lnTo>
                  <a:lnTo>
                    <a:pt x="60884" y="36906"/>
                  </a:lnTo>
                  <a:lnTo>
                    <a:pt x="37490" y="36906"/>
                  </a:lnTo>
                  <a:cubicBezTo>
                    <a:pt x="9957" y="36906"/>
                    <a:pt x="1740" y="58306"/>
                    <a:pt x="1740" y="58306"/>
                  </a:cubicBezTo>
                  <a:cubicBezTo>
                    <a:pt x="1702" y="58280"/>
                    <a:pt x="1689" y="58268"/>
                    <a:pt x="1664" y="58230"/>
                  </a:cubicBezTo>
                  <a:cubicBezTo>
                    <a:pt x="0" y="26365"/>
                    <a:pt x="25362" y="0"/>
                    <a:pt x="56871" y="0"/>
                  </a:cubicBezTo>
                </a:path>
              </a:pathLst>
            </a:custGeom>
            <a:solidFill>
              <a:srgbClr val="FFFEFF"/>
            </a:solidFill>
          </p:spPr>
          <p:txBody>
            <a:bodyPr/>
            <a:lstStyle/>
            <a:p>
              <a:endParaRPr lang="en-US"/>
            </a:p>
          </p:txBody>
        </p:sp>
        <p:sp>
          <p:nvSpPr>
            <p:cNvPr id="337" name="Freeform 52">
              <a:extLst>
                <a:ext uri="{FF2B5EF4-FFF2-40B4-BE49-F238E27FC236}">
                  <a16:creationId xmlns:a16="http://schemas.microsoft.com/office/drawing/2014/main" id="{54595940-B599-721C-9069-CB6FFA9B9DCC}"/>
                </a:ext>
              </a:extLst>
            </p:cNvPr>
            <p:cNvSpPr/>
            <p:nvPr/>
          </p:nvSpPr>
          <p:spPr>
            <a:xfrm>
              <a:off x="648316" y="2218347"/>
              <a:ext cx="113729" cy="58306"/>
            </a:xfrm>
            <a:custGeom>
              <a:avLst/>
              <a:gdLst/>
              <a:ahLst/>
              <a:cxnLst/>
              <a:rect l="l" t="t" r="r" b="b"/>
              <a:pathLst>
                <a:path w="113729" h="58306">
                  <a:moveTo>
                    <a:pt x="56871" y="0"/>
                  </a:moveTo>
                  <a:cubicBezTo>
                    <a:pt x="88379" y="0"/>
                    <a:pt x="113728" y="26365"/>
                    <a:pt x="112077" y="58230"/>
                  </a:cubicBezTo>
                  <a:cubicBezTo>
                    <a:pt x="112039" y="58268"/>
                    <a:pt x="112027" y="58280"/>
                    <a:pt x="112001" y="58306"/>
                  </a:cubicBezTo>
                  <a:cubicBezTo>
                    <a:pt x="112001" y="58306"/>
                    <a:pt x="103480" y="36906"/>
                    <a:pt x="76213" y="36906"/>
                  </a:cubicBezTo>
                  <a:lnTo>
                    <a:pt x="67602" y="28118"/>
                  </a:lnTo>
                  <a:lnTo>
                    <a:pt x="60884" y="36906"/>
                  </a:lnTo>
                  <a:lnTo>
                    <a:pt x="37490" y="36906"/>
                  </a:lnTo>
                  <a:cubicBezTo>
                    <a:pt x="9957" y="36906"/>
                    <a:pt x="1740" y="58306"/>
                    <a:pt x="1740" y="58306"/>
                  </a:cubicBezTo>
                  <a:cubicBezTo>
                    <a:pt x="1702" y="58280"/>
                    <a:pt x="1689" y="58268"/>
                    <a:pt x="1664" y="58230"/>
                  </a:cubicBezTo>
                  <a:cubicBezTo>
                    <a:pt x="0" y="26365"/>
                    <a:pt x="25362" y="0"/>
                    <a:pt x="56871" y="0"/>
                  </a:cubicBezTo>
                  <a:close/>
                </a:path>
              </a:pathLst>
            </a:custGeom>
            <a:noFill/>
            <a:ln w="12700" cap="sq">
              <a:solidFill>
                <a:srgbClr val="002856"/>
              </a:solidFill>
            </a:ln>
          </p:spPr>
          <p:txBody>
            <a:bodyPr/>
            <a:lstStyle/>
            <a:p>
              <a:endParaRPr lang="en-US"/>
            </a:p>
          </p:txBody>
        </p:sp>
        <p:sp>
          <p:nvSpPr>
            <p:cNvPr id="338" name="Freeform 53">
              <a:extLst>
                <a:ext uri="{FF2B5EF4-FFF2-40B4-BE49-F238E27FC236}">
                  <a16:creationId xmlns:a16="http://schemas.microsoft.com/office/drawing/2014/main" id="{83C6CF8B-10C6-F155-46CB-FCB7EBEAC757}"/>
                </a:ext>
              </a:extLst>
            </p:cNvPr>
            <p:cNvSpPr/>
            <p:nvPr/>
          </p:nvSpPr>
          <p:spPr>
            <a:xfrm>
              <a:off x="658106" y="2265252"/>
              <a:ext cx="41821" cy="23216"/>
            </a:xfrm>
            <a:custGeom>
              <a:avLst/>
              <a:gdLst/>
              <a:ahLst/>
              <a:cxnLst/>
              <a:rect l="l" t="t" r="r" b="b"/>
              <a:pathLst>
                <a:path w="41821" h="23216">
                  <a:moveTo>
                    <a:pt x="30315" y="23216"/>
                  </a:moveTo>
                  <a:lnTo>
                    <a:pt x="11494" y="23216"/>
                  </a:lnTo>
                  <a:cubicBezTo>
                    <a:pt x="5182" y="23216"/>
                    <a:pt x="0" y="17996"/>
                    <a:pt x="0" y="11595"/>
                  </a:cubicBezTo>
                  <a:cubicBezTo>
                    <a:pt x="0" y="5220"/>
                    <a:pt x="5182" y="0"/>
                    <a:pt x="11494" y="0"/>
                  </a:cubicBezTo>
                  <a:lnTo>
                    <a:pt x="30315" y="0"/>
                  </a:lnTo>
                  <a:cubicBezTo>
                    <a:pt x="36653" y="0"/>
                    <a:pt x="41821" y="5220"/>
                    <a:pt x="41821" y="11595"/>
                  </a:cubicBezTo>
                  <a:cubicBezTo>
                    <a:pt x="41821" y="17996"/>
                    <a:pt x="36653" y="23216"/>
                    <a:pt x="30315" y="23216"/>
                  </a:cubicBezTo>
                </a:path>
              </a:pathLst>
            </a:custGeom>
            <a:solidFill>
              <a:srgbClr val="D1DDEA"/>
            </a:solidFill>
          </p:spPr>
          <p:txBody>
            <a:bodyPr/>
            <a:lstStyle/>
            <a:p>
              <a:endParaRPr lang="en-US"/>
            </a:p>
          </p:txBody>
        </p:sp>
        <p:sp>
          <p:nvSpPr>
            <p:cNvPr id="339" name="Freeform 54">
              <a:extLst>
                <a:ext uri="{FF2B5EF4-FFF2-40B4-BE49-F238E27FC236}">
                  <a16:creationId xmlns:a16="http://schemas.microsoft.com/office/drawing/2014/main" id="{B2507994-1A8E-AEE1-BEB7-AE07D6E4DADB}"/>
                </a:ext>
              </a:extLst>
            </p:cNvPr>
            <p:cNvSpPr/>
            <p:nvPr/>
          </p:nvSpPr>
          <p:spPr>
            <a:xfrm>
              <a:off x="658106" y="2265252"/>
              <a:ext cx="41821" cy="23216"/>
            </a:xfrm>
            <a:custGeom>
              <a:avLst/>
              <a:gdLst/>
              <a:ahLst/>
              <a:cxnLst/>
              <a:rect l="l" t="t" r="r" b="b"/>
              <a:pathLst>
                <a:path w="41821" h="23216">
                  <a:moveTo>
                    <a:pt x="30315" y="23216"/>
                  </a:moveTo>
                  <a:lnTo>
                    <a:pt x="11494" y="23216"/>
                  </a:lnTo>
                  <a:cubicBezTo>
                    <a:pt x="5182" y="23216"/>
                    <a:pt x="0" y="17996"/>
                    <a:pt x="0" y="11595"/>
                  </a:cubicBezTo>
                  <a:cubicBezTo>
                    <a:pt x="0" y="5220"/>
                    <a:pt x="5182" y="0"/>
                    <a:pt x="11494" y="0"/>
                  </a:cubicBezTo>
                  <a:lnTo>
                    <a:pt x="30315" y="0"/>
                  </a:lnTo>
                  <a:cubicBezTo>
                    <a:pt x="36653" y="0"/>
                    <a:pt x="41821" y="5220"/>
                    <a:pt x="41821" y="11595"/>
                  </a:cubicBezTo>
                  <a:cubicBezTo>
                    <a:pt x="41821" y="17996"/>
                    <a:pt x="36653" y="23216"/>
                    <a:pt x="30315" y="23216"/>
                  </a:cubicBezTo>
                  <a:close/>
                </a:path>
              </a:pathLst>
            </a:custGeom>
            <a:noFill/>
            <a:ln w="12700" cap="sq">
              <a:solidFill>
                <a:srgbClr val="002856"/>
              </a:solidFill>
            </a:ln>
          </p:spPr>
          <p:txBody>
            <a:bodyPr/>
            <a:lstStyle/>
            <a:p>
              <a:endParaRPr lang="en-US"/>
            </a:p>
          </p:txBody>
        </p:sp>
        <p:sp>
          <p:nvSpPr>
            <p:cNvPr id="340" name="Freeform 55">
              <a:extLst>
                <a:ext uri="{FF2B5EF4-FFF2-40B4-BE49-F238E27FC236}">
                  <a16:creationId xmlns:a16="http://schemas.microsoft.com/office/drawing/2014/main" id="{BC5F8B31-58CE-D699-080C-CD603F7A9665}"/>
                </a:ext>
              </a:extLst>
            </p:cNvPr>
            <p:cNvSpPr/>
            <p:nvPr/>
          </p:nvSpPr>
          <p:spPr>
            <a:xfrm>
              <a:off x="710438" y="2265252"/>
              <a:ext cx="41834" cy="23216"/>
            </a:xfrm>
            <a:custGeom>
              <a:avLst/>
              <a:gdLst/>
              <a:ahLst/>
              <a:cxnLst/>
              <a:rect l="l" t="t" r="r" b="b"/>
              <a:pathLst>
                <a:path w="41834" h="23216">
                  <a:moveTo>
                    <a:pt x="30328" y="23216"/>
                  </a:moveTo>
                  <a:lnTo>
                    <a:pt x="11506" y="23216"/>
                  </a:lnTo>
                  <a:cubicBezTo>
                    <a:pt x="5194" y="23216"/>
                    <a:pt x="0" y="17996"/>
                    <a:pt x="0" y="11595"/>
                  </a:cubicBezTo>
                  <a:cubicBezTo>
                    <a:pt x="0" y="5220"/>
                    <a:pt x="5194" y="0"/>
                    <a:pt x="11506" y="0"/>
                  </a:cubicBezTo>
                  <a:lnTo>
                    <a:pt x="30328" y="0"/>
                  </a:lnTo>
                  <a:cubicBezTo>
                    <a:pt x="36665" y="0"/>
                    <a:pt x="41834" y="5220"/>
                    <a:pt x="41834" y="11595"/>
                  </a:cubicBezTo>
                  <a:cubicBezTo>
                    <a:pt x="41834" y="17996"/>
                    <a:pt x="36665" y="23216"/>
                    <a:pt x="30328" y="23216"/>
                  </a:cubicBezTo>
                </a:path>
              </a:pathLst>
            </a:custGeom>
            <a:solidFill>
              <a:srgbClr val="D1DDEA"/>
            </a:solidFill>
          </p:spPr>
          <p:txBody>
            <a:bodyPr/>
            <a:lstStyle/>
            <a:p>
              <a:endParaRPr lang="en-US"/>
            </a:p>
          </p:txBody>
        </p:sp>
        <p:sp>
          <p:nvSpPr>
            <p:cNvPr id="341" name="Freeform 56">
              <a:extLst>
                <a:ext uri="{FF2B5EF4-FFF2-40B4-BE49-F238E27FC236}">
                  <a16:creationId xmlns:a16="http://schemas.microsoft.com/office/drawing/2014/main" id="{19C55624-3DFA-FE93-8A01-91D3884CC838}"/>
                </a:ext>
              </a:extLst>
            </p:cNvPr>
            <p:cNvSpPr/>
            <p:nvPr/>
          </p:nvSpPr>
          <p:spPr>
            <a:xfrm>
              <a:off x="642836" y="2265252"/>
              <a:ext cx="124714" cy="23216"/>
            </a:xfrm>
            <a:custGeom>
              <a:avLst/>
              <a:gdLst/>
              <a:ahLst/>
              <a:cxnLst/>
              <a:rect l="l" t="t" r="r" b="b"/>
              <a:pathLst>
                <a:path w="124714" h="23216">
                  <a:moveTo>
                    <a:pt x="97930" y="23216"/>
                  </a:moveTo>
                  <a:lnTo>
                    <a:pt x="79108" y="23216"/>
                  </a:lnTo>
                  <a:cubicBezTo>
                    <a:pt x="72796" y="23216"/>
                    <a:pt x="67602" y="17996"/>
                    <a:pt x="67602" y="11595"/>
                  </a:cubicBezTo>
                  <a:cubicBezTo>
                    <a:pt x="67602" y="5220"/>
                    <a:pt x="72796" y="0"/>
                    <a:pt x="79108" y="0"/>
                  </a:cubicBezTo>
                  <a:lnTo>
                    <a:pt x="97930" y="0"/>
                  </a:lnTo>
                  <a:cubicBezTo>
                    <a:pt x="104267" y="0"/>
                    <a:pt x="109436" y="5220"/>
                    <a:pt x="109436" y="11595"/>
                  </a:cubicBezTo>
                  <a:cubicBezTo>
                    <a:pt x="109436" y="17996"/>
                    <a:pt x="104267" y="23216"/>
                    <a:pt x="97930" y="23216"/>
                  </a:cubicBezTo>
                  <a:close/>
                  <a:moveTo>
                    <a:pt x="124714" y="11824"/>
                  </a:moveTo>
                  <a:lnTo>
                    <a:pt x="108699" y="11824"/>
                  </a:lnTo>
                  <a:moveTo>
                    <a:pt x="15989" y="11824"/>
                  </a:moveTo>
                  <a:lnTo>
                    <a:pt x="0" y="11824"/>
                  </a:lnTo>
                  <a:moveTo>
                    <a:pt x="58572" y="7188"/>
                  </a:moveTo>
                  <a:lnTo>
                    <a:pt x="71361" y="7188"/>
                  </a:lnTo>
                </a:path>
              </a:pathLst>
            </a:custGeom>
            <a:noFill/>
            <a:ln w="12700" cap="sq">
              <a:solidFill>
                <a:srgbClr val="002856"/>
              </a:solidFill>
            </a:ln>
          </p:spPr>
          <p:txBody>
            <a:bodyPr/>
            <a:lstStyle/>
            <a:p>
              <a:endParaRPr lang="en-US"/>
            </a:p>
          </p:txBody>
        </p:sp>
        <p:sp>
          <p:nvSpPr>
            <p:cNvPr id="342" name="Freeform 57">
              <a:extLst>
                <a:ext uri="{FF2B5EF4-FFF2-40B4-BE49-F238E27FC236}">
                  <a16:creationId xmlns:a16="http://schemas.microsoft.com/office/drawing/2014/main" id="{2FD1CF0C-B64E-573C-D808-7702611799A9}"/>
                </a:ext>
              </a:extLst>
            </p:cNvPr>
            <p:cNvSpPr/>
            <p:nvPr/>
          </p:nvSpPr>
          <p:spPr>
            <a:xfrm>
              <a:off x="586647" y="2175569"/>
              <a:ext cx="237084" cy="237083"/>
            </a:xfrm>
            <a:custGeom>
              <a:avLst/>
              <a:gdLst/>
              <a:ahLst/>
              <a:cxnLst/>
              <a:rect l="l" t="t" r="r" b="b"/>
              <a:pathLst>
                <a:path w="237084" h="237083">
                  <a:moveTo>
                    <a:pt x="237084" y="118541"/>
                  </a:moveTo>
                  <a:cubicBezTo>
                    <a:pt x="237084" y="184010"/>
                    <a:pt x="184011" y="237083"/>
                    <a:pt x="118542" y="237083"/>
                  </a:cubicBezTo>
                  <a:cubicBezTo>
                    <a:pt x="53074" y="237083"/>
                    <a:pt x="0" y="184010"/>
                    <a:pt x="0" y="118541"/>
                  </a:cubicBezTo>
                  <a:cubicBezTo>
                    <a:pt x="0" y="53073"/>
                    <a:pt x="53074" y="0"/>
                    <a:pt x="118542" y="0"/>
                  </a:cubicBezTo>
                  <a:cubicBezTo>
                    <a:pt x="184011" y="0"/>
                    <a:pt x="237084" y="53073"/>
                    <a:pt x="237084" y="118541"/>
                  </a:cubicBezTo>
                </a:path>
              </a:pathLst>
            </a:custGeom>
            <a:noFill/>
            <a:ln w="12700" cap="sq">
              <a:solidFill>
                <a:srgbClr val="002856"/>
              </a:solidFill>
            </a:ln>
          </p:spPr>
          <p:txBody>
            <a:bodyPr/>
            <a:lstStyle/>
            <a:p>
              <a:endParaRPr lang="en-US"/>
            </a:p>
          </p:txBody>
        </p:sp>
        <p:sp>
          <p:nvSpPr>
            <p:cNvPr id="343" name="Freeform 58">
              <a:extLst>
                <a:ext uri="{FF2B5EF4-FFF2-40B4-BE49-F238E27FC236}">
                  <a16:creationId xmlns:a16="http://schemas.microsoft.com/office/drawing/2014/main" id="{74CE0D69-974A-3CAF-2228-C919E92C619C}"/>
                </a:ext>
              </a:extLst>
            </p:cNvPr>
            <p:cNvSpPr/>
            <p:nvPr/>
          </p:nvSpPr>
          <p:spPr>
            <a:xfrm>
              <a:off x="775583" y="2604786"/>
              <a:ext cx="134397" cy="54769"/>
            </a:xfrm>
            <a:custGeom>
              <a:avLst/>
              <a:gdLst/>
              <a:ahLst/>
              <a:cxnLst/>
              <a:rect l="l" t="t" r="r" b="b"/>
              <a:pathLst>
                <a:path w="134397" h="54769">
                  <a:moveTo>
                    <a:pt x="42064" y="54768"/>
                  </a:moveTo>
                  <a:cubicBezTo>
                    <a:pt x="26727" y="51457"/>
                    <a:pt x="12496" y="45178"/>
                    <a:pt x="0" y="36562"/>
                  </a:cubicBezTo>
                  <a:lnTo>
                    <a:pt x="0" y="36562"/>
                  </a:lnTo>
                  <a:lnTo>
                    <a:pt x="9784" y="0"/>
                  </a:lnTo>
                  <a:lnTo>
                    <a:pt x="63441" y="0"/>
                  </a:lnTo>
                  <a:lnTo>
                    <a:pt x="67194" y="7116"/>
                  </a:lnTo>
                  <a:lnTo>
                    <a:pt x="67194" y="7116"/>
                  </a:lnTo>
                  <a:lnTo>
                    <a:pt x="67194" y="7116"/>
                  </a:lnTo>
                  <a:lnTo>
                    <a:pt x="42064" y="54768"/>
                  </a:lnTo>
                  <a:close/>
                  <a:moveTo>
                    <a:pt x="92329" y="54769"/>
                  </a:moveTo>
                  <a:lnTo>
                    <a:pt x="67194" y="7116"/>
                  </a:lnTo>
                  <a:lnTo>
                    <a:pt x="67194" y="7116"/>
                  </a:lnTo>
                  <a:lnTo>
                    <a:pt x="67194" y="7116"/>
                  </a:lnTo>
                  <a:lnTo>
                    <a:pt x="70947" y="0"/>
                  </a:lnTo>
                  <a:lnTo>
                    <a:pt x="124617" y="0"/>
                  </a:lnTo>
                  <a:lnTo>
                    <a:pt x="134397" y="36564"/>
                  </a:lnTo>
                  <a:lnTo>
                    <a:pt x="134397" y="36564"/>
                  </a:lnTo>
                  <a:cubicBezTo>
                    <a:pt x="121899" y="45180"/>
                    <a:pt x="107666" y="51459"/>
                    <a:pt x="92329" y="54769"/>
                  </a:cubicBezTo>
                  <a:close/>
                </a:path>
              </a:pathLst>
            </a:custGeom>
            <a:noFill/>
            <a:ln w="12700" cap="sq">
              <a:solidFill>
                <a:srgbClr val="002856"/>
              </a:solidFill>
            </a:ln>
          </p:spPr>
          <p:txBody>
            <a:bodyPr/>
            <a:lstStyle/>
            <a:p>
              <a:endParaRPr lang="en-US"/>
            </a:p>
          </p:txBody>
        </p:sp>
        <p:sp>
          <p:nvSpPr>
            <p:cNvPr id="344" name="Freeform 59">
              <a:extLst>
                <a:ext uri="{FF2B5EF4-FFF2-40B4-BE49-F238E27FC236}">
                  <a16:creationId xmlns:a16="http://schemas.microsoft.com/office/drawing/2014/main" id="{0BFF706A-6A82-8BC8-0626-904D1F23EB6A}"/>
                </a:ext>
              </a:extLst>
            </p:cNvPr>
            <p:cNvSpPr/>
            <p:nvPr/>
          </p:nvSpPr>
          <p:spPr>
            <a:xfrm>
              <a:off x="820463" y="2573052"/>
              <a:ext cx="44590" cy="86093"/>
            </a:xfrm>
            <a:custGeom>
              <a:avLst/>
              <a:gdLst/>
              <a:ahLst/>
              <a:cxnLst/>
              <a:rect l="l" t="t" r="r" b="b"/>
              <a:pathLst>
                <a:path w="44590" h="86093">
                  <a:moveTo>
                    <a:pt x="44552" y="0"/>
                  </a:moveTo>
                  <a:lnTo>
                    <a:pt x="51" y="0"/>
                  </a:lnTo>
                  <a:lnTo>
                    <a:pt x="0" y="31737"/>
                  </a:lnTo>
                  <a:lnTo>
                    <a:pt x="22301" y="86093"/>
                  </a:lnTo>
                  <a:lnTo>
                    <a:pt x="44590" y="31737"/>
                  </a:lnTo>
                  <a:close/>
                </a:path>
              </a:pathLst>
            </a:custGeom>
            <a:solidFill>
              <a:srgbClr val="355477"/>
            </a:solidFill>
          </p:spPr>
          <p:txBody>
            <a:bodyPr/>
            <a:lstStyle/>
            <a:p>
              <a:endParaRPr lang="en-US"/>
            </a:p>
          </p:txBody>
        </p:sp>
        <p:sp>
          <p:nvSpPr>
            <p:cNvPr id="345" name="Freeform 60">
              <a:extLst>
                <a:ext uri="{FF2B5EF4-FFF2-40B4-BE49-F238E27FC236}">
                  <a16:creationId xmlns:a16="http://schemas.microsoft.com/office/drawing/2014/main" id="{A9CAA51E-60F2-A1A0-D5ED-8D6D66444D89}"/>
                </a:ext>
              </a:extLst>
            </p:cNvPr>
            <p:cNvSpPr/>
            <p:nvPr/>
          </p:nvSpPr>
          <p:spPr>
            <a:xfrm>
              <a:off x="820463" y="2573052"/>
              <a:ext cx="44590" cy="86093"/>
            </a:xfrm>
            <a:custGeom>
              <a:avLst/>
              <a:gdLst/>
              <a:ahLst/>
              <a:cxnLst/>
              <a:rect l="l" t="t" r="r" b="b"/>
              <a:pathLst>
                <a:path w="44590" h="86093">
                  <a:moveTo>
                    <a:pt x="44552" y="0"/>
                  </a:moveTo>
                  <a:lnTo>
                    <a:pt x="51" y="0"/>
                  </a:lnTo>
                  <a:lnTo>
                    <a:pt x="0" y="31737"/>
                  </a:lnTo>
                  <a:lnTo>
                    <a:pt x="22301" y="86093"/>
                  </a:lnTo>
                  <a:lnTo>
                    <a:pt x="44590" y="31737"/>
                  </a:lnTo>
                  <a:lnTo>
                    <a:pt x="44552" y="0"/>
                  </a:lnTo>
                  <a:close/>
                </a:path>
              </a:pathLst>
            </a:custGeom>
            <a:noFill/>
            <a:ln w="12700" cap="sq">
              <a:solidFill>
                <a:srgbClr val="002856"/>
              </a:solidFill>
            </a:ln>
          </p:spPr>
          <p:txBody>
            <a:bodyPr/>
            <a:lstStyle/>
            <a:p>
              <a:endParaRPr lang="en-US"/>
            </a:p>
          </p:txBody>
        </p:sp>
        <p:sp>
          <p:nvSpPr>
            <p:cNvPr id="346" name="Freeform 61">
              <a:extLst>
                <a:ext uri="{FF2B5EF4-FFF2-40B4-BE49-F238E27FC236}">
                  <a16:creationId xmlns:a16="http://schemas.microsoft.com/office/drawing/2014/main" id="{37FF9349-FB17-7885-DFFC-3B925BE7DF7B}"/>
                </a:ext>
              </a:extLst>
            </p:cNvPr>
            <p:cNvSpPr/>
            <p:nvPr/>
          </p:nvSpPr>
          <p:spPr>
            <a:xfrm>
              <a:off x="787494" y="2468518"/>
              <a:ext cx="110579" cy="110579"/>
            </a:xfrm>
            <a:custGeom>
              <a:avLst/>
              <a:gdLst/>
              <a:ahLst/>
              <a:cxnLst/>
              <a:rect l="l" t="t" r="r" b="b"/>
              <a:pathLst>
                <a:path w="110579" h="110579">
                  <a:moveTo>
                    <a:pt x="110579" y="55283"/>
                  </a:moveTo>
                  <a:cubicBezTo>
                    <a:pt x="110579" y="24740"/>
                    <a:pt x="85827" y="0"/>
                    <a:pt x="55283" y="0"/>
                  </a:cubicBezTo>
                  <a:cubicBezTo>
                    <a:pt x="24752" y="0"/>
                    <a:pt x="0" y="24740"/>
                    <a:pt x="0" y="55283"/>
                  </a:cubicBezTo>
                  <a:cubicBezTo>
                    <a:pt x="0" y="85826"/>
                    <a:pt x="24752" y="110579"/>
                    <a:pt x="55283" y="110579"/>
                  </a:cubicBezTo>
                  <a:cubicBezTo>
                    <a:pt x="85827" y="110579"/>
                    <a:pt x="110579" y="85826"/>
                    <a:pt x="110579" y="55283"/>
                  </a:cubicBezTo>
                </a:path>
              </a:pathLst>
            </a:custGeom>
            <a:solidFill>
              <a:srgbClr val="355477"/>
            </a:solidFill>
          </p:spPr>
          <p:txBody>
            <a:bodyPr/>
            <a:lstStyle/>
            <a:p>
              <a:endParaRPr lang="en-US"/>
            </a:p>
          </p:txBody>
        </p:sp>
        <p:sp>
          <p:nvSpPr>
            <p:cNvPr id="347" name="Freeform 62">
              <a:extLst>
                <a:ext uri="{FF2B5EF4-FFF2-40B4-BE49-F238E27FC236}">
                  <a16:creationId xmlns:a16="http://schemas.microsoft.com/office/drawing/2014/main" id="{B09DA527-99D7-F8EC-1461-320DC5A3ED17}"/>
                </a:ext>
              </a:extLst>
            </p:cNvPr>
            <p:cNvSpPr/>
            <p:nvPr/>
          </p:nvSpPr>
          <p:spPr>
            <a:xfrm>
              <a:off x="787494" y="2468518"/>
              <a:ext cx="110579" cy="110579"/>
            </a:xfrm>
            <a:custGeom>
              <a:avLst/>
              <a:gdLst/>
              <a:ahLst/>
              <a:cxnLst/>
              <a:rect l="l" t="t" r="r" b="b"/>
              <a:pathLst>
                <a:path w="110579" h="110579">
                  <a:moveTo>
                    <a:pt x="110579" y="55283"/>
                  </a:moveTo>
                  <a:cubicBezTo>
                    <a:pt x="110579" y="24740"/>
                    <a:pt x="85827" y="0"/>
                    <a:pt x="55283" y="0"/>
                  </a:cubicBezTo>
                  <a:cubicBezTo>
                    <a:pt x="24752" y="0"/>
                    <a:pt x="0" y="24740"/>
                    <a:pt x="0" y="55283"/>
                  </a:cubicBezTo>
                  <a:cubicBezTo>
                    <a:pt x="0" y="85826"/>
                    <a:pt x="24752" y="110579"/>
                    <a:pt x="55283" y="110579"/>
                  </a:cubicBezTo>
                  <a:cubicBezTo>
                    <a:pt x="85827" y="110579"/>
                    <a:pt x="110579" y="85826"/>
                    <a:pt x="110579" y="55283"/>
                  </a:cubicBezTo>
                  <a:close/>
                </a:path>
              </a:pathLst>
            </a:custGeom>
            <a:noFill/>
            <a:ln w="12700" cap="sq">
              <a:solidFill>
                <a:srgbClr val="002856"/>
              </a:solidFill>
            </a:ln>
          </p:spPr>
          <p:txBody>
            <a:bodyPr/>
            <a:lstStyle/>
            <a:p>
              <a:endParaRPr lang="en-US"/>
            </a:p>
          </p:txBody>
        </p:sp>
        <p:sp>
          <p:nvSpPr>
            <p:cNvPr id="348" name="Freeform 63">
              <a:extLst>
                <a:ext uri="{FF2B5EF4-FFF2-40B4-BE49-F238E27FC236}">
                  <a16:creationId xmlns:a16="http://schemas.microsoft.com/office/drawing/2014/main" id="{632B40BE-A067-0A06-BEC4-05C248CA2B91}"/>
                </a:ext>
              </a:extLst>
            </p:cNvPr>
            <p:cNvSpPr/>
            <p:nvPr/>
          </p:nvSpPr>
          <p:spPr>
            <a:xfrm>
              <a:off x="815910" y="2603112"/>
              <a:ext cx="53365" cy="59112"/>
            </a:xfrm>
            <a:custGeom>
              <a:avLst/>
              <a:gdLst/>
              <a:ahLst/>
              <a:cxnLst/>
              <a:rect l="l" t="t" r="r" b="b"/>
              <a:pathLst>
                <a:path w="53365" h="59112">
                  <a:moveTo>
                    <a:pt x="26875" y="59113"/>
                  </a:moveTo>
                  <a:cubicBezTo>
                    <a:pt x="20914" y="59113"/>
                    <a:pt x="15056" y="58673"/>
                    <a:pt x="9331" y="57824"/>
                  </a:cubicBezTo>
                  <a:lnTo>
                    <a:pt x="9331" y="57824"/>
                  </a:lnTo>
                  <a:lnTo>
                    <a:pt x="0" y="0"/>
                  </a:lnTo>
                  <a:lnTo>
                    <a:pt x="26848" y="22899"/>
                  </a:lnTo>
                  <a:lnTo>
                    <a:pt x="53366" y="0"/>
                  </a:lnTo>
                  <a:lnTo>
                    <a:pt x="53366" y="0"/>
                  </a:lnTo>
                  <a:lnTo>
                    <a:pt x="44310" y="57839"/>
                  </a:lnTo>
                  <a:lnTo>
                    <a:pt x="44310" y="57839"/>
                  </a:lnTo>
                  <a:cubicBezTo>
                    <a:pt x="38620" y="58678"/>
                    <a:pt x="32798" y="59113"/>
                    <a:pt x="26875" y="59113"/>
                  </a:cubicBezTo>
                  <a:close/>
                </a:path>
              </a:pathLst>
            </a:custGeom>
            <a:solidFill>
              <a:srgbClr val="FFFEFF"/>
            </a:solidFill>
          </p:spPr>
          <p:txBody>
            <a:bodyPr/>
            <a:lstStyle/>
            <a:p>
              <a:endParaRPr lang="en-US"/>
            </a:p>
          </p:txBody>
        </p:sp>
        <p:sp>
          <p:nvSpPr>
            <p:cNvPr id="349" name="Freeform 64">
              <a:extLst>
                <a:ext uri="{FF2B5EF4-FFF2-40B4-BE49-F238E27FC236}">
                  <a16:creationId xmlns:a16="http://schemas.microsoft.com/office/drawing/2014/main" id="{7334D8C4-1B53-331B-8A18-1BD15FCE9E82}"/>
                </a:ext>
              </a:extLst>
            </p:cNvPr>
            <p:cNvSpPr/>
            <p:nvPr/>
          </p:nvSpPr>
          <p:spPr>
            <a:xfrm>
              <a:off x="816310" y="2599649"/>
              <a:ext cx="52959" cy="26353"/>
            </a:xfrm>
            <a:custGeom>
              <a:avLst/>
              <a:gdLst/>
              <a:ahLst/>
              <a:cxnLst/>
              <a:rect l="l" t="t" r="r" b="b"/>
              <a:pathLst>
                <a:path w="52959" h="26353">
                  <a:moveTo>
                    <a:pt x="0" y="13"/>
                  </a:moveTo>
                  <a:lnTo>
                    <a:pt x="26454" y="26353"/>
                  </a:lnTo>
                  <a:lnTo>
                    <a:pt x="52959" y="0"/>
                  </a:lnTo>
                </a:path>
              </a:pathLst>
            </a:custGeom>
            <a:noFill/>
            <a:ln w="12408" cap="sq">
              <a:solidFill>
                <a:srgbClr val="002856"/>
              </a:solidFill>
            </a:ln>
          </p:spPr>
          <p:txBody>
            <a:bodyPr/>
            <a:lstStyle/>
            <a:p>
              <a:endParaRPr lang="en-US"/>
            </a:p>
          </p:txBody>
        </p:sp>
        <p:sp>
          <p:nvSpPr>
            <p:cNvPr id="350" name="Freeform 65">
              <a:extLst>
                <a:ext uri="{FF2B5EF4-FFF2-40B4-BE49-F238E27FC236}">
                  <a16:creationId xmlns:a16="http://schemas.microsoft.com/office/drawing/2014/main" id="{A30C5892-2D2F-E30B-4C97-2E2DB6F42679}"/>
                </a:ext>
              </a:extLst>
            </p:cNvPr>
            <p:cNvSpPr/>
            <p:nvPr/>
          </p:nvSpPr>
          <p:spPr>
            <a:xfrm>
              <a:off x="785998" y="2468409"/>
              <a:ext cx="113728" cy="58306"/>
            </a:xfrm>
            <a:custGeom>
              <a:avLst/>
              <a:gdLst/>
              <a:ahLst/>
              <a:cxnLst/>
              <a:rect l="l" t="t" r="r" b="b"/>
              <a:pathLst>
                <a:path w="113728" h="58306">
                  <a:moveTo>
                    <a:pt x="56871" y="0"/>
                  </a:moveTo>
                  <a:cubicBezTo>
                    <a:pt x="88379" y="0"/>
                    <a:pt x="113728" y="26365"/>
                    <a:pt x="112077" y="58229"/>
                  </a:cubicBezTo>
                  <a:cubicBezTo>
                    <a:pt x="112039" y="58255"/>
                    <a:pt x="112027" y="58280"/>
                    <a:pt x="112001" y="58306"/>
                  </a:cubicBezTo>
                  <a:lnTo>
                    <a:pt x="97612" y="58306"/>
                  </a:lnTo>
                  <a:cubicBezTo>
                    <a:pt x="91630" y="58306"/>
                    <a:pt x="86792" y="53467"/>
                    <a:pt x="86792" y="47498"/>
                  </a:cubicBezTo>
                  <a:cubicBezTo>
                    <a:pt x="86792" y="41643"/>
                    <a:pt x="82055" y="36906"/>
                    <a:pt x="76213" y="36906"/>
                  </a:cubicBezTo>
                  <a:lnTo>
                    <a:pt x="37490" y="36906"/>
                  </a:lnTo>
                  <a:cubicBezTo>
                    <a:pt x="31636" y="36906"/>
                    <a:pt x="26899" y="41643"/>
                    <a:pt x="26899" y="47498"/>
                  </a:cubicBezTo>
                  <a:cubicBezTo>
                    <a:pt x="26899" y="53467"/>
                    <a:pt x="22060" y="58306"/>
                    <a:pt x="16091" y="58306"/>
                  </a:cubicBezTo>
                  <a:lnTo>
                    <a:pt x="1740" y="58306"/>
                  </a:lnTo>
                  <a:cubicBezTo>
                    <a:pt x="1702" y="58280"/>
                    <a:pt x="1689" y="58255"/>
                    <a:pt x="1664" y="58229"/>
                  </a:cubicBezTo>
                  <a:cubicBezTo>
                    <a:pt x="0" y="26365"/>
                    <a:pt x="25362" y="0"/>
                    <a:pt x="56871" y="0"/>
                  </a:cubicBezTo>
                </a:path>
              </a:pathLst>
            </a:custGeom>
            <a:solidFill>
              <a:srgbClr val="002856"/>
            </a:solidFill>
          </p:spPr>
          <p:txBody>
            <a:bodyPr/>
            <a:lstStyle/>
            <a:p>
              <a:endParaRPr lang="en-US"/>
            </a:p>
          </p:txBody>
        </p:sp>
        <p:sp>
          <p:nvSpPr>
            <p:cNvPr id="351" name="Freeform 66">
              <a:extLst>
                <a:ext uri="{FF2B5EF4-FFF2-40B4-BE49-F238E27FC236}">
                  <a16:creationId xmlns:a16="http://schemas.microsoft.com/office/drawing/2014/main" id="{4D58F4DB-9C04-3FF1-3E9F-AC3BB487B173}"/>
                </a:ext>
              </a:extLst>
            </p:cNvPr>
            <p:cNvSpPr/>
            <p:nvPr/>
          </p:nvSpPr>
          <p:spPr>
            <a:xfrm>
              <a:off x="785998" y="2468409"/>
              <a:ext cx="113728" cy="58306"/>
            </a:xfrm>
            <a:custGeom>
              <a:avLst/>
              <a:gdLst/>
              <a:ahLst/>
              <a:cxnLst/>
              <a:rect l="l" t="t" r="r" b="b"/>
              <a:pathLst>
                <a:path w="113728" h="58306">
                  <a:moveTo>
                    <a:pt x="56871" y="0"/>
                  </a:moveTo>
                  <a:cubicBezTo>
                    <a:pt x="88379" y="0"/>
                    <a:pt x="113728" y="26365"/>
                    <a:pt x="112077" y="58229"/>
                  </a:cubicBezTo>
                  <a:cubicBezTo>
                    <a:pt x="112039" y="58255"/>
                    <a:pt x="112027" y="58280"/>
                    <a:pt x="112001" y="58306"/>
                  </a:cubicBezTo>
                  <a:lnTo>
                    <a:pt x="97612" y="58306"/>
                  </a:lnTo>
                  <a:cubicBezTo>
                    <a:pt x="91630" y="58306"/>
                    <a:pt x="86792" y="53467"/>
                    <a:pt x="86792" y="47498"/>
                  </a:cubicBezTo>
                  <a:cubicBezTo>
                    <a:pt x="86792" y="41643"/>
                    <a:pt x="82055" y="36906"/>
                    <a:pt x="76213" y="36906"/>
                  </a:cubicBezTo>
                  <a:lnTo>
                    <a:pt x="37490" y="36906"/>
                  </a:lnTo>
                  <a:cubicBezTo>
                    <a:pt x="31636" y="36906"/>
                    <a:pt x="26899" y="41643"/>
                    <a:pt x="26899" y="47498"/>
                  </a:cubicBezTo>
                  <a:cubicBezTo>
                    <a:pt x="26899" y="53467"/>
                    <a:pt x="22060" y="58306"/>
                    <a:pt x="16091" y="58306"/>
                  </a:cubicBezTo>
                  <a:lnTo>
                    <a:pt x="1740" y="58306"/>
                  </a:lnTo>
                  <a:cubicBezTo>
                    <a:pt x="1702" y="58280"/>
                    <a:pt x="1689" y="58255"/>
                    <a:pt x="1664" y="58229"/>
                  </a:cubicBezTo>
                  <a:cubicBezTo>
                    <a:pt x="0" y="26365"/>
                    <a:pt x="25362" y="0"/>
                    <a:pt x="56871" y="0"/>
                  </a:cubicBezTo>
                  <a:close/>
                </a:path>
              </a:pathLst>
            </a:custGeom>
            <a:noFill/>
            <a:ln w="12700" cap="sq">
              <a:solidFill>
                <a:srgbClr val="002856"/>
              </a:solidFill>
            </a:ln>
          </p:spPr>
          <p:txBody>
            <a:bodyPr/>
            <a:lstStyle/>
            <a:p>
              <a:endParaRPr lang="en-US"/>
            </a:p>
          </p:txBody>
        </p:sp>
        <p:sp>
          <p:nvSpPr>
            <p:cNvPr id="352" name="Freeform 67">
              <a:extLst>
                <a:ext uri="{FF2B5EF4-FFF2-40B4-BE49-F238E27FC236}">
                  <a16:creationId xmlns:a16="http://schemas.microsoft.com/office/drawing/2014/main" id="{34DA0286-70CE-9146-46FE-5CC8A82E2AF9}"/>
                </a:ext>
              </a:extLst>
            </p:cNvPr>
            <p:cNvSpPr/>
            <p:nvPr/>
          </p:nvSpPr>
          <p:spPr>
            <a:xfrm>
              <a:off x="795701" y="2514820"/>
              <a:ext cx="41821" cy="23216"/>
            </a:xfrm>
            <a:custGeom>
              <a:avLst/>
              <a:gdLst/>
              <a:ahLst/>
              <a:cxnLst/>
              <a:rect l="l" t="t" r="r" b="b"/>
              <a:pathLst>
                <a:path w="41821" h="23216">
                  <a:moveTo>
                    <a:pt x="30315" y="23215"/>
                  </a:moveTo>
                  <a:lnTo>
                    <a:pt x="11493" y="23215"/>
                  </a:lnTo>
                  <a:cubicBezTo>
                    <a:pt x="5181" y="23215"/>
                    <a:pt x="0" y="17996"/>
                    <a:pt x="0" y="11595"/>
                  </a:cubicBezTo>
                  <a:cubicBezTo>
                    <a:pt x="0" y="5220"/>
                    <a:pt x="5181" y="0"/>
                    <a:pt x="11493" y="0"/>
                  </a:cubicBezTo>
                  <a:lnTo>
                    <a:pt x="30315" y="0"/>
                  </a:lnTo>
                  <a:cubicBezTo>
                    <a:pt x="36652" y="0"/>
                    <a:pt x="41821" y="5220"/>
                    <a:pt x="41821" y="11595"/>
                  </a:cubicBezTo>
                  <a:cubicBezTo>
                    <a:pt x="41821" y="17996"/>
                    <a:pt x="36652" y="23215"/>
                    <a:pt x="30315" y="23215"/>
                  </a:cubicBezTo>
                </a:path>
              </a:pathLst>
            </a:custGeom>
            <a:solidFill>
              <a:srgbClr val="355477"/>
            </a:solidFill>
          </p:spPr>
          <p:txBody>
            <a:bodyPr/>
            <a:lstStyle/>
            <a:p>
              <a:endParaRPr lang="en-US"/>
            </a:p>
          </p:txBody>
        </p:sp>
        <p:sp>
          <p:nvSpPr>
            <p:cNvPr id="353" name="Freeform 68">
              <a:extLst>
                <a:ext uri="{FF2B5EF4-FFF2-40B4-BE49-F238E27FC236}">
                  <a16:creationId xmlns:a16="http://schemas.microsoft.com/office/drawing/2014/main" id="{1368DB47-AF27-E047-4CEE-29E545BCFF77}"/>
                </a:ext>
              </a:extLst>
            </p:cNvPr>
            <p:cNvSpPr/>
            <p:nvPr/>
          </p:nvSpPr>
          <p:spPr>
            <a:xfrm>
              <a:off x="795701" y="2514820"/>
              <a:ext cx="41821" cy="23216"/>
            </a:xfrm>
            <a:custGeom>
              <a:avLst/>
              <a:gdLst/>
              <a:ahLst/>
              <a:cxnLst/>
              <a:rect l="l" t="t" r="r" b="b"/>
              <a:pathLst>
                <a:path w="41821" h="23216">
                  <a:moveTo>
                    <a:pt x="30315" y="23215"/>
                  </a:moveTo>
                  <a:lnTo>
                    <a:pt x="11493" y="23215"/>
                  </a:lnTo>
                  <a:cubicBezTo>
                    <a:pt x="5181" y="23215"/>
                    <a:pt x="0" y="17996"/>
                    <a:pt x="0" y="11595"/>
                  </a:cubicBezTo>
                  <a:cubicBezTo>
                    <a:pt x="0" y="5220"/>
                    <a:pt x="5181" y="0"/>
                    <a:pt x="11493" y="0"/>
                  </a:cubicBezTo>
                  <a:lnTo>
                    <a:pt x="30315" y="0"/>
                  </a:lnTo>
                  <a:cubicBezTo>
                    <a:pt x="36652" y="0"/>
                    <a:pt x="41821" y="5220"/>
                    <a:pt x="41821" y="11595"/>
                  </a:cubicBezTo>
                  <a:cubicBezTo>
                    <a:pt x="41821" y="17996"/>
                    <a:pt x="36652" y="23215"/>
                    <a:pt x="30315" y="23215"/>
                  </a:cubicBezTo>
                  <a:close/>
                </a:path>
              </a:pathLst>
            </a:custGeom>
            <a:noFill/>
            <a:ln w="12700" cap="sq">
              <a:solidFill>
                <a:srgbClr val="A0B2C9"/>
              </a:solidFill>
            </a:ln>
          </p:spPr>
          <p:txBody>
            <a:bodyPr/>
            <a:lstStyle/>
            <a:p>
              <a:endParaRPr lang="en-US"/>
            </a:p>
          </p:txBody>
        </p:sp>
        <p:sp>
          <p:nvSpPr>
            <p:cNvPr id="354" name="Freeform 69">
              <a:extLst>
                <a:ext uri="{FF2B5EF4-FFF2-40B4-BE49-F238E27FC236}">
                  <a16:creationId xmlns:a16="http://schemas.microsoft.com/office/drawing/2014/main" id="{FD151C37-423F-02E8-0222-A720ABB8697E}"/>
                </a:ext>
              </a:extLst>
            </p:cNvPr>
            <p:cNvSpPr/>
            <p:nvPr/>
          </p:nvSpPr>
          <p:spPr>
            <a:xfrm>
              <a:off x="848045" y="2514820"/>
              <a:ext cx="41834" cy="23216"/>
            </a:xfrm>
            <a:custGeom>
              <a:avLst/>
              <a:gdLst/>
              <a:ahLst/>
              <a:cxnLst/>
              <a:rect l="l" t="t" r="r" b="b"/>
              <a:pathLst>
                <a:path w="41834" h="23216">
                  <a:moveTo>
                    <a:pt x="30315" y="23215"/>
                  </a:moveTo>
                  <a:lnTo>
                    <a:pt x="11494" y="23215"/>
                  </a:lnTo>
                  <a:cubicBezTo>
                    <a:pt x="5182" y="23215"/>
                    <a:pt x="0" y="17996"/>
                    <a:pt x="0" y="11595"/>
                  </a:cubicBezTo>
                  <a:cubicBezTo>
                    <a:pt x="0" y="5220"/>
                    <a:pt x="5182" y="0"/>
                    <a:pt x="11494" y="0"/>
                  </a:cubicBezTo>
                  <a:lnTo>
                    <a:pt x="30315" y="0"/>
                  </a:lnTo>
                  <a:cubicBezTo>
                    <a:pt x="36652" y="0"/>
                    <a:pt x="41834" y="5220"/>
                    <a:pt x="41834" y="11595"/>
                  </a:cubicBezTo>
                  <a:cubicBezTo>
                    <a:pt x="41834" y="17996"/>
                    <a:pt x="36652" y="23215"/>
                    <a:pt x="30315" y="23215"/>
                  </a:cubicBezTo>
                </a:path>
              </a:pathLst>
            </a:custGeom>
            <a:solidFill>
              <a:srgbClr val="355477"/>
            </a:solidFill>
          </p:spPr>
          <p:txBody>
            <a:bodyPr/>
            <a:lstStyle/>
            <a:p>
              <a:endParaRPr lang="en-US"/>
            </a:p>
          </p:txBody>
        </p:sp>
        <p:sp>
          <p:nvSpPr>
            <p:cNvPr id="355" name="Freeform 70">
              <a:extLst>
                <a:ext uri="{FF2B5EF4-FFF2-40B4-BE49-F238E27FC236}">
                  <a16:creationId xmlns:a16="http://schemas.microsoft.com/office/drawing/2014/main" id="{BBF87A05-7830-AFEB-3C47-2577B59DFAD5}"/>
                </a:ext>
              </a:extLst>
            </p:cNvPr>
            <p:cNvSpPr/>
            <p:nvPr/>
          </p:nvSpPr>
          <p:spPr>
            <a:xfrm>
              <a:off x="780430" y="2514820"/>
              <a:ext cx="124714" cy="23216"/>
            </a:xfrm>
            <a:custGeom>
              <a:avLst/>
              <a:gdLst/>
              <a:ahLst/>
              <a:cxnLst/>
              <a:rect l="l" t="t" r="r" b="b"/>
              <a:pathLst>
                <a:path w="124714" h="23216">
                  <a:moveTo>
                    <a:pt x="97930" y="23215"/>
                  </a:moveTo>
                  <a:lnTo>
                    <a:pt x="79109" y="23215"/>
                  </a:lnTo>
                  <a:cubicBezTo>
                    <a:pt x="72797" y="23215"/>
                    <a:pt x="67615" y="17996"/>
                    <a:pt x="67615" y="11595"/>
                  </a:cubicBezTo>
                  <a:cubicBezTo>
                    <a:pt x="67615" y="5220"/>
                    <a:pt x="72797" y="0"/>
                    <a:pt x="79109" y="0"/>
                  </a:cubicBezTo>
                  <a:lnTo>
                    <a:pt x="97930" y="0"/>
                  </a:lnTo>
                  <a:cubicBezTo>
                    <a:pt x="104267" y="0"/>
                    <a:pt x="109449" y="5220"/>
                    <a:pt x="109449" y="11595"/>
                  </a:cubicBezTo>
                  <a:cubicBezTo>
                    <a:pt x="109449" y="17996"/>
                    <a:pt x="104267" y="23215"/>
                    <a:pt x="97930" y="23215"/>
                  </a:cubicBezTo>
                  <a:close/>
                  <a:moveTo>
                    <a:pt x="124714" y="11823"/>
                  </a:moveTo>
                  <a:lnTo>
                    <a:pt x="108700" y="11823"/>
                  </a:lnTo>
                  <a:moveTo>
                    <a:pt x="15990" y="11823"/>
                  </a:moveTo>
                  <a:lnTo>
                    <a:pt x="0" y="11823"/>
                  </a:lnTo>
                  <a:moveTo>
                    <a:pt x="58573" y="7188"/>
                  </a:moveTo>
                  <a:lnTo>
                    <a:pt x="71362" y="7188"/>
                  </a:lnTo>
                </a:path>
              </a:pathLst>
            </a:custGeom>
            <a:noFill/>
            <a:ln w="12700" cap="sq">
              <a:solidFill>
                <a:srgbClr val="A0B2C9"/>
              </a:solidFill>
            </a:ln>
          </p:spPr>
          <p:txBody>
            <a:bodyPr/>
            <a:lstStyle/>
            <a:p>
              <a:endParaRPr lang="en-US"/>
            </a:p>
          </p:txBody>
        </p:sp>
        <p:sp>
          <p:nvSpPr>
            <p:cNvPr id="356" name="Freeform 71">
              <a:extLst>
                <a:ext uri="{FF2B5EF4-FFF2-40B4-BE49-F238E27FC236}">
                  <a16:creationId xmlns:a16="http://schemas.microsoft.com/office/drawing/2014/main" id="{891F64EA-77B7-8042-449D-DDB6D0B8EB60}"/>
                </a:ext>
              </a:extLst>
            </p:cNvPr>
            <p:cNvSpPr/>
            <p:nvPr/>
          </p:nvSpPr>
          <p:spPr>
            <a:xfrm>
              <a:off x="724242" y="2425136"/>
              <a:ext cx="237084" cy="237083"/>
            </a:xfrm>
            <a:custGeom>
              <a:avLst/>
              <a:gdLst/>
              <a:ahLst/>
              <a:cxnLst/>
              <a:rect l="l" t="t" r="r" b="b"/>
              <a:pathLst>
                <a:path w="237084" h="237083">
                  <a:moveTo>
                    <a:pt x="237083" y="118542"/>
                  </a:moveTo>
                  <a:cubicBezTo>
                    <a:pt x="237083" y="184011"/>
                    <a:pt x="184010" y="237084"/>
                    <a:pt x="118541" y="237084"/>
                  </a:cubicBezTo>
                  <a:cubicBezTo>
                    <a:pt x="53060" y="237084"/>
                    <a:pt x="0" y="184011"/>
                    <a:pt x="0" y="118542"/>
                  </a:cubicBezTo>
                  <a:cubicBezTo>
                    <a:pt x="0" y="53074"/>
                    <a:pt x="53060" y="0"/>
                    <a:pt x="118541" y="0"/>
                  </a:cubicBezTo>
                  <a:cubicBezTo>
                    <a:pt x="184010" y="0"/>
                    <a:pt x="237083" y="53074"/>
                    <a:pt x="237083" y="118542"/>
                  </a:cubicBezTo>
                </a:path>
              </a:pathLst>
            </a:custGeom>
            <a:noFill/>
            <a:ln w="12700" cap="sq">
              <a:solidFill>
                <a:srgbClr val="002856"/>
              </a:solidFill>
            </a:ln>
          </p:spPr>
          <p:txBody>
            <a:bodyPr/>
            <a:lstStyle/>
            <a:p>
              <a:endParaRPr lang="en-US"/>
            </a:p>
          </p:txBody>
        </p:sp>
        <p:sp>
          <p:nvSpPr>
            <p:cNvPr id="357" name="Freeform 72">
              <a:extLst>
                <a:ext uri="{FF2B5EF4-FFF2-40B4-BE49-F238E27FC236}">
                  <a16:creationId xmlns:a16="http://schemas.microsoft.com/office/drawing/2014/main" id="{7E5D2A9A-A213-AC83-2600-45166D91FED3}"/>
                </a:ext>
              </a:extLst>
            </p:cNvPr>
            <p:cNvSpPr/>
            <p:nvPr/>
          </p:nvSpPr>
          <p:spPr>
            <a:xfrm>
              <a:off x="481865" y="2604785"/>
              <a:ext cx="171448" cy="53032"/>
            </a:xfrm>
            <a:custGeom>
              <a:avLst/>
              <a:gdLst/>
              <a:ahLst/>
              <a:cxnLst/>
              <a:rect l="l" t="t" r="r" b="b"/>
              <a:pathLst>
                <a:path w="171448" h="53032">
                  <a:moveTo>
                    <a:pt x="53591" y="53032"/>
                  </a:moveTo>
                  <a:lnTo>
                    <a:pt x="53591" y="53032"/>
                  </a:lnTo>
                  <a:cubicBezTo>
                    <a:pt x="32874" y="47210"/>
                    <a:pt x="14455" y="35899"/>
                    <a:pt x="0" y="20767"/>
                  </a:cubicBezTo>
                  <a:lnTo>
                    <a:pt x="0" y="20767"/>
                  </a:lnTo>
                  <a:lnTo>
                    <a:pt x="6082" y="0"/>
                  </a:lnTo>
                  <a:lnTo>
                    <a:pt x="81710" y="0"/>
                  </a:lnTo>
                  <a:lnTo>
                    <a:pt x="85730" y="5896"/>
                  </a:lnTo>
                  <a:lnTo>
                    <a:pt x="85730" y="5896"/>
                  </a:lnTo>
                  <a:lnTo>
                    <a:pt x="53591" y="53032"/>
                  </a:lnTo>
                  <a:close/>
                  <a:moveTo>
                    <a:pt x="117863" y="53030"/>
                  </a:moveTo>
                  <a:lnTo>
                    <a:pt x="85730" y="5896"/>
                  </a:lnTo>
                  <a:lnTo>
                    <a:pt x="85730" y="5896"/>
                  </a:lnTo>
                  <a:lnTo>
                    <a:pt x="89749" y="0"/>
                  </a:lnTo>
                  <a:lnTo>
                    <a:pt x="165365" y="0"/>
                  </a:lnTo>
                  <a:lnTo>
                    <a:pt x="171448" y="20773"/>
                  </a:lnTo>
                  <a:lnTo>
                    <a:pt x="171448" y="20773"/>
                  </a:lnTo>
                  <a:cubicBezTo>
                    <a:pt x="156994" y="35900"/>
                    <a:pt x="138576" y="47209"/>
                    <a:pt x="117863" y="53030"/>
                  </a:cubicBezTo>
                  <a:close/>
                </a:path>
              </a:pathLst>
            </a:custGeom>
            <a:noFill/>
            <a:ln w="12700" cap="sq">
              <a:solidFill>
                <a:srgbClr val="002856"/>
              </a:solidFill>
            </a:ln>
          </p:spPr>
          <p:txBody>
            <a:bodyPr/>
            <a:lstStyle/>
            <a:p>
              <a:endParaRPr lang="en-US"/>
            </a:p>
          </p:txBody>
        </p:sp>
        <p:sp>
          <p:nvSpPr>
            <p:cNvPr id="358" name="Freeform 73">
              <a:extLst>
                <a:ext uri="{FF2B5EF4-FFF2-40B4-BE49-F238E27FC236}">
                  <a16:creationId xmlns:a16="http://schemas.microsoft.com/office/drawing/2014/main" id="{CC389AE8-020E-D542-919E-9FED846B4736}"/>
                </a:ext>
              </a:extLst>
            </p:cNvPr>
            <p:cNvSpPr/>
            <p:nvPr/>
          </p:nvSpPr>
          <p:spPr>
            <a:xfrm>
              <a:off x="545324" y="2573052"/>
              <a:ext cx="44501" cy="86093"/>
            </a:xfrm>
            <a:custGeom>
              <a:avLst/>
              <a:gdLst/>
              <a:ahLst/>
              <a:cxnLst/>
              <a:rect l="l" t="t" r="r" b="b"/>
              <a:pathLst>
                <a:path w="44501" h="86093">
                  <a:moveTo>
                    <a:pt x="44501" y="0"/>
                  </a:moveTo>
                  <a:lnTo>
                    <a:pt x="0" y="0"/>
                  </a:lnTo>
                  <a:lnTo>
                    <a:pt x="0" y="31737"/>
                  </a:lnTo>
                  <a:lnTo>
                    <a:pt x="22263" y="86093"/>
                  </a:lnTo>
                  <a:lnTo>
                    <a:pt x="44501" y="31737"/>
                  </a:lnTo>
                  <a:close/>
                </a:path>
              </a:pathLst>
            </a:custGeom>
            <a:solidFill>
              <a:srgbClr val="355477"/>
            </a:solidFill>
          </p:spPr>
          <p:txBody>
            <a:bodyPr/>
            <a:lstStyle/>
            <a:p>
              <a:endParaRPr lang="en-US"/>
            </a:p>
          </p:txBody>
        </p:sp>
        <p:sp>
          <p:nvSpPr>
            <p:cNvPr id="359" name="Freeform 74">
              <a:extLst>
                <a:ext uri="{FF2B5EF4-FFF2-40B4-BE49-F238E27FC236}">
                  <a16:creationId xmlns:a16="http://schemas.microsoft.com/office/drawing/2014/main" id="{0454A99C-218E-E5D9-D2A6-A0AEFDFA8C86}"/>
                </a:ext>
              </a:extLst>
            </p:cNvPr>
            <p:cNvSpPr/>
            <p:nvPr/>
          </p:nvSpPr>
          <p:spPr>
            <a:xfrm>
              <a:off x="545324" y="2573052"/>
              <a:ext cx="44501" cy="86093"/>
            </a:xfrm>
            <a:custGeom>
              <a:avLst/>
              <a:gdLst/>
              <a:ahLst/>
              <a:cxnLst/>
              <a:rect l="l" t="t" r="r" b="b"/>
              <a:pathLst>
                <a:path w="44501" h="86093">
                  <a:moveTo>
                    <a:pt x="44501" y="0"/>
                  </a:moveTo>
                  <a:lnTo>
                    <a:pt x="0" y="0"/>
                  </a:lnTo>
                  <a:lnTo>
                    <a:pt x="0" y="31737"/>
                  </a:lnTo>
                  <a:lnTo>
                    <a:pt x="22263" y="86093"/>
                  </a:lnTo>
                  <a:lnTo>
                    <a:pt x="44501" y="31737"/>
                  </a:lnTo>
                  <a:lnTo>
                    <a:pt x="44501" y="0"/>
                  </a:lnTo>
                  <a:close/>
                </a:path>
              </a:pathLst>
            </a:custGeom>
            <a:noFill/>
            <a:ln w="12700" cap="sq">
              <a:solidFill>
                <a:srgbClr val="002856"/>
              </a:solidFill>
            </a:ln>
          </p:spPr>
          <p:txBody>
            <a:bodyPr/>
            <a:lstStyle/>
            <a:p>
              <a:endParaRPr lang="en-US"/>
            </a:p>
          </p:txBody>
        </p:sp>
        <p:sp>
          <p:nvSpPr>
            <p:cNvPr id="360" name="Freeform 75">
              <a:extLst>
                <a:ext uri="{FF2B5EF4-FFF2-40B4-BE49-F238E27FC236}">
                  <a16:creationId xmlns:a16="http://schemas.microsoft.com/office/drawing/2014/main" id="{E77A42F1-319D-9E45-05FD-C365C8730BAF}"/>
                </a:ext>
              </a:extLst>
            </p:cNvPr>
            <p:cNvSpPr/>
            <p:nvPr/>
          </p:nvSpPr>
          <p:spPr>
            <a:xfrm>
              <a:off x="545324" y="2573052"/>
              <a:ext cx="44501" cy="86093"/>
            </a:xfrm>
            <a:custGeom>
              <a:avLst/>
              <a:gdLst/>
              <a:ahLst/>
              <a:cxnLst/>
              <a:rect l="l" t="t" r="r" b="b"/>
              <a:pathLst>
                <a:path w="44501" h="86093">
                  <a:moveTo>
                    <a:pt x="44501" y="0"/>
                  </a:moveTo>
                  <a:lnTo>
                    <a:pt x="0" y="0"/>
                  </a:lnTo>
                  <a:lnTo>
                    <a:pt x="0" y="31737"/>
                  </a:lnTo>
                  <a:lnTo>
                    <a:pt x="22263" y="86093"/>
                  </a:lnTo>
                  <a:lnTo>
                    <a:pt x="44501" y="31737"/>
                  </a:lnTo>
                  <a:lnTo>
                    <a:pt x="44501" y="0"/>
                  </a:lnTo>
                  <a:close/>
                </a:path>
              </a:pathLst>
            </a:custGeom>
            <a:noFill/>
            <a:ln w="12700" cap="sq">
              <a:solidFill>
                <a:srgbClr val="002856"/>
              </a:solidFill>
            </a:ln>
          </p:spPr>
          <p:txBody>
            <a:bodyPr/>
            <a:lstStyle/>
            <a:p>
              <a:endParaRPr lang="en-US"/>
            </a:p>
          </p:txBody>
        </p:sp>
        <p:sp>
          <p:nvSpPr>
            <p:cNvPr id="361" name="Freeform 76">
              <a:extLst>
                <a:ext uri="{FF2B5EF4-FFF2-40B4-BE49-F238E27FC236}">
                  <a16:creationId xmlns:a16="http://schemas.microsoft.com/office/drawing/2014/main" id="{C7F4BC1B-35CA-2650-6512-44FA7485711C}"/>
                </a:ext>
              </a:extLst>
            </p:cNvPr>
            <p:cNvSpPr/>
            <p:nvPr/>
          </p:nvSpPr>
          <p:spPr>
            <a:xfrm>
              <a:off x="512303" y="2468518"/>
              <a:ext cx="110579" cy="110579"/>
            </a:xfrm>
            <a:custGeom>
              <a:avLst/>
              <a:gdLst/>
              <a:ahLst/>
              <a:cxnLst/>
              <a:rect l="l" t="t" r="r" b="b"/>
              <a:pathLst>
                <a:path w="110579" h="110579">
                  <a:moveTo>
                    <a:pt x="110579" y="55283"/>
                  </a:moveTo>
                  <a:cubicBezTo>
                    <a:pt x="110579" y="24740"/>
                    <a:pt x="85826" y="0"/>
                    <a:pt x="55283" y="0"/>
                  </a:cubicBezTo>
                  <a:cubicBezTo>
                    <a:pt x="24752" y="0"/>
                    <a:pt x="0" y="24740"/>
                    <a:pt x="0" y="55283"/>
                  </a:cubicBezTo>
                  <a:cubicBezTo>
                    <a:pt x="0" y="85826"/>
                    <a:pt x="24752" y="110579"/>
                    <a:pt x="55283" y="110579"/>
                  </a:cubicBezTo>
                  <a:cubicBezTo>
                    <a:pt x="85826" y="110579"/>
                    <a:pt x="110579" y="85826"/>
                    <a:pt x="110579" y="55283"/>
                  </a:cubicBezTo>
                </a:path>
              </a:pathLst>
            </a:custGeom>
            <a:solidFill>
              <a:srgbClr val="355477"/>
            </a:solidFill>
          </p:spPr>
          <p:txBody>
            <a:bodyPr/>
            <a:lstStyle/>
            <a:p>
              <a:endParaRPr lang="en-US"/>
            </a:p>
          </p:txBody>
        </p:sp>
        <p:sp>
          <p:nvSpPr>
            <p:cNvPr id="362" name="Freeform 77">
              <a:extLst>
                <a:ext uri="{FF2B5EF4-FFF2-40B4-BE49-F238E27FC236}">
                  <a16:creationId xmlns:a16="http://schemas.microsoft.com/office/drawing/2014/main" id="{54336144-901C-B084-BF1D-C62FF8B3102C}"/>
                </a:ext>
              </a:extLst>
            </p:cNvPr>
            <p:cNvSpPr/>
            <p:nvPr/>
          </p:nvSpPr>
          <p:spPr>
            <a:xfrm>
              <a:off x="512303" y="2468518"/>
              <a:ext cx="110579" cy="110579"/>
            </a:xfrm>
            <a:custGeom>
              <a:avLst/>
              <a:gdLst/>
              <a:ahLst/>
              <a:cxnLst/>
              <a:rect l="l" t="t" r="r" b="b"/>
              <a:pathLst>
                <a:path w="110579" h="110579">
                  <a:moveTo>
                    <a:pt x="110579" y="55283"/>
                  </a:moveTo>
                  <a:cubicBezTo>
                    <a:pt x="110579" y="24740"/>
                    <a:pt x="85826" y="0"/>
                    <a:pt x="55283" y="0"/>
                  </a:cubicBezTo>
                  <a:cubicBezTo>
                    <a:pt x="24752" y="0"/>
                    <a:pt x="0" y="24740"/>
                    <a:pt x="0" y="55283"/>
                  </a:cubicBezTo>
                  <a:cubicBezTo>
                    <a:pt x="0" y="85826"/>
                    <a:pt x="24752" y="110579"/>
                    <a:pt x="55283" y="110579"/>
                  </a:cubicBezTo>
                  <a:cubicBezTo>
                    <a:pt x="85826" y="110579"/>
                    <a:pt x="110579" y="85826"/>
                    <a:pt x="110579" y="55283"/>
                  </a:cubicBezTo>
                </a:path>
              </a:pathLst>
            </a:custGeom>
            <a:noFill/>
            <a:ln w="12700" cap="sq">
              <a:solidFill>
                <a:srgbClr val="002856"/>
              </a:solidFill>
            </a:ln>
          </p:spPr>
          <p:txBody>
            <a:bodyPr/>
            <a:lstStyle/>
            <a:p>
              <a:endParaRPr lang="en-US"/>
            </a:p>
          </p:txBody>
        </p:sp>
        <p:sp>
          <p:nvSpPr>
            <p:cNvPr id="363" name="Freeform 78">
              <a:extLst>
                <a:ext uri="{FF2B5EF4-FFF2-40B4-BE49-F238E27FC236}">
                  <a16:creationId xmlns:a16="http://schemas.microsoft.com/office/drawing/2014/main" id="{BA072349-DCFF-FCED-FE23-707D38F07D8F}"/>
                </a:ext>
              </a:extLst>
            </p:cNvPr>
            <p:cNvSpPr/>
            <p:nvPr/>
          </p:nvSpPr>
          <p:spPr>
            <a:xfrm>
              <a:off x="512303" y="2468518"/>
              <a:ext cx="110579" cy="110579"/>
            </a:xfrm>
            <a:custGeom>
              <a:avLst/>
              <a:gdLst/>
              <a:ahLst/>
              <a:cxnLst/>
              <a:rect l="l" t="t" r="r" b="b"/>
              <a:pathLst>
                <a:path w="110579" h="110579">
                  <a:moveTo>
                    <a:pt x="110579" y="55283"/>
                  </a:moveTo>
                  <a:cubicBezTo>
                    <a:pt x="110579" y="24740"/>
                    <a:pt x="85826" y="0"/>
                    <a:pt x="55283" y="0"/>
                  </a:cubicBezTo>
                  <a:cubicBezTo>
                    <a:pt x="24752" y="0"/>
                    <a:pt x="0" y="24740"/>
                    <a:pt x="0" y="55283"/>
                  </a:cubicBezTo>
                  <a:cubicBezTo>
                    <a:pt x="0" y="85826"/>
                    <a:pt x="24752" y="110579"/>
                    <a:pt x="55283" y="110579"/>
                  </a:cubicBezTo>
                  <a:cubicBezTo>
                    <a:pt x="85826" y="110579"/>
                    <a:pt x="110579" y="85826"/>
                    <a:pt x="110579" y="55283"/>
                  </a:cubicBezTo>
                  <a:close/>
                </a:path>
              </a:pathLst>
            </a:custGeom>
            <a:noFill/>
            <a:ln w="12700" cap="sq">
              <a:solidFill>
                <a:srgbClr val="002856"/>
              </a:solidFill>
            </a:ln>
          </p:spPr>
          <p:txBody>
            <a:bodyPr/>
            <a:lstStyle/>
            <a:p>
              <a:endParaRPr lang="en-US"/>
            </a:p>
          </p:txBody>
        </p:sp>
        <p:sp>
          <p:nvSpPr>
            <p:cNvPr id="364" name="Freeform 79">
              <a:extLst>
                <a:ext uri="{FF2B5EF4-FFF2-40B4-BE49-F238E27FC236}">
                  <a16:creationId xmlns:a16="http://schemas.microsoft.com/office/drawing/2014/main" id="{0A2E43B1-0B7E-8EED-11B9-9BDA7411178C}"/>
                </a:ext>
              </a:extLst>
            </p:cNvPr>
            <p:cNvSpPr/>
            <p:nvPr/>
          </p:nvSpPr>
          <p:spPr>
            <a:xfrm>
              <a:off x="519492" y="2442180"/>
              <a:ext cx="97206" cy="54102"/>
            </a:xfrm>
            <a:custGeom>
              <a:avLst/>
              <a:gdLst/>
              <a:ahLst/>
              <a:cxnLst/>
              <a:rect l="l" t="t" r="r" b="b"/>
              <a:pathLst>
                <a:path w="97206" h="54102">
                  <a:moveTo>
                    <a:pt x="7468" y="24015"/>
                  </a:moveTo>
                  <a:cubicBezTo>
                    <a:pt x="3239" y="27800"/>
                    <a:pt x="0" y="33464"/>
                    <a:pt x="1245" y="39001"/>
                  </a:cubicBezTo>
                  <a:cubicBezTo>
                    <a:pt x="2959" y="46659"/>
                    <a:pt x="11862" y="50088"/>
                    <a:pt x="19622" y="51320"/>
                  </a:cubicBezTo>
                  <a:cubicBezTo>
                    <a:pt x="36906" y="54101"/>
                    <a:pt x="55423" y="52082"/>
                    <a:pt x="70396" y="43014"/>
                  </a:cubicBezTo>
                  <a:cubicBezTo>
                    <a:pt x="84404" y="34531"/>
                    <a:pt x="97206" y="17081"/>
                    <a:pt x="95187" y="0"/>
                  </a:cubicBezTo>
                  <a:cubicBezTo>
                    <a:pt x="82423" y="3581"/>
                    <a:pt x="71057" y="10058"/>
                    <a:pt x="57684" y="11950"/>
                  </a:cubicBezTo>
                  <a:cubicBezTo>
                    <a:pt x="40843" y="14351"/>
                    <a:pt x="21171" y="11734"/>
                    <a:pt x="7468" y="24015"/>
                  </a:cubicBezTo>
                </a:path>
              </a:pathLst>
            </a:custGeom>
            <a:solidFill>
              <a:srgbClr val="002856"/>
            </a:solidFill>
          </p:spPr>
          <p:txBody>
            <a:bodyPr/>
            <a:lstStyle/>
            <a:p>
              <a:endParaRPr lang="en-US"/>
            </a:p>
          </p:txBody>
        </p:sp>
        <p:sp>
          <p:nvSpPr>
            <p:cNvPr id="365" name="Freeform 80">
              <a:extLst>
                <a:ext uri="{FF2B5EF4-FFF2-40B4-BE49-F238E27FC236}">
                  <a16:creationId xmlns:a16="http://schemas.microsoft.com/office/drawing/2014/main" id="{59B2ADBC-5A61-83DF-F1A0-9BBEE08CA02B}"/>
                </a:ext>
              </a:extLst>
            </p:cNvPr>
            <p:cNvSpPr/>
            <p:nvPr/>
          </p:nvSpPr>
          <p:spPr>
            <a:xfrm>
              <a:off x="519492" y="2442180"/>
              <a:ext cx="97206" cy="54102"/>
            </a:xfrm>
            <a:custGeom>
              <a:avLst/>
              <a:gdLst/>
              <a:ahLst/>
              <a:cxnLst/>
              <a:rect l="l" t="t" r="r" b="b"/>
              <a:pathLst>
                <a:path w="97206" h="54102">
                  <a:moveTo>
                    <a:pt x="7468" y="24015"/>
                  </a:moveTo>
                  <a:cubicBezTo>
                    <a:pt x="3239" y="27800"/>
                    <a:pt x="0" y="33464"/>
                    <a:pt x="1245" y="39001"/>
                  </a:cubicBezTo>
                  <a:cubicBezTo>
                    <a:pt x="2959" y="46659"/>
                    <a:pt x="11862" y="50088"/>
                    <a:pt x="19622" y="51320"/>
                  </a:cubicBezTo>
                  <a:cubicBezTo>
                    <a:pt x="36906" y="54101"/>
                    <a:pt x="55423" y="52082"/>
                    <a:pt x="70396" y="43014"/>
                  </a:cubicBezTo>
                  <a:cubicBezTo>
                    <a:pt x="84404" y="34531"/>
                    <a:pt x="97206" y="17081"/>
                    <a:pt x="95187" y="0"/>
                  </a:cubicBezTo>
                  <a:cubicBezTo>
                    <a:pt x="82423" y="3581"/>
                    <a:pt x="71057" y="10058"/>
                    <a:pt x="57684" y="11950"/>
                  </a:cubicBezTo>
                  <a:cubicBezTo>
                    <a:pt x="40843" y="14351"/>
                    <a:pt x="21171" y="11734"/>
                    <a:pt x="7468" y="24015"/>
                  </a:cubicBezTo>
                </a:path>
              </a:pathLst>
            </a:custGeom>
            <a:noFill/>
            <a:ln w="12700" cap="sq">
              <a:solidFill>
                <a:srgbClr val="002856"/>
              </a:solidFill>
            </a:ln>
          </p:spPr>
          <p:txBody>
            <a:bodyPr/>
            <a:lstStyle/>
            <a:p>
              <a:endParaRPr lang="en-US"/>
            </a:p>
          </p:txBody>
        </p:sp>
        <p:sp>
          <p:nvSpPr>
            <p:cNvPr id="366" name="Freeform 81">
              <a:extLst>
                <a:ext uri="{FF2B5EF4-FFF2-40B4-BE49-F238E27FC236}">
                  <a16:creationId xmlns:a16="http://schemas.microsoft.com/office/drawing/2014/main" id="{BCF0003D-0274-8868-2693-F8A24285790D}"/>
                </a:ext>
              </a:extLst>
            </p:cNvPr>
            <p:cNvSpPr/>
            <p:nvPr/>
          </p:nvSpPr>
          <p:spPr>
            <a:xfrm>
              <a:off x="519492" y="2442180"/>
              <a:ext cx="97206" cy="54102"/>
            </a:xfrm>
            <a:custGeom>
              <a:avLst/>
              <a:gdLst/>
              <a:ahLst/>
              <a:cxnLst/>
              <a:rect l="l" t="t" r="r" b="b"/>
              <a:pathLst>
                <a:path w="97206" h="54102">
                  <a:moveTo>
                    <a:pt x="7468" y="24015"/>
                  </a:moveTo>
                  <a:cubicBezTo>
                    <a:pt x="3239" y="27800"/>
                    <a:pt x="0" y="33464"/>
                    <a:pt x="1245" y="39001"/>
                  </a:cubicBezTo>
                  <a:cubicBezTo>
                    <a:pt x="2959" y="46659"/>
                    <a:pt x="11862" y="50088"/>
                    <a:pt x="19622" y="51320"/>
                  </a:cubicBezTo>
                  <a:cubicBezTo>
                    <a:pt x="36906" y="54101"/>
                    <a:pt x="55423" y="52082"/>
                    <a:pt x="70396" y="43014"/>
                  </a:cubicBezTo>
                  <a:cubicBezTo>
                    <a:pt x="84404" y="34531"/>
                    <a:pt x="97206" y="17081"/>
                    <a:pt x="95187" y="0"/>
                  </a:cubicBezTo>
                  <a:cubicBezTo>
                    <a:pt x="82423" y="3581"/>
                    <a:pt x="71057" y="10058"/>
                    <a:pt x="57684" y="11950"/>
                  </a:cubicBezTo>
                  <a:cubicBezTo>
                    <a:pt x="40843" y="14351"/>
                    <a:pt x="21171" y="11734"/>
                    <a:pt x="7468" y="24015"/>
                  </a:cubicBezTo>
                  <a:close/>
                </a:path>
              </a:pathLst>
            </a:custGeom>
            <a:noFill/>
            <a:ln w="12700" cap="sq">
              <a:solidFill>
                <a:srgbClr val="002856"/>
              </a:solidFill>
            </a:ln>
          </p:spPr>
          <p:txBody>
            <a:bodyPr/>
            <a:lstStyle/>
            <a:p>
              <a:endParaRPr lang="en-US"/>
            </a:p>
          </p:txBody>
        </p:sp>
        <p:sp>
          <p:nvSpPr>
            <p:cNvPr id="367" name="Freeform 82">
              <a:extLst>
                <a:ext uri="{FF2B5EF4-FFF2-40B4-BE49-F238E27FC236}">
                  <a16:creationId xmlns:a16="http://schemas.microsoft.com/office/drawing/2014/main" id="{078C098A-EE19-E572-52D5-AA302D750688}"/>
                </a:ext>
              </a:extLst>
            </p:cNvPr>
            <p:cNvSpPr/>
            <p:nvPr/>
          </p:nvSpPr>
          <p:spPr>
            <a:xfrm>
              <a:off x="449054" y="2425136"/>
              <a:ext cx="237084" cy="237083"/>
            </a:xfrm>
            <a:custGeom>
              <a:avLst/>
              <a:gdLst/>
              <a:ahLst/>
              <a:cxnLst/>
              <a:rect l="l" t="t" r="r" b="b"/>
              <a:pathLst>
                <a:path w="237084" h="237083">
                  <a:moveTo>
                    <a:pt x="237084" y="118542"/>
                  </a:moveTo>
                  <a:cubicBezTo>
                    <a:pt x="237084" y="184011"/>
                    <a:pt x="184011" y="237084"/>
                    <a:pt x="118542" y="237084"/>
                  </a:cubicBezTo>
                  <a:cubicBezTo>
                    <a:pt x="53061" y="237084"/>
                    <a:pt x="0" y="184011"/>
                    <a:pt x="0" y="118542"/>
                  </a:cubicBezTo>
                  <a:cubicBezTo>
                    <a:pt x="0" y="53074"/>
                    <a:pt x="53061" y="0"/>
                    <a:pt x="118542" y="0"/>
                  </a:cubicBezTo>
                  <a:cubicBezTo>
                    <a:pt x="184011" y="0"/>
                    <a:pt x="237084" y="53074"/>
                    <a:pt x="237084" y="118542"/>
                  </a:cubicBezTo>
                </a:path>
              </a:pathLst>
            </a:custGeom>
            <a:noFill/>
            <a:ln w="12700" cap="sq">
              <a:solidFill>
                <a:srgbClr val="002856"/>
              </a:solidFill>
            </a:ln>
          </p:spPr>
          <p:txBody>
            <a:bodyPr/>
            <a:lstStyle/>
            <a:p>
              <a:endParaRPr lang="en-US"/>
            </a:p>
          </p:txBody>
        </p:sp>
      </p:grpSp>
      <p:sp>
        <p:nvSpPr>
          <p:cNvPr id="368" name="TextBox 367">
            <a:extLst>
              <a:ext uri="{FF2B5EF4-FFF2-40B4-BE49-F238E27FC236}">
                <a16:creationId xmlns:a16="http://schemas.microsoft.com/office/drawing/2014/main" id="{552AEA09-8011-59E7-BE9E-B1759AFC7E21}"/>
              </a:ext>
            </a:extLst>
          </p:cNvPr>
          <p:cNvSpPr txBox="1"/>
          <p:nvPr/>
        </p:nvSpPr>
        <p:spPr>
          <a:xfrm>
            <a:off x="190500" y="4006448"/>
            <a:ext cx="927100" cy="381000"/>
          </a:xfrm>
          <a:prstGeom prst="rect">
            <a:avLst/>
          </a:prstGeom>
        </p:spPr>
        <p:txBody>
          <a:bodyPr lIns="0" tIns="0" rIns="0" bIns="0" anchor="t"/>
          <a:lstStyle/>
          <a:p>
            <a:pPr marL="0" indent="0" algn="l">
              <a:lnSpc>
                <a:spcPts val="1500"/>
              </a:lnSpc>
            </a:pPr>
            <a:r>
              <a:rPr lang="en-US" sz="1200" b="1">
                <a:solidFill>
                  <a:srgbClr val="000000"/>
                </a:solidFill>
                <a:latin typeface="Arial" panose="020B0604020202020204" pitchFamily="34" charset="0"/>
              </a:rPr>
              <a:t>Users (API Consumers)</a:t>
            </a:r>
          </a:p>
        </p:txBody>
      </p:sp>
      <p:grpSp>
        <p:nvGrpSpPr>
          <p:cNvPr id="369" name="Group 368">
            <a:extLst>
              <a:ext uri="{FF2B5EF4-FFF2-40B4-BE49-F238E27FC236}">
                <a16:creationId xmlns:a16="http://schemas.microsoft.com/office/drawing/2014/main" id="{43C3C81B-01B5-A886-8FE4-C236BC4ECF3D}"/>
              </a:ext>
            </a:extLst>
          </p:cNvPr>
          <p:cNvGrpSpPr/>
          <p:nvPr/>
        </p:nvGrpSpPr>
        <p:grpSpPr>
          <a:xfrm>
            <a:off x="361379" y="3429910"/>
            <a:ext cx="512271" cy="481563"/>
            <a:chOff x="400152" y="3501055"/>
            <a:chExt cx="512271" cy="481563"/>
          </a:xfrm>
        </p:grpSpPr>
        <p:sp>
          <p:nvSpPr>
            <p:cNvPr id="370" name="Freeform 83">
              <a:extLst>
                <a:ext uri="{FF2B5EF4-FFF2-40B4-BE49-F238E27FC236}">
                  <a16:creationId xmlns:a16="http://schemas.microsoft.com/office/drawing/2014/main" id="{FB82833A-6B91-1A9C-5AC2-5F558030AF97}"/>
                </a:ext>
              </a:extLst>
            </p:cNvPr>
            <p:cNvSpPr/>
            <p:nvPr/>
          </p:nvSpPr>
          <p:spPr>
            <a:xfrm>
              <a:off x="567568" y="3680539"/>
              <a:ext cx="177404" cy="48738"/>
            </a:xfrm>
            <a:custGeom>
              <a:avLst/>
              <a:gdLst/>
              <a:ahLst/>
              <a:cxnLst/>
              <a:rect l="l" t="t" r="r" b="b"/>
              <a:pathLst>
                <a:path w="177404" h="48738">
                  <a:moveTo>
                    <a:pt x="133784" y="48738"/>
                  </a:moveTo>
                  <a:lnTo>
                    <a:pt x="111175" y="165"/>
                  </a:lnTo>
                  <a:lnTo>
                    <a:pt x="172350" y="165"/>
                  </a:lnTo>
                  <a:lnTo>
                    <a:pt x="177404" y="17723"/>
                  </a:lnTo>
                  <a:lnTo>
                    <a:pt x="177404" y="17723"/>
                  </a:lnTo>
                  <a:cubicBezTo>
                    <a:pt x="165507" y="31126"/>
                    <a:pt x="150618" y="41814"/>
                    <a:pt x="133784" y="48738"/>
                  </a:cubicBezTo>
                  <a:close/>
                  <a:moveTo>
                    <a:pt x="43578" y="48706"/>
                  </a:moveTo>
                  <a:cubicBezTo>
                    <a:pt x="26760" y="41774"/>
                    <a:pt x="11886" y="31086"/>
                    <a:pt x="0" y="17687"/>
                  </a:cubicBezTo>
                  <a:lnTo>
                    <a:pt x="0" y="17687"/>
                  </a:lnTo>
                  <a:lnTo>
                    <a:pt x="5092" y="0"/>
                  </a:lnTo>
                  <a:lnTo>
                    <a:pt x="66255" y="0"/>
                  </a:lnTo>
                  <a:lnTo>
                    <a:pt x="43578" y="48706"/>
                  </a:lnTo>
                  <a:close/>
                </a:path>
              </a:pathLst>
            </a:custGeom>
            <a:noFill/>
            <a:ln w="12700" cap="sq">
              <a:solidFill>
                <a:srgbClr val="002856"/>
              </a:solidFill>
            </a:ln>
          </p:spPr>
          <p:txBody>
            <a:bodyPr/>
            <a:lstStyle/>
            <a:p>
              <a:endParaRPr lang="en-US"/>
            </a:p>
          </p:txBody>
        </p:sp>
        <p:sp>
          <p:nvSpPr>
            <p:cNvPr id="371" name="Freeform 84">
              <a:extLst>
                <a:ext uri="{FF2B5EF4-FFF2-40B4-BE49-F238E27FC236}">
                  <a16:creationId xmlns:a16="http://schemas.microsoft.com/office/drawing/2014/main" id="{CADEE2A5-E7A9-6605-F24C-7C067260C26A}"/>
                </a:ext>
              </a:extLst>
            </p:cNvPr>
            <p:cNvSpPr/>
            <p:nvPr/>
          </p:nvSpPr>
          <p:spPr>
            <a:xfrm>
              <a:off x="634016" y="3648971"/>
              <a:ext cx="44501" cy="86093"/>
            </a:xfrm>
            <a:custGeom>
              <a:avLst/>
              <a:gdLst/>
              <a:ahLst/>
              <a:cxnLst/>
              <a:rect l="l" t="t" r="r" b="b"/>
              <a:pathLst>
                <a:path w="44501" h="86093">
                  <a:moveTo>
                    <a:pt x="44501" y="0"/>
                  </a:moveTo>
                  <a:lnTo>
                    <a:pt x="0" y="0"/>
                  </a:lnTo>
                  <a:lnTo>
                    <a:pt x="0" y="31738"/>
                  </a:lnTo>
                  <a:lnTo>
                    <a:pt x="22263" y="86094"/>
                  </a:lnTo>
                  <a:lnTo>
                    <a:pt x="44501" y="31738"/>
                  </a:lnTo>
                  <a:close/>
                </a:path>
              </a:pathLst>
            </a:custGeom>
            <a:solidFill>
              <a:srgbClr val="D1DDEA"/>
            </a:solidFill>
          </p:spPr>
          <p:txBody>
            <a:bodyPr/>
            <a:lstStyle/>
            <a:p>
              <a:endParaRPr lang="en-US"/>
            </a:p>
          </p:txBody>
        </p:sp>
        <p:sp>
          <p:nvSpPr>
            <p:cNvPr id="372" name="Freeform 85">
              <a:extLst>
                <a:ext uri="{FF2B5EF4-FFF2-40B4-BE49-F238E27FC236}">
                  <a16:creationId xmlns:a16="http://schemas.microsoft.com/office/drawing/2014/main" id="{A3D6C114-8C38-1C4E-F2CD-4E903259657E}"/>
                </a:ext>
              </a:extLst>
            </p:cNvPr>
            <p:cNvSpPr/>
            <p:nvPr/>
          </p:nvSpPr>
          <p:spPr>
            <a:xfrm>
              <a:off x="634016" y="3648971"/>
              <a:ext cx="44501" cy="86093"/>
            </a:xfrm>
            <a:custGeom>
              <a:avLst/>
              <a:gdLst/>
              <a:ahLst/>
              <a:cxnLst/>
              <a:rect l="l" t="t" r="r" b="b"/>
              <a:pathLst>
                <a:path w="44501" h="86093">
                  <a:moveTo>
                    <a:pt x="44501" y="0"/>
                  </a:moveTo>
                  <a:lnTo>
                    <a:pt x="0" y="0"/>
                  </a:lnTo>
                  <a:lnTo>
                    <a:pt x="0" y="31738"/>
                  </a:lnTo>
                  <a:lnTo>
                    <a:pt x="22263" y="86094"/>
                  </a:lnTo>
                  <a:lnTo>
                    <a:pt x="44501" y="31738"/>
                  </a:lnTo>
                  <a:lnTo>
                    <a:pt x="44501" y="0"/>
                  </a:lnTo>
                  <a:close/>
                </a:path>
              </a:pathLst>
            </a:custGeom>
            <a:noFill/>
            <a:ln w="12700" cap="sq">
              <a:solidFill>
                <a:srgbClr val="002856"/>
              </a:solidFill>
            </a:ln>
          </p:spPr>
          <p:txBody>
            <a:bodyPr/>
            <a:lstStyle/>
            <a:p>
              <a:endParaRPr lang="en-US"/>
            </a:p>
          </p:txBody>
        </p:sp>
        <p:sp>
          <p:nvSpPr>
            <p:cNvPr id="373" name="Freeform 86">
              <a:extLst>
                <a:ext uri="{FF2B5EF4-FFF2-40B4-BE49-F238E27FC236}">
                  <a16:creationId xmlns:a16="http://schemas.microsoft.com/office/drawing/2014/main" id="{53691482-6846-375A-A0F5-6E0EBCD7C3D9}"/>
                </a:ext>
              </a:extLst>
            </p:cNvPr>
            <p:cNvSpPr/>
            <p:nvPr/>
          </p:nvSpPr>
          <p:spPr>
            <a:xfrm>
              <a:off x="600996" y="3544438"/>
              <a:ext cx="110579" cy="110579"/>
            </a:xfrm>
            <a:custGeom>
              <a:avLst/>
              <a:gdLst/>
              <a:ahLst/>
              <a:cxnLst/>
              <a:rect l="l" t="t" r="r" b="b"/>
              <a:pathLst>
                <a:path w="110579" h="110579">
                  <a:moveTo>
                    <a:pt x="110579" y="55283"/>
                  </a:moveTo>
                  <a:cubicBezTo>
                    <a:pt x="110579" y="24739"/>
                    <a:pt x="85826" y="0"/>
                    <a:pt x="55283" y="0"/>
                  </a:cubicBezTo>
                  <a:cubicBezTo>
                    <a:pt x="24752" y="0"/>
                    <a:pt x="0" y="24739"/>
                    <a:pt x="0" y="55283"/>
                  </a:cubicBezTo>
                  <a:cubicBezTo>
                    <a:pt x="0" y="85826"/>
                    <a:pt x="24752" y="110579"/>
                    <a:pt x="55283" y="110579"/>
                  </a:cubicBezTo>
                  <a:cubicBezTo>
                    <a:pt x="85826" y="110579"/>
                    <a:pt x="110579" y="85826"/>
                    <a:pt x="110579" y="55283"/>
                  </a:cubicBezTo>
                </a:path>
              </a:pathLst>
            </a:custGeom>
            <a:solidFill>
              <a:srgbClr val="D1DDEA"/>
            </a:solidFill>
          </p:spPr>
          <p:txBody>
            <a:bodyPr/>
            <a:lstStyle/>
            <a:p>
              <a:endParaRPr lang="en-US"/>
            </a:p>
          </p:txBody>
        </p:sp>
        <p:sp>
          <p:nvSpPr>
            <p:cNvPr id="374" name="Freeform 87">
              <a:extLst>
                <a:ext uri="{FF2B5EF4-FFF2-40B4-BE49-F238E27FC236}">
                  <a16:creationId xmlns:a16="http://schemas.microsoft.com/office/drawing/2014/main" id="{90E5B135-1405-7156-8240-581E44C32883}"/>
                </a:ext>
              </a:extLst>
            </p:cNvPr>
            <p:cNvSpPr/>
            <p:nvPr/>
          </p:nvSpPr>
          <p:spPr>
            <a:xfrm>
              <a:off x="600996" y="3544438"/>
              <a:ext cx="110579" cy="110579"/>
            </a:xfrm>
            <a:custGeom>
              <a:avLst/>
              <a:gdLst/>
              <a:ahLst/>
              <a:cxnLst/>
              <a:rect l="l" t="t" r="r" b="b"/>
              <a:pathLst>
                <a:path w="110579" h="110579">
                  <a:moveTo>
                    <a:pt x="110579" y="55283"/>
                  </a:moveTo>
                  <a:cubicBezTo>
                    <a:pt x="110579" y="24739"/>
                    <a:pt x="85826" y="0"/>
                    <a:pt x="55283" y="0"/>
                  </a:cubicBezTo>
                  <a:cubicBezTo>
                    <a:pt x="24752" y="0"/>
                    <a:pt x="0" y="24739"/>
                    <a:pt x="0" y="55283"/>
                  </a:cubicBezTo>
                  <a:cubicBezTo>
                    <a:pt x="0" y="85826"/>
                    <a:pt x="24752" y="110579"/>
                    <a:pt x="55283" y="110579"/>
                  </a:cubicBezTo>
                  <a:cubicBezTo>
                    <a:pt x="85826" y="110579"/>
                    <a:pt x="110579" y="85826"/>
                    <a:pt x="110579" y="55283"/>
                  </a:cubicBezTo>
                  <a:close/>
                </a:path>
              </a:pathLst>
            </a:custGeom>
            <a:noFill/>
            <a:ln w="12700" cap="sq">
              <a:solidFill>
                <a:srgbClr val="002856"/>
              </a:solidFill>
            </a:ln>
          </p:spPr>
          <p:txBody>
            <a:bodyPr/>
            <a:lstStyle/>
            <a:p>
              <a:endParaRPr lang="en-US"/>
            </a:p>
          </p:txBody>
        </p:sp>
        <p:sp>
          <p:nvSpPr>
            <p:cNvPr id="375" name="Freeform 88">
              <a:extLst>
                <a:ext uri="{FF2B5EF4-FFF2-40B4-BE49-F238E27FC236}">
                  <a16:creationId xmlns:a16="http://schemas.microsoft.com/office/drawing/2014/main" id="{EF20B672-B7B9-DFAE-BD72-20F3F919899D}"/>
                </a:ext>
              </a:extLst>
            </p:cNvPr>
            <p:cNvSpPr/>
            <p:nvPr/>
          </p:nvSpPr>
          <p:spPr>
            <a:xfrm>
              <a:off x="630961" y="3688856"/>
              <a:ext cx="50597" cy="49288"/>
            </a:xfrm>
            <a:custGeom>
              <a:avLst/>
              <a:gdLst/>
              <a:ahLst/>
              <a:cxnLst/>
              <a:rect l="l" t="t" r="r" b="b"/>
              <a:pathLst>
                <a:path w="50597" h="49288">
                  <a:moveTo>
                    <a:pt x="25324" y="49288"/>
                  </a:moveTo>
                  <a:cubicBezTo>
                    <a:pt x="21944" y="49288"/>
                    <a:pt x="18596" y="49146"/>
                    <a:pt x="15288" y="48869"/>
                  </a:cubicBezTo>
                  <a:lnTo>
                    <a:pt x="15288" y="48869"/>
                  </a:lnTo>
                  <a:lnTo>
                    <a:pt x="0" y="0"/>
                  </a:lnTo>
                  <a:lnTo>
                    <a:pt x="7341" y="0"/>
                  </a:lnTo>
                  <a:lnTo>
                    <a:pt x="25299" y="17805"/>
                  </a:lnTo>
                  <a:lnTo>
                    <a:pt x="44895" y="0"/>
                  </a:lnTo>
                  <a:lnTo>
                    <a:pt x="50597" y="0"/>
                  </a:lnTo>
                  <a:lnTo>
                    <a:pt x="35086" y="48891"/>
                  </a:lnTo>
                  <a:lnTo>
                    <a:pt x="35086" y="48891"/>
                  </a:lnTo>
                  <a:cubicBezTo>
                    <a:pt x="31867" y="49154"/>
                    <a:pt x="28611" y="49288"/>
                    <a:pt x="25324" y="49288"/>
                  </a:cubicBezTo>
                  <a:close/>
                </a:path>
              </a:pathLst>
            </a:custGeom>
            <a:solidFill>
              <a:srgbClr val="FFFEFF"/>
            </a:solidFill>
          </p:spPr>
          <p:txBody>
            <a:bodyPr/>
            <a:lstStyle/>
            <a:p>
              <a:endParaRPr lang="en-US"/>
            </a:p>
          </p:txBody>
        </p:sp>
        <p:sp>
          <p:nvSpPr>
            <p:cNvPr id="376" name="Freeform 89">
              <a:extLst>
                <a:ext uri="{FF2B5EF4-FFF2-40B4-BE49-F238E27FC236}">
                  <a16:creationId xmlns:a16="http://schemas.microsoft.com/office/drawing/2014/main" id="{1094209F-D9B9-6C19-FC24-A80EEFE27A15}"/>
                </a:ext>
              </a:extLst>
            </p:cNvPr>
            <p:cNvSpPr/>
            <p:nvPr/>
          </p:nvSpPr>
          <p:spPr>
            <a:xfrm>
              <a:off x="629812" y="3680301"/>
              <a:ext cx="52959" cy="26365"/>
            </a:xfrm>
            <a:custGeom>
              <a:avLst/>
              <a:gdLst/>
              <a:ahLst/>
              <a:cxnLst/>
              <a:rect l="l" t="t" r="r" b="b"/>
              <a:pathLst>
                <a:path w="52959" h="26365">
                  <a:moveTo>
                    <a:pt x="0" y="13"/>
                  </a:moveTo>
                  <a:lnTo>
                    <a:pt x="26454" y="26366"/>
                  </a:lnTo>
                  <a:lnTo>
                    <a:pt x="52959" y="0"/>
                  </a:lnTo>
                </a:path>
              </a:pathLst>
            </a:custGeom>
            <a:noFill/>
            <a:ln w="12700" cap="sq">
              <a:solidFill>
                <a:srgbClr val="002856"/>
              </a:solidFill>
            </a:ln>
          </p:spPr>
          <p:txBody>
            <a:bodyPr/>
            <a:lstStyle/>
            <a:p>
              <a:endParaRPr lang="en-US"/>
            </a:p>
          </p:txBody>
        </p:sp>
        <p:sp>
          <p:nvSpPr>
            <p:cNvPr id="377" name="Freeform 90">
              <a:extLst>
                <a:ext uri="{FF2B5EF4-FFF2-40B4-BE49-F238E27FC236}">
                  <a16:creationId xmlns:a16="http://schemas.microsoft.com/office/drawing/2014/main" id="{D691984C-A753-D85D-D2F8-CF7F01247E3D}"/>
                </a:ext>
              </a:extLst>
            </p:cNvPr>
            <p:cNvSpPr/>
            <p:nvPr/>
          </p:nvSpPr>
          <p:spPr>
            <a:xfrm>
              <a:off x="599413" y="3543835"/>
              <a:ext cx="113729" cy="58306"/>
            </a:xfrm>
            <a:custGeom>
              <a:avLst/>
              <a:gdLst/>
              <a:ahLst/>
              <a:cxnLst/>
              <a:rect l="l" t="t" r="r" b="b"/>
              <a:pathLst>
                <a:path w="113729" h="58306">
                  <a:moveTo>
                    <a:pt x="56871" y="0"/>
                  </a:moveTo>
                  <a:cubicBezTo>
                    <a:pt x="88380" y="0"/>
                    <a:pt x="113729" y="26365"/>
                    <a:pt x="112078" y="58229"/>
                  </a:cubicBezTo>
                  <a:cubicBezTo>
                    <a:pt x="112040" y="58268"/>
                    <a:pt x="112027" y="58280"/>
                    <a:pt x="112002" y="58306"/>
                  </a:cubicBezTo>
                  <a:cubicBezTo>
                    <a:pt x="112002" y="58306"/>
                    <a:pt x="103480" y="36906"/>
                    <a:pt x="76213" y="36906"/>
                  </a:cubicBezTo>
                  <a:lnTo>
                    <a:pt x="67602" y="28118"/>
                  </a:lnTo>
                  <a:lnTo>
                    <a:pt x="60884" y="36906"/>
                  </a:lnTo>
                  <a:lnTo>
                    <a:pt x="37491" y="36906"/>
                  </a:lnTo>
                  <a:cubicBezTo>
                    <a:pt x="9957" y="36906"/>
                    <a:pt x="1740" y="58306"/>
                    <a:pt x="1740" y="58306"/>
                  </a:cubicBezTo>
                  <a:cubicBezTo>
                    <a:pt x="1702" y="58280"/>
                    <a:pt x="1689" y="58268"/>
                    <a:pt x="1664" y="58229"/>
                  </a:cubicBezTo>
                  <a:cubicBezTo>
                    <a:pt x="0" y="26365"/>
                    <a:pt x="25362" y="0"/>
                    <a:pt x="56871" y="0"/>
                  </a:cubicBezTo>
                </a:path>
              </a:pathLst>
            </a:custGeom>
            <a:solidFill>
              <a:srgbClr val="FFFEFF"/>
            </a:solidFill>
          </p:spPr>
          <p:txBody>
            <a:bodyPr/>
            <a:lstStyle/>
            <a:p>
              <a:endParaRPr lang="en-US"/>
            </a:p>
          </p:txBody>
        </p:sp>
        <p:sp>
          <p:nvSpPr>
            <p:cNvPr id="378" name="Freeform 91">
              <a:extLst>
                <a:ext uri="{FF2B5EF4-FFF2-40B4-BE49-F238E27FC236}">
                  <a16:creationId xmlns:a16="http://schemas.microsoft.com/office/drawing/2014/main" id="{8F4A3FBF-8C92-0486-AE04-4B4237FC1FBE}"/>
                </a:ext>
              </a:extLst>
            </p:cNvPr>
            <p:cNvSpPr/>
            <p:nvPr/>
          </p:nvSpPr>
          <p:spPr>
            <a:xfrm>
              <a:off x="599413" y="3543835"/>
              <a:ext cx="113729" cy="58306"/>
            </a:xfrm>
            <a:custGeom>
              <a:avLst/>
              <a:gdLst/>
              <a:ahLst/>
              <a:cxnLst/>
              <a:rect l="l" t="t" r="r" b="b"/>
              <a:pathLst>
                <a:path w="113729" h="58306">
                  <a:moveTo>
                    <a:pt x="56871" y="0"/>
                  </a:moveTo>
                  <a:cubicBezTo>
                    <a:pt x="88380" y="0"/>
                    <a:pt x="113729" y="26365"/>
                    <a:pt x="112078" y="58229"/>
                  </a:cubicBezTo>
                  <a:cubicBezTo>
                    <a:pt x="112040" y="58268"/>
                    <a:pt x="112027" y="58280"/>
                    <a:pt x="112002" y="58306"/>
                  </a:cubicBezTo>
                  <a:cubicBezTo>
                    <a:pt x="112002" y="58306"/>
                    <a:pt x="103480" y="36906"/>
                    <a:pt x="76213" y="36906"/>
                  </a:cubicBezTo>
                  <a:lnTo>
                    <a:pt x="67602" y="28118"/>
                  </a:lnTo>
                  <a:lnTo>
                    <a:pt x="60884" y="36906"/>
                  </a:lnTo>
                  <a:lnTo>
                    <a:pt x="37491" y="36906"/>
                  </a:lnTo>
                  <a:cubicBezTo>
                    <a:pt x="9957" y="36906"/>
                    <a:pt x="1740" y="58306"/>
                    <a:pt x="1740" y="58306"/>
                  </a:cubicBezTo>
                  <a:cubicBezTo>
                    <a:pt x="1702" y="58280"/>
                    <a:pt x="1689" y="58268"/>
                    <a:pt x="1664" y="58229"/>
                  </a:cubicBezTo>
                  <a:cubicBezTo>
                    <a:pt x="0" y="26365"/>
                    <a:pt x="25362" y="0"/>
                    <a:pt x="56871" y="0"/>
                  </a:cubicBezTo>
                  <a:close/>
                </a:path>
              </a:pathLst>
            </a:custGeom>
            <a:noFill/>
            <a:ln w="12700" cap="sq">
              <a:solidFill>
                <a:srgbClr val="002856"/>
              </a:solidFill>
            </a:ln>
          </p:spPr>
          <p:txBody>
            <a:bodyPr/>
            <a:lstStyle/>
            <a:p>
              <a:endParaRPr lang="en-US"/>
            </a:p>
          </p:txBody>
        </p:sp>
        <p:sp>
          <p:nvSpPr>
            <p:cNvPr id="379" name="Freeform 92">
              <a:extLst>
                <a:ext uri="{FF2B5EF4-FFF2-40B4-BE49-F238E27FC236}">
                  <a16:creationId xmlns:a16="http://schemas.microsoft.com/office/drawing/2014/main" id="{7A777CBA-31ED-75F9-ED28-0288E07C7641}"/>
                </a:ext>
              </a:extLst>
            </p:cNvPr>
            <p:cNvSpPr/>
            <p:nvPr/>
          </p:nvSpPr>
          <p:spPr>
            <a:xfrm>
              <a:off x="609204" y="3590739"/>
              <a:ext cx="41821" cy="23216"/>
            </a:xfrm>
            <a:custGeom>
              <a:avLst/>
              <a:gdLst/>
              <a:ahLst/>
              <a:cxnLst/>
              <a:rect l="l" t="t" r="r" b="b"/>
              <a:pathLst>
                <a:path w="41821" h="23216">
                  <a:moveTo>
                    <a:pt x="30315" y="23216"/>
                  </a:moveTo>
                  <a:lnTo>
                    <a:pt x="11493" y="23216"/>
                  </a:lnTo>
                  <a:cubicBezTo>
                    <a:pt x="5181" y="23216"/>
                    <a:pt x="0" y="17996"/>
                    <a:pt x="0" y="11595"/>
                  </a:cubicBezTo>
                  <a:cubicBezTo>
                    <a:pt x="0" y="5220"/>
                    <a:pt x="5181" y="0"/>
                    <a:pt x="11493" y="0"/>
                  </a:cubicBezTo>
                  <a:lnTo>
                    <a:pt x="30315" y="0"/>
                  </a:lnTo>
                  <a:cubicBezTo>
                    <a:pt x="36652" y="0"/>
                    <a:pt x="41821" y="5220"/>
                    <a:pt x="41821" y="11595"/>
                  </a:cubicBezTo>
                  <a:cubicBezTo>
                    <a:pt x="41821" y="17996"/>
                    <a:pt x="36652" y="23216"/>
                    <a:pt x="30315" y="23216"/>
                  </a:cubicBezTo>
                </a:path>
              </a:pathLst>
            </a:custGeom>
            <a:solidFill>
              <a:srgbClr val="D1DDEA"/>
            </a:solidFill>
          </p:spPr>
          <p:txBody>
            <a:bodyPr/>
            <a:lstStyle/>
            <a:p>
              <a:endParaRPr lang="en-US"/>
            </a:p>
          </p:txBody>
        </p:sp>
        <p:sp>
          <p:nvSpPr>
            <p:cNvPr id="380" name="Freeform 93">
              <a:extLst>
                <a:ext uri="{FF2B5EF4-FFF2-40B4-BE49-F238E27FC236}">
                  <a16:creationId xmlns:a16="http://schemas.microsoft.com/office/drawing/2014/main" id="{BC5791A7-5A43-CD20-E912-AB0977F8772F}"/>
                </a:ext>
              </a:extLst>
            </p:cNvPr>
            <p:cNvSpPr/>
            <p:nvPr/>
          </p:nvSpPr>
          <p:spPr>
            <a:xfrm>
              <a:off x="609204" y="3590739"/>
              <a:ext cx="41821" cy="23216"/>
            </a:xfrm>
            <a:custGeom>
              <a:avLst/>
              <a:gdLst/>
              <a:ahLst/>
              <a:cxnLst/>
              <a:rect l="l" t="t" r="r" b="b"/>
              <a:pathLst>
                <a:path w="41821" h="23216">
                  <a:moveTo>
                    <a:pt x="30315" y="23216"/>
                  </a:moveTo>
                  <a:lnTo>
                    <a:pt x="11493" y="23216"/>
                  </a:lnTo>
                  <a:cubicBezTo>
                    <a:pt x="5181" y="23216"/>
                    <a:pt x="0" y="17996"/>
                    <a:pt x="0" y="11595"/>
                  </a:cubicBezTo>
                  <a:cubicBezTo>
                    <a:pt x="0" y="5220"/>
                    <a:pt x="5181" y="0"/>
                    <a:pt x="11493" y="0"/>
                  </a:cubicBezTo>
                  <a:lnTo>
                    <a:pt x="30315" y="0"/>
                  </a:lnTo>
                  <a:cubicBezTo>
                    <a:pt x="36652" y="0"/>
                    <a:pt x="41821" y="5220"/>
                    <a:pt x="41821" y="11595"/>
                  </a:cubicBezTo>
                  <a:cubicBezTo>
                    <a:pt x="41821" y="17996"/>
                    <a:pt x="36652" y="23216"/>
                    <a:pt x="30315" y="23216"/>
                  </a:cubicBezTo>
                  <a:close/>
                </a:path>
              </a:pathLst>
            </a:custGeom>
            <a:noFill/>
            <a:ln w="12700" cap="sq">
              <a:solidFill>
                <a:srgbClr val="002856"/>
              </a:solidFill>
            </a:ln>
          </p:spPr>
          <p:txBody>
            <a:bodyPr/>
            <a:lstStyle/>
            <a:p>
              <a:endParaRPr lang="en-US"/>
            </a:p>
          </p:txBody>
        </p:sp>
        <p:sp>
          <p:nvSpPr>
            <p:cNvPr id="381" name="Freeform 94">
              <a:extLst>
                <a:ext uri="{FF2B5EF4-FFF2-40B4-BE49-F238E27FC236}">
                  <a16:creationId xmlns:a16="http://schemas.microsoft.com/office/drawing/2014/main" id="{16435A61-CDDB-3A68-6BF0-AAF398B91A96}"/>
                </a:ext>
              </a:extLst>
            </p:cNvPr>
            <p:cNvSpPr/>
            <p:nvPr/>
          </p:nvSpPr>
          <p:spPr>
            <a:xfrm>
              <a:off x="661535" y="3590739"/>
              <a:ext cx="41834" cy="23216"/>
            </a:xfrm>
            <a:custGeom>
              <a:avLst/>
              <a:gdLst/>
              <a:ahLst/>
              <a:cxnLst/>
              <a:rect l="l" t="t" r="r" b="b"/>
              <a:pathLst>
                <a:path w="41834" h="23216">
                  <a:moveTo>
                    <a:pt x="30328" y="23216"/>
                  </a:moveTo>
                  <a:lnTo>
                    <a:pt x="11507" y="23216"/>
                  </a:lnTo>
                  <a:cubicBezTo>
                    <a:pt x="5195" y="23216"/>
                    <a:pt x="0" y="17996"/>
                    <a:pt x="0" y="11595"/>
                  </a:cubicBezTo>
                  <a:cubicBezTo>
                    <a:pt x="0" y="5220"/>
                    <a:pt x="5195" y="0"/>
                    <a:pt x="11507" y="0"/>
                  </a:cubicBezTo>
                  <a:lnTo>
                    <a:pt x="30328" y="0"/>
                  </a:lnTo>
                  <a:cubicBezTo>
                    <a:pt x="36665" y="0"/>
                    <a:pt x="41834" y="5220"/>
                    <a:pt x="41834" y="11595"/>
                  </a:cubicBezTo>
                  <a:cubicBezTo>
                    <a:pt x="41834" y="17996"/>
                    <a:pt x="36665" y="23216"/>
                    <a:pt x="30328" y="23216"/>
                  </a:cubicBezTo>
                </a:path>
              </a:pathLst>
            </a:custGeom>
            <a:solidFill>
              <a:srgbClr val="D1DDEA"/>
            </a:solidFill>
          </p:spPr>
          <p:txBody>
            <a:bodyPr/>
            <a:lstStyle/>
            <a:p>
              <a:endParaRPr lang="en-US"/>
            </a:p>
          </p:txBody>
        </p:sp>
        <p:sp>
          <p:nvSpPr>
            <p:cNvPr id="382" name="Freeform 95">
              <a:extLst>
                <a:ext uri="{FF2B5EF4-FFF2-40B4-BE49-F238E27FC236}">
                  <a16:creationId xmlns:a16="http://schemas.microsoft.com/office/drawing/2014/main" id="{9C4BB4DF-7034-D14B-2732-5C832FD56415}"/>
                </a:ext>
              </a:extLst>
            </p:cNvPr>
            <p:cNvSpPr/>
            <p:nvPr/>
          </p:nvSpPr>
          <p:spPr>
            <a:xfrm>
              <a:off x="593933" y="3590739"/>
              <a:ext cx="124714" cy="23216"/>
            </a:xfrm>
            <a:custGeom>
              <a:avLst/>
              <a:gdLst/>
              <a:ahLst/>
              <a:cxnLst/>
              <a:rect l="l" t="t" r="r" b="b"/>
              <a:pathLst>
                <a:path w="124714" h="23216">
                  <a:moveTo>
                    <a:pt x="97930" y="23216"/>
                  </a:moveTo>
                  <a:lnTo>
                    <a:pt x="79109" y="23216"/>
                  </a:lnTo>
                  <a:cubicBezTo>
                    <a:pt x="72797" y="23216"/>
                    <a:pt x="67602" y="17996"/>
                    <a:pt x="67602" y="11595"/>
                  </a:cubicBezTo>
                  <a:cubicBezTo>
                    <a:pt x="67602" y="5220"/>
                    <a:pt x="72797" y="0"/>
                    <a:pt x="79109" y="0"/>
                  </a:cubicBezTo>
                  <a:lnTo>
                    <a:pt x="97930" y="0"/>
                  </a:lnTo>
                  <a:cubicBezTo>
                    <a:pt x="104267" y="0"/>
                    <a:pt x="109436" y="5220"/>
                    <a:pt x="109436" y="11595"/>
                  </a:cubicBezTo>
                  <a:cubicBezTo>
                    <a:pt x="109436" y="17996"/>
                    <a:pt x="104267" y="23216"/>
                    <a:pt x="97930" y="23216"/>
                  </a:cubicBezTo>
                  <a:close/>
                  <a:moveTo>
                    <a:pt x="124714" y="11824"/>
                  </a:moveTo>
                  <a:lnTo>
                    <a:pt x="108700" y="11824"/>
                  </a:lnTo>
                  <a:moveTo>
                    <a:pt x="15990" y="11824"/>
                  </a:moveTo>
                  <a:lnTo>
                    <a:pt x="0" y="11824"/>
                  </a:lnTo>
                  <a:moveTo>
                    <a:pt x="58573" y="7189"/>
                  </a:moveTo>
                  <a:lnTo>
                    <a:pt x="71362" y="7189"/>
                  </a:lnTo>
                </a:path>
              </a:pathLst>
            </a:custGeom>
            <a:noFill/>
            <a:ln w="12700" cap="sq">
              <a:solidFill>
                <a:srgbClr val="002856"/>
              </a:solidFill>
            </a:ln>
          </p:spPr>
          <p:txBody>
            <a:bodyPr/>
            <a:lstStyle/>
            <a:p>
              <a:endParaRPr lang="en-US"/>
            </a:p>
          </p:txBody>
        </p:sp>
        <p:sp>
          <p:nvSpPr>
            <p:cNvPr id="383" name="Freeform 96">
              <a:extLst>
                <a:ext uri="{FF2B5EF4-FFF2-40B4-BE49-F238E27FC236}">
                  <a16:creationId xmlns:a16="http://schemas.microsoft.com/office/drawing/2014/main" id="{4BF97C96-B2B6-EC6E-A529-771BC32F6954}"/>
                </a:ext>
              </a:extLst>
            </p:cNvPr>
            <p:cNvSpPr/>
            <p:nvPr/>
          </p:nvSpPr>
          <p:spPr>
            <a:xfrm>
              <a:off x="537745" y="3501055"/>
              <a:ext cx="237084" cy="237084"/>
            </a:xfrm>
            <a:custGeom>
              <a:avLst/>
              <a:gdLst/>
              <a:ahLst/>
              <a:cxnLst/>
              <a:rect l="l" t="t" r="r" b="b"/>
              <a:pathLst>
                <a:path w="237084" h="237084">
                  <a:moveTo>
                    <a:pt x="237083" y="118542"/>
                  </a:moveTo>
                  <a:cubicBezTo>
                    <a:pt x="237083" y="184010"/>
                    <a:pt x="184010" y="237083"/>
                    <a:pt x="118541" y="237083"/>
                  </a:cubicBezTo>
                  <a:cubicBezTo>
                    <a:pt x="53073" y="237083"/>
                    <a:pt x="0" y="184010"/>
                    <a:pt x="0" y="118542"/>
                  </a:cubicBezTo>
                  <a:cubicBezTo>
                    <a:pt x="0" y="53073"/>
                    <a:pt x="53073" y="0"/>
                    <a:pt x="118541" y="0"/>
                  </a:cubicBezTo>
                  <a:cubicBezTo>
                    <a:pt x="184010" y="0"/>
                    <a:pt x="237083" y="53073"/>
                    <a:pt x="237083" y="118542"/>
                  </a:cubicBezTo>
                </a:path>
              </a:pathLst>
            </a:custGeom>
            <a:noFill/>
            <a:ln w="12700" cap="sq">
              <a:solidFill>
                <a:srgbClr val="002856"/>
              </a:solidFill>
            </a:ln>
          </p:spPr>
          <p:txBody>
            <a:bodyPr/>
            <a:lstStyle/>
            <a:p>
              <a:endParaRPr lang="en-US"/>
            </a:p>
          </p:txBody>
        </p:sp>
        <p:sp>
          <p:nvSpPr>
            <p:cNvPr id="384" name="Freeform 97">
              <a:extLst>
                <a:ext uri="{FF2B5EF4-FFF2-40B4-BE49-F238E27FC236}">
                  <a16:creationId xmlns:a16="http://schemas.microsoft.com/office/drawing/2014/main" id="{8CC7FF0B-20FD-8D90-6A45-CEC2AB73772D}"/>
                </a:ext>
              </a:extLst>
            </p:cNvPr>
            <p:cNvSpPr/>
            <p:nvPr/>
          </p:nvSpPr>
          <p:spPr>
            <a:xfrm>
              <a:off x="726679" y="3925180"/>
              <a:ext cx="134398" cy="54770"/>
            </a:xfrm>
            <a:custGeom>
              <a:avLst/>
              <a:gdLst/>
              <a:ahLst/>
              <a:cxnLst/>
              <a:rect l="l" t="t" r="r" b="b"/>
              <a:pathLst>
                <a:path w="134398" h="54770">
                  <a:moveTo>
                    <a:pt x="42065" y="54769"/>
                  </a:moveTo>
                  <a:lnTo>
                    <a:pt x="42065" y="54769"/>
                  </a:lnTo>
                  <a:cubicBezTo>
                    <a:pt x="26729" y="51458"/>
                    <a:pt x="12497" y="45180"/>
                    <a:pt x="0" y="36565"/>
                  </a:cubicBezTo>
                  <a:lnTo>
                    <a:pt x="0" y="36565"/>
                  </a:lnTo>
                  <a:lnTo>
                    <a:pt x="9785" y="0"/>
                  </a:lnTo>
                  <a:lnTo>
                    <a:pt x="63443" y="0"/>
                  </a:lnTo>
                  <a:lnTo>
                    <a:pt x="67196" y="7116"/>
                  </a:lnTo>
                  <a:lnTo>
                    <a:pt x="67196" y="7116"/>
                  </a:lnTo>
                  <a:lnTo>
                    <a:pt x="42065" y="54769"/>
                  </a:lnTo>
                  <a:close/>
                  <a:moveTo>
                    <a:pt x="92331" y="54770"/>
                  </a:moveTo>
                  <a:lnTo>
                    <a:pt x="67196" y="7116"/>
                  </a:lnTo>
                  <a:lnTo>
                    <a:pt x="67196" y="7116"/>
                  </a:lnTo>
                  <a:lnTo>
                    <a:pt x="70948" y="0"/>
                  </a:lnTo>
                  <a:lnTo>
                    <a:pt x="124618" y="0"/>
                  </a:lnTo>
                  <a:lnTo>
                    <a:pt x="134399" y="36567"/>
                  </a:lnTo>
                  <a:lnTo>
                    <a:pt x="134399" y="36567"/>
                  </a:lnTo>
                  <a:cubicBezTo>
                    <a:pt x="121902" y="45182"/>
                    <a:pt x="107669" y="51459"/>
                    <a:pt x="92331" y="54770"/>
                  </a:cubicBezTo>
                  <a:close/>
                </a:path>
              </a:pathLst>
            </a:custGeom>
            <a:noFill/>
            <a:ln w="12700" cap="sq">
              <a:solidFill>
                <a:srgbClr val="002856"/>
              </a:solidFill>
            </a:ln>
          </p:spPr>
          <p:txBody>
            <a:bodyPr/>
            <a:lstStyle/>
            <a:p>
              <a:endParaRPr lang="en-US"/>
            </a:p>
          </p:txBody>
        </p:sp>
        <p:sp>
          <p:nvSpPr>
            <p:cNvPr id="385" name="Freeform 98">
              <a:extLst>
                <a:ext uri="{FF2B5EF4-FFF2-40B4-BE49-F238E27FC236}">
                  <a16:creationId xmlns:a16="http://schemas.microsoft.com/office/drawing/2014/main" id="{ED8B37EB-FEFB-4E7B-DA8B-C074CD16EAE2}"/>
                </a:ext>
              </a:extLst>
            </p:cNvPr>
            <p:cNvSpPr/>
            <p:nvPr/>
          </p:nvSpPr>
          <p:spPr>
            <a:xfrm>
              <a:off x="771561" y="3893446"/>
              <a:ext cx="44590" cy="86093"/>
            </a:xfrm>
            <a:custGeom>
              <a:avLst/>
              <a:gdLst/>
              <a:ahLst/>
              <a:cxnLst/>
              <a:rect l="l" t="t" r="r" b="b"/>
              <a:pathLst>
                <a:path w="44590" h="86093">
                  <a:moveTo>
                    <a:pt x="44551" y="0"/>
                  </a:moveTo>
                  <a:lnTo>
                    <a:pt x="50" y="0"/>
                  </a:lnTo>
                  <a:lnTo>
                    <a:pt x="0" y="31738"/>
                  </a:lnTo>
                  <a:lnTo>
                    <a:pt x="22301" y="86094"/>
                  </a:lnTo>
                  <a:lnTo>
                    <a:pt x="44589" y="31738"/>
                  </a:lnTo>
                  <a:close/>
                </a:path>
              </a:pathLst>
            </a:custGeom>
            <a:solidFill>
              <a:srgbClr val="355477"/>
            </a:solidFill>
          </p:spPr>
          <p:txBody>
            <a:bodyPr/>
            <a:lstStyle/>
            <a:p>
              <a:endParaRPr lang="en-US"/>
            </a:p>
          </p:txBody>
        </p:sp>
        <p:sp>
          <p:nvSpPr>
            <p:cNvPr id="386" name="Freeform 99">
              <a:extLst>
                <a:ext uri="{FF2B5EF4-FFF2-40B4-BE49-F238E27FC236}">
                  <a16:creationId xmlns:a16="http://schemas.microsoft.com/office/drawing/2014/main" id="{969E12D3-515D-447B-FDBC-9DBBD24877CB}"/>
                </a:ext>
              </a:extLst>
            </p:cNvPr>
            <p:cNvSpPr/>
            <p:nvPr/>
          </p:nvSpPr>
          <p:spPr>
            <a:xfrm>
              <a:off x="771561" y="3893446"/>
              <a:ext cx="44590" cy="86093"/>
            </a:xfrm>
            <a:custGeom>
              <a:avLst/>
              <a:gdLst/>
              <a:ahLst/>
              <a:cxnLst/>
              <a:rect l="l" t="t" r="r" b="b"/>
              <a:pathLst>
                <a:path w="44590" h="86093">
                  <a:moveTo>
                    <a:pt x="44551" y="0"/>
                  </a:moveTo>
                  <a:lnTo>
                    <a:pt x="50" y="0"/>
                  </a:lnTo>
                  <a:lnTo>
                    <a:pt x="0" y="31738"/>
                  </a:lnTo>
                  <a:lnTo>
                    <a:pt x="22301" y="86094"/>
                  </a:lnTo>
                  <a:lnTo>
                    <a:pt x="44589" y="31738"/>
                  </a:lnTo>
                  <a:lnTo>
                    <a:pt x="44551" y="0"/>
                  </a:lnTo>
                  <a:close/>
                </a:path>
              </a:pathLst>
            </a:custGeom>
            <a:noFill/>
            <a:ln w="12700" cap="sq">
              <a:solidFill>
                <a:srgbClr val="002856"/>
              </a:solidFill>
            </a:ln>
          </p:spPr>
          <p:txBody>
            <a:bodyPr/>
            <a:lstStyle/>
            <a:p>
              <a:endParaRPr lang="en-US"/>
            </a:p>
          </p:txBody>
        </p:sp>
        <p:sp>
          <p:nvSpPr>
            <p:cNvPr id="387" name="Freeform 100">
              <a:extLst>
                <a:ext uri="{FF2B5EF4-FFF2-40B4-BE49-F238E27FC236}">
                  <a16:creationId xmlns:a16="http://schemas.microsoft.com/office/drawing/2014/main" id="{557312D8-443A-8425-349F-AD81374AC231}"/>
                </a:ext>
              </a:extLst>
            </p:cNvPr>
            <p:cNvSpPr/>
            <p:nvPr/>
          </p:nvSpPr>
          <p:spPr>
            <a:xfrm>
              <a:off x="738590" y="3788913"/>
              <a:ext cx="110579" cy="110579"/>
            </a:xfrm>
            <a:custGeom>
              <a:avLst/>
              <a:gdLst/>
              <a:ahLst/>
              <a:cxnLst/>
              <a:rect l="l" t="t" r="r" b="b"/>
              <a:pathLst>
                <a:path w="110579" h="110579">
                  <a:moveTo>
                    <a:pt x="110579" y="55283"/>
                  </a:moveTo>
                  <a:cubicBezTo>
                    <a:pt x="110579" y="24739"/>
                    <a:pt x="85827" y="0"/>
                    <a:pt x="55283" y="0"/>
                  </a:cubicBezTo>
                  <a:cubicBezTo>
                    <a:pt x="24752" y="0"/>
                    <a:pt x="0" y="24739"/>
                    <a:pt x="0" y="55283"/>
                  </a:cubicBezTo>
                  <a:cubicBezTo>
                    <a:pt x="0" y="85826"/>
                    <a:pt x="24752" y="110579"/>
                    <a:pt x="55283" y="110579"/>
                  </a:cubicBezTo>
                  <a:cubicBezTo>
                    <a:pt x="85827" y="110579"/>
                    <a:pt x="110579" y="85826"/>
                    <a:pt x="110579" y="55283"/>
                  </a:cubicBezTo>
                </a:path>
              </a:pathLst>
            </a:custGeom>
            <a:solidFill>
              <a:srgbClr val="355477"/>
            </a:solidFill>
          </p:spPr>
          <p:txBody>
            <a:bodyPr/>
            <a:lstStyle/>
            <a:p>
              <a:endParaRPr lang="en-US"/>
            </a:p>
          </p:txBody>
        </p:sp>
        <p:sp>
          <p:nvSpPr>
            <p:cNvPr id="388" name="Freeform 101">
              <a:extLst>
                <a:ext uri="{FF2B5EF4-FFF2-40B4-BE49-F238E27FC236}">
                  <a16:creationId xmlns:a16="http://schemas.microsoft.com/office/drawing/2014/main" id="{62987D79-9C19-2620-B63B-B614DA4843D6}"/>
                </a:ext>
              </a:extLst>
            </p:cNvPr>
            <p:cNvSpPr/>
            <p:nvPr/>
          </p:nvSpPr>
          <p:spPr>
            <a:xfrm>
              <a:off x="738590" y="3788913"/>
              <a:ext cx="110579" cy="110579"/>
            </a:xfrm>
            <a:custGeom>
              <a:avLst/>
              <a:gdLst/>
              <a:ahLst/>
              <a:cxnLst/>
              <a:rect l="l" t="t" r="r" b="b"/>
              <a:pathLst>
                <a:path w="110579" h="110579">
                  <a:moveTo>
                    <a:pt x="110579" y="55283"/>
                  </a:moveTo>
                  <a:cubicBezTo>
                    <a:pt x="110579" y="24739"/>
                    <a:pt x="85827" y="0"/>
                    <a:pt x="55283" y="0"/>
                  </a:cubicBezTo>
                  <a:cubicBezTo>
                    <a:pt x="24752" y="0"/>
                    <a:pt x="0" y="24739"/>
                    <a:pt x="0" y="55283"/>
                  </a:cubicBezTo>
                  <a:cubicBezTo>
                    <a:pt x="0" y="85826"/>
                    <a:pt x="24752" y="110579"/>
                    <a:pt x="55283" y="110579"/>
                  </a:cubicBezTo>
                  <a:cubicBezTo>
                    <a:pt x="85827" y="110579"/>
                    <a:pt x="110579" y="85826"/>
                    <a:pt x="110579" y="55283"/>
                  </a:cubicBezTo>
                  <a:close/>
                </a:path>
              </a:pathLst>
            </a:custGeom>
            <a:noFill/>
            <a:ln w="12700" cap="sq">
              <a:solidFill>
                <a:srgbClr val="002856"/>
              </a:solidFill>
            </a:ln>
          </p:spPr>
          <p:txBody>
            <a:bodyPr/>
            <a:lstStyle/>
            <a:p>
              <a:endParaRPr lang="en-US"/>
            </a:p>
          </p:txBody>
        </p:sp>
        <p:sp>
          <p:nvSpPr>
            <p:cNvPr id="389" name="Freeform 102">
              <a:extLst>
                <a:ext uri="{FF2B5EF4-FFF2-40B4-BE49-F238E27FC236}">
                  <a16:creationId xmlns:a16="http://schemas.microsoft.com/office/drawing/2014/main" id="{CB651B0A-594D-9B17-AD22-127AAD07ECDF}"/>
                </a:ext>
              </a:extLst>
            </p:cNvPr>
            <p:cNvSpPr/>
            <p:nvPr/>
          </p:nvSpPr>
          <p:spPr>
            <a:xfrm>
              <a:off x="767008" y="3923507"/>
              <a:ext cx="53365" cy="59111"/>
            </a:xfrm>
            <a:custGeom>
              <a:avLst/>
              <a:gdLst/>
              <a:ahLst/>
              <a:cxnLst/>
              <a:rect l="l" t="t" r="r" b="b"/>
              <a:pathLst>
                <a:path w="53365" h="59111">
                  <a:moveTo>
                    <a:pt x="26869" y="59112"/>
                  </a:moveTo>
                  <a:cubicBezTo>
                    <a:pt x="20910" y="59112"/>
                    <a:pt x="15054" y="58672"/>
                    <a:pt x="9331" y="57823"/>
                  </a:cubicBezTo>
                  <a:lnTo>
                    <a:pt x="9331" y="57823"/>
                  </a:lnTo>
                  <a:lnTo>
                    <a:pt x="0" y="0"/>
                  </a:lnTo>
                  <a:lnTo>
                    <a:pt x="26847" y="22899"/>
                  </a:lnTo>
                  <a:lnTo>
                    <a:pt x="53365" y="0"/>
                  </a:lnTo>
                  <a:lnTo>
                    <a:pt x="44310" y="57838"/>
                  </a:lnTo>
                  <a:lnTo>
                    <a:pt x="44310" y="57838"/>
                  </a:lnTo>
                  <a:cubicBezTo>
                    <a:pt x="38618" y="58677"/>
                    <a:pt x="32794" y="59112"/>
                    <a:pt x="26869" y="59112"/>
                  </a:cubicBezTo>
                  <a:close/>
                </a:path>
              </a:pathLst>
            </a:custGeom>
            <a:solidFill>
              <a:srgbClr val="FFFEFF"/>
            </a:solidFill>
          </p:spPr>
          <p:txBody>
            <a:bodyPr/>
            <a:lstStyle/>
            <a:p>
              <a:endParaRPr lang="en-US"/>
            </a:p>
          </p:txBody>
        </p:sp>
        <p:sp>
          <p:nvSpPr>
            <p:cNvPr id="390" name="Freeform 103">
              <a:extLst>
                <a:ext uri="{FF2B5EF4-FFF2-40B4-BE49-F238E27FC236}">
                  <a16:creationId xmlns:a16="http://schemas.microsoft.com/office/drawing/2014/main" id="{8182A433-5514-FB04-5617-D4DF5955C7AB}"/>
                </a:ext>
              </a:extLst>
            </p:cNvPr>
            <p:cNvSpPr/>
            <p:nvPr/>
          </p:nvSpPr>
          <p:spPr>
            <a:xfrm>
              <a:off x="767408" y="3920043"/>
              <a:ext cx="52959" cy="26353"/>
            </a:xfrm>
            <a:custGeom>
              <a:avLst/>
              <a:gdLst/>
              <a:ahLst/>
              <a:cxnLst/>
              <a:rect l="l" t="t" r="r" b="b"/>
              <a:pathLst>
                <a:path w="52959" h="26353">
                  <a:moveTo>
                    <a:pt x="0" y="13"/>
                  </a:moveTo>
                  <a:lnTo>
                    <a:pt x="26454" y="26353"/>
                  </a:lnTo>
                  <a:lnTo>
                    <a:pt x="52959" y="0"/>
                  </a:lnTo>
                </a:path>
              </a:pathLst>
            </a:custGeom>
            <a:noFill/>
            <a:ln w="12408" cap="sq">
              <a:solidFill>
                <a:srgbClr val="002856"/>
              </a:solidFill>
            </a:ln>
          </p:spPr>
          <p:txBody>
            <a:bodyPr/>
            <a:lstStyle/>
            <a:p>
              <a:endParaRPr lang="en-US"/>
            </a:p>
          </p:txBody>
        </p:sp>
        <p:sp>
          <p:nvSpPr>
            <p:cNvPr id="391" name="Freeform 104">
              <a:extLst>
                <a:ext uri="{FF2B5EF4-FFF2-40B4-BE49-F238E27FC236}">
                  <a16:creationId xmlns:a16="http://schemas.microsoft.com/office/drawing/2014/main" id="{A92A5B1E-A704-60DF-DA28-2314B186CF61}"/>
                </a:ext>
              </a:extLst>
            </p:cNvPr>
            <p:cNvSpPr/>
            <p:nvPr/>
          </p:nvSpPr>
          <p:spPr>
            <a:xfrm>
              <a:off x="737094" y="3788804"/>
              <a:ext cx="113728" cy="58306"/>
            </a:xfrm>
            <a:custGeom>
              <a:avLst/>
              <a:gdLst/>
              <a:ahLst/>
              <a:cxnLst/>
              <a:rect l="l" t="t" r="r" b="b"/>
              <a:pathLst>
                <a:path w="113728" h="58306">
                  <a:moveTo>
                    <a:pt x="56871" y="0"/>
                  </a:moveTo>
                  <a:cubicBezTo>
                    <a:pt x="88379" y="0"/>
                    <a:pt x="113728" y="26365"/>
                    <a:pt x="112078" y="58229"/>
                  </a:cubicBezTo>
                  <a:cubicBezTo>
                    <a:pt x="112039" y="58255"/>
                    <a:pt x="112027" y="58280"/>
                    <a:pt x="112001" y="58305"/>
                  </a:cubicBezTo>
                  <a:lnTo>
                    <a:pt x="97612" y="58305"/>
                  </a:lnTo>
                  <a:cubicBezTo>
                    <a:pt x="91631" y="58305"/>
                    <a:pt x="86792" y="53467"/>
                    <a:pt x="86792" y="47497"/>
                  </a:cubicBezTo>
                  <a:cubicBezTo>
                    <a:pt x="86792" y="41643"/>
                    <a:pt x="82055" y="36906"/>
                    <a:pt x="76213" y="36906"/>
                  </a:cubicBezTo>
                  <a:lnTo>
                    <a:pt x="37490" y="36906"/>
                  </a:lnTo>
                  <a:cubicBezTo>
                    <a:pt x="31636" y="36906"/>
                    <a:pt x="26899" y="41643"/>
                    <a:pt x="26899" y="47497"/>
                  </a:cubicBezTo>
                  <a:cubicBezTo>
                    <a:pt x="26899" y="53467"/>
                    <a:pt x="22060" y="58305"/>
                    <a:pt x="16091" y="58305"/>
                  </a:cubicBezTo>
                  <a:lnTo>
                    <a:pt x="1740" y="58305"/>
                  </a:lnTo>
                  <a:cubicBezTo>
                    <a:pt x="1702" y="58280"/>
                    <a:pt x="1689" y="58255"/>
                    <a:pt x="1664" y="58229"/>
                  </a:cubicBezTo>
                  <a:cubicBezTo>
                    <a:pt x="0" y="26365"/>
                    <a:pt x="25362" y="0"/>
                    <a:pt x="56871" y="0"/>
                  </a:cubicBezTo>
                </a:path>
              </a:pathLst>
            </a:custGeom>
            <a:solidFill>
              <a:srgbClr val="002856"/>
            </a:solidFill>
          </p:spPr>
          <p:txBody>
            <a:bodyPr/>
            <a:lstStyle/>
            <a:p>
              <a:endParaRPr lang="en-US"/>
            </a:p>
          </p:txBody>
        </p:sp>
        <p:sp>
          <p:nvSpPr>
            <p:cNvPr id="392" name="Freeform 105">
              <a:extLst>
                <a:ext uri="{FF2B5EF4-FFF2-40B4-BE49-F238E27FC236}">
                  <a16:creationId xmlns:a16="http://schemas.microsoft.com/office/drawing/2014/main" id="{EEE394F2-588C-7534-3FB6-C5007C77DBF8}"/>
                </a:ext>
              </a:extLst>
            </p:cNvPr>
            <p:cNvSpPr/>
            <p:nvPr/>
          </p:nvSpPr>
          <p:spPr>
            <a:xfrm>
              <a:off x="737094" y="3788804"/>
              <a:ext cx="113728" cy="58306"/>
            </a:xfrm>
            <a:custGeom>
              <a:avLst/>
              <a:gdLst/>
              <a:ahLst/>
              <a:cxnLst/>
              <a:rect l="l" t="t" r="r" b="b"/>
              <a:pathLst>
                <a:path w="113728" h="58306">
                  <a:moveTo>
                    <a:pt x="56871" y="0"/>
                  </a:moveTo>
                  <a:cubicBezTo>
                    <a:pt x="88379" y="0"/>
                    <a:pt x="113728" y="26365"/>
                    <a:pt x="112078" y="58229"/>
                  </a:cubicBezTo>
                  <a:cubicBezTo>
                    <a:pt x="112039" y="58255"/>
                    <a:pt x="112027" y="58280"/>
                    <a:pt x="112001" y="58305"/>
                  </a:cubicBezTo>
                  <a:lnTo>
                    <a:pt x="97612" y="58305"/>
                  </a:lnTo>
                  <a:cubicBezTo>
                    <a:pt x="91631" y="58305"/>
                    <a:pt x="86792" y="53467"/>
                    <a:pt x="86792" y="47497"/>
                  </a:cubicBezTo>
                  <a:cubicBezTo>
                    <a:pt x="86792" y="41643"/>
                    <a:pt x="82055" y="36906"/>
                    <a:pt x="76213" y="36906"/>
                  </a:cubicBezTo>
                  <a:lnTo>
                    <a:pt x="37490" y="36906"/>
                  </a:lnTo>
                  <a:cubicBezTo>
                    <a:pt x="31636" y="36906"/>
                    <a:pt x="26899" y="41643"/>
                    <a:pt x="26899" y="47497"/>
                  </a:cubicBezTo>
                  <a:cubicBezTo>
                    <a:pt x="26899" y="53467"/>
                    <a:pt x="22060" y="58305"/>
                    <a:pt x="16091" y="58305"/>
                  </a:cubicBezTo>
                  <a:lnTo>
                    <a:pt x="1740" y="58305"/>
                  </a:lnTo>
                  <a:cubicBezTo>
                    <a:pt x="1702" y="58280"/>
                    <a:pt x="1689" y="58255"/>
                    <a:pt x="1664" y="58229"/>
                  </a:cubicBezTo>
                  <a:cubicBezTo>
                    <a:pt x="0" y="26365"/>
                    <a:pt x="25362" y="0"/>
                    <a:pt x="56871" y="0"/>
                  </a:cubicBezTo>
                  <a:close/>
                </a:path>
              </a:pathLst>
            </a:custGeom>
            <a:noFill/>
            <a:ln w="12700" cap="sq">
              <a:solidFill>
                <a:srgbClr val="002856"/>
              </a:solidFill>
            </a:ln>
          </p:spPr>
          <p:txBody>
            <a:bodyPr/>
            <a:lstStyle/>
            <a:p>
              <a:endParaRPr lang="en-US"/>
            </a:p>
          </p:txBody>
        </p:sp>
        <p:sp>
          <p:nvSpPr>
            <p:cNvPr id="393" name="Freeform 106">
              <a:extLst>
                <a:ext uri="{FF2B5EF4-FFF2-40B4-BE49-F238E27FC236}">
                  <a16:creationId xmlns:a16="http://schemas.microsoft.com/office/drawing/2014/main" id="{15245428-7DDA-6F1A-7055-51D0D337C3A6}"/>
                </a:ext>
              </a:extLst>
            </p:cNvPr>
            <p:cNvSpPr/>
            <p:nvPr/>
          </p:nvSpPr>
          <p:spPr>
            <a:xfrm>
              <a:off x="746798" y="3835214"/>
              <a:ext cx="41821" cy="23216"/>
            </a:xfrm>
            <a:custGeom>
              <a:avLst/>
              <a:gdLst/>
              <a:ahLst/>
              <a:cxnLst/>
              <a:rect l="l" t="t" r="r" b="b"/>
              <a:pathLst>
                <a:path w="41821" h="23216">
                  <a:moveTo>
                    <a:pt x="30315" y="23216"/>
                  </a:moveTo>
                  <a:lnTo>
                    <a:pt x="11494" y="23216"/>
                  </a:lnTo>
                  <a:cubicBezTo>
                    <a:pt x="5182" y="23216"/>
                    <a:pt x="0" y="17996"/>
                    <a:pt x="0" y="11595"/>
                  </a:cubicBezTo>
                  <a:cubicBezTo>
                    <a:pt x="0" y="5220"/>
                    <a:pt x="5182" y="0"/>
                    <a:pt x="11494" y="0"/>
                  </a:cubicBezTo>
                  <a:lnTo>
                    <a:pt x="30315" y="0"/>
                  </a:lnTo>
                  <a:cubicBezTo>
                    <a:pt x="36652" y="0"/>
                    <a:pt x="41821" y="5220"/>
                    <a:pt x="41821" y="11595"/>
                  </a:cubicBezTo>
                  <a:cubicBezTo>
                    <a:pt x="41821" y="17996"/>
                    <a:pt x="36652" y="23216"/>
                    <a:pt x="30315" y="23216"/>
                  </a:cubicBezTo>
                </a:path>
              </a:pathLst>
            </a:custGeom>
            <a:solidFill>
              <a:srgbClr val="355477"/>
            </a:solidFill>
          </p:spPr>
          <p:txBody>
            <a:bodyPr/>
            <a:lstStyle/>
            <a:p>
              <a:endParaRPr lang="en-US"/>
            </a:p>
          </p:txBody>
        </p:sp>
        <p:sp>
          <p:nvSpPr>
            <p:cNvPr id="394" name="Freeform 107">
              <a:extLst>
                <a:ext uri="{FF2B5EF4-FFF2-40B4-BE49-F238E27FC236}">
                  <a16:creationId xmlns:a16="http://schemas.microsoft.com/office/drawing/2014/main" id="{C1A8F991-BEC9-A2D8-684F-A1E64C01353A}"/>
                </a:ext>
              </a:extLst>
            </p:cNvPr>
            <p:cNvSpPr/>
            <p:nvPr/>
          </p:nvSpPr>
          <p:spPr>
            <a:xfrm>
              <a:off x="746798" y="3835214"/>
              <a:ext cx="41821" cy="23216"/>
            </a:xfrm>
            <a:custGeom>
              <a:avLst/>
              <a:gdLst/>
              <a:ahLst/>
              <a:cxnLst/>
              <a:rect l="l" t="t" r="r" b="b"/>
              <a:pathLst>
                <a:path w="41821" h="23216">
                  <a:moveTo>
                    <a:pt x="30315" y="23216"/>
                  </a:moveTo>
                  <a:lnTo>
                    <a:pt x="11494" y="23216"/>
                  </a:lnTo>
                  <a:cubicBezTo>
                    <a:pt x="5182" y="23216"/>
                    <a:pt x="0" y="17996"/>
                    <a:pt x="0" y="11595"/>
                  </a:cubicBezTo>
                  <a:cubicBezTo>
                    <a:pt x="0" y="5220"/>
                    <a:pt x="5182" y="0"/>
                    <a:pt x="11494" y="0"/>
                  </a:cubicBezTo>
                  <a:lnTo>
                    <a:pt x="30315" y="0"/>
                  </a:lnTo>
                  <a:cubicBezTo>
                    <a:pt x="36652" y="0"/>
                    <a:pt x="41821" y="5220"/>
                    <a:pt x="41821" y="11595"/>
                  </a:cubicBezTo>
                  <a:cubicBezTo>
                    <a:pt x="41821" y="17996"/>
                    <a:pt x="36652" y="23216"/>
                    <a:pt x="30315" y="23216"/>
                  </a:cubicBezTo>
                  <a:close/>
                </a:path>
              </a:pathLst>
            </a:custGeom>
            <a:noFill/>
            <a:ln w="12700" cap="sq">
              <a:solidFill>
                <a:srgbClr val="A0B2C9"/>
              </a:solidFill>
            </a:ln>
          </p:spPr>
          <p:txBody>
            <a:bodyPr/>
            <a:lstStyle/>
            <a:p>
              <a:endParaRPr lang="en-US"/>
            </a:p>
          </p:txBody>
        </p:sp>
        <p:sp>
          <p:nvSpPr>
            <p:cNvPr id="395" name="Freeform 108">
              <a:extLst>
                <a:ext uri="{FF2B5EF4-FFF2-40B4-BE49-F238E27FC236}">
                  <a16:creationId xmlns:a16="http://schemas.microsoft.com/office/drawing/2014/main" id="{5CFD6629-6AC8-0B9D-9322-80389C3058DD}"/>
                </a:ext>
              </a:extLst>
            </p:cNvPr>
            <p:cNvSpPr/>
            <p:nvPr/>
          </p:nvSpPr>
          <p:spPr>
            <a:xfrm>
              <a:off x="799142" y="3835214"/>
              <a:ext cx="41834" cy="23216"/>
            </a:xfrm>
            <a:custGeom>
              <a:avLst/>
              <a:gdLst/>
              <a:ahLst/>
              <a:cxnLst/>
              <a:rect l="l" t="t" r="r" b="b"/>
              <a:pathLst>
                <a:path w="41834" h="23216">
                  <a:moveTo>
                    <a:pt x="30315" y="23216"/>
                  </a:moveTo>
                  <a:lnTo>
                    <a:pt x="11494" y="23216"/>
                  </a:lnTo>
                  <a:cubicBezTo>
                    <a:pt x="5182" y="23216"/>
                    <a:pt x="0" y="17996"/>
                    <a:pt x="0" y="11595"/>
                  </a:cubicBezTo>
                  <a:cubicBezTo>
                    <a:pt x="0" y="5220"/>
                    <a:pt x="5182" y="0"/>
                    <a:pt x="11494" y="0"/>
                  </a:cubicBezTo>
                  <a:lnTo>
                    <a:pt x="30315" y="0"/>
                  </a:lnTo>
                  <a:cubicBezTo>
                    <a:pt x="36653" y="0"/>
                    <a:pt x="41834" y="5220"/>
                    <a:pt x="41834" y="11595"/>
                  </a:cubicBezTo>
                  <a:cubicBezTo>
                    <a:pt x="41834" y="17996"/>
                    <a:pt x="36653" y="23216"/>
                    <a:pt x="30315" y="23216"/>
                  </a:cubicBezTo>
                </a:path>
              </a:pathLst>
            </a:custGeom>
            <a:solidFill>
              <a:srgbClr val="355477"/>
            </a:solidFill>
          </p:spPr>
          <p:txBody>
            <a:bodyPr/>
            <a:lstStyle/>
            <a:p>
              <a:endParaRPr lang="en-US"/>
            </a:p>
          </p:txBody>
        </p:sp>
        <p:sp>
          <p:nvSpPr>
            <p:cNvPr id="396" name="Freeform 109">
              <a:extLst>
                <a:ext uri="{FF2B5EF4-FFF2-40B4-BE49-F238E27FC236}">
                  <a16:creationId xmlns:a16="http://schemas.microsoft.com/office/drawing/2014/main" id="{05C597F5-040F-97D0-DAE8-2D9BB35DCE53}"/>
                </a:ext>
              </a:extLst>
            </p:cNvPr>
            <p:cNvSpPr/>
            <p:nvPr/>
          </p:nvSpPr>
          <p:spPr>
            <a:xfrm>
              <a:off x="731528" y="3835214"/>
              <a:ext cx="124714" cy="23216"/>
            </a:xfrm>
            <a:custGeom>
              <a:avLst/>
              <a:gdLst/>
              <a:ahLst/>
              <a:cxnLst/>
              <a:rect l="l" t="t" r="r" b="b"/>
              <a:pathLst>
                <a:path w="124714" h="23216">
                  <a:moveTo>
                    <a:pt x="97929" y="23216"/>
                  </a:moveTo>
                  <a:lnTo>
                    <a:pt x="79108" y="23216"/>
                  </a:lnTo>
                  <a:cubicBezTo>
                    <a:pt x="72796" y="23216"/>
                    <a:pt x="67614" y="17996"/>
                    <a:pt x="67614" y="11595"/>
                  </a:cubicBezTo>
                  <a:cubicBezTo>
                    <a:pt x="67614" y="5220"/>
                    <a:pt x="72796" y="0"/>
                    <a:pt x="79108" y="0"/>
                  </a:cubicBezTo>
                  <a:lnTo>
                    <a:pt x="97929" y="0"/>
                  </a:lnTo>
                  <a:cubicBezTo>
                    <a:pt x="104267" y="0"/>
                    <a:pt x="109448" y="5220"/>
                    <a:pt x="109448" y="11595"/>
                  </a:cubicBezTo>
                  <a:cubicBezTo>
                    <a:pt x="109448" y="17996"/>
                    <a:pt x="104267" y="23216"/>
                    <a:pt x="97929" y="23216"/>
                  </a:cubicBezTo>
                  <a:close/>
                  <a:moveTo>
                    <a:pt x="124714" y="11824"/>
                  </a:moveTo>
                  <a:lnTo>
                    <a:pt x="108699" y="11824"/>
                  </a:lnTo>
                  <a:moveTo>
                    <a:pt x="15989" y="11824"/>
                  </a:moveTo>
                  <a:lnTo>
                    <a:pt x="0" y="11824"/>
                  </a:lnTo>
                  <a:moveTo>
                    <a:pt x="58572" y="7189"/>
                  </a:moveTo>
                  <a:lnTo>
                    <a:pt x="71361" y="7189"/>
                  </a:lnTo>
                </a:path>
              </a:pathLst>
            </a:custGeom>
            <a:noFill/>
            <a:ln w="12700" cap="sq">
              <a:solidFill>
                <a:srgbClr val="A0B2C9"/>
              </a:solidFill>
            </a:ln>
          </p:spPr>
          <p:txBody>
            <a:bodyPr/>
            <a:lstStyle/>
            <a:p>
              <a:endParaRPr lang="en-US"/>
            </a:p>
          </p:txBody>
        </p:sp>
        <p:sp>
          <p:nvSpPr>
            <p:cNvPr id="397" name="Freeform 110">
              <a:extLst>
                <a:ext uri="{FF2B5EF4-FFF2-40B4-BE49-F238E27FC236}">
                  <a16:creationId xmlns:a16="http://schemas.microsoft.com/office/drawing/2014/main" id="{7A632D28-614A-E036-EB1A-362084295014}"/>
                </a:ext>
              </a:extLst>
            </p:cNvPr>
            <p:cNvSpPr/>
            <p:nvPr/>
          </p:nvSpPr>
          <p:spPr>
            <a:xfrm>
              <a:off x="675339" y="3745530"/>
              <a:ext cx="237084" cy="237084"/>
            </a:xfrm>
            <a:custGeom>
              <a:avLst/>
              <a:gdLst/>
              <a:ahLst/>
              <a:cxnLst/>
              <a:rect l="l" t="t" r="r" b="b"/>
              <a:pathLst>
                <a:path w="237084" h="237084">
                  <a:moveTo>
                    <a:pt x="237084" y="118542"/>
                  </a:moveTo>
                  <a:cubicBezTo>
                    <a:pt x="237084" y="184010"/>
                    <a:pt x="184010" y="237083"/>
                    <a:pt x="118542" y="237083"/>
                  </a:cubicBezTo>
                  <a:cubicBezTo>
                    <a:pt x="53061" y="237083"/>
                    <a:pt x="0" y="184010"/>
                    <a:pt x="0" y="118542"/>
                  </a:cubicBezTo>
                  <a:cubicBezTo>
                    <a:pt x="0" y="53073"/>
                    <a:pt x="53061" y="0"/>
                    <a:pt x="118542" y="0"/>
                  </a:cubicBezTo>
                  <a:cubicBezTo>
                    <a:pt x="184010" y="0"/>
                    <a:pt x="237084" y="53073"/>
                    <a:pt x="237084" y="118542"/>
                  </a:cubicBezTo>
                </a:path>
              </a:pathLst>
            </a:custGeom>
            <a:noFill/>
            <a:ln w="12700" cap="sq">
              <a:solidFill>
                <a:srgbClr val="002856"/>
              </a:solidFill>
            </a:ln>
          </p:spPr>
          <p:txBody>
            <a:bodyPr/>
            <a:lstStyle/>
            <a:p>
              <a:endParaRPr lang="en-US"/>
            </a:p>
          </p:txBody>
        </p:sp>
        <p:sp>
          <p:nvSpPr>
            <p:cNvPr id="398" name="Freeform 111">
              <a:extLst>
                <a:ext uri="{FF2B5EF4-FFF2-40B4-BE49-F238E27FC236}">
                  <a16:creationId xmlns:a16="http://schemas.microsoft.com/office/drawing/2014/main" id="{43D4C879-D044-4D45-7692-AE4F87140CFE}"/>
                </a:ext>
              </a:extLst>
            </p:cNvPr>
            <p:cNvSpPr/>
            <p:nvPr/>
          </p:nvSpPr>
          <p:spPr>
            <a:xfrm>
              <a:off x="432962" y="3925180"/>
              <a:ext cx="171450" cy="53032"/>
            </a:xfrm>
            <a:custGeom>
              <a:avLst/>
              <a:gdLst/>
              <a:ahLst/>
              <a:cxnLst/>
              <a:rect l="l" t="t" r="r" b="b"/>
              <a:pathLst>
                <a:path w="171450" h="53032">
                  <a:moveTo>
                    <a:pt x="53593" y="53030"/>
                  </a:moveTo>
                  <a:cubicBezTo>
                    <a:pt x="32876" y="47209"/>
                    <a:pt x="14456" y="35900"/>
                    <a:pt x="0" y="20769"/>
                  </a:cubicBezTo>
                  <a:lnTo>
                    <a:pt x="0" y="20769"/>
                  </a:lnTo>
                  <a:lnTo>
                    <a:pt x="6082" y="0"/>
                  </a:lnTo>
                  <a:lnTo>
                    <a:pt x="81711" y="0"/>
                  </a:lnTo>
                  <a:lnTo>
                    <a:pt x="85730" y="5896"/>
                  </a:lnTo>
                  <a:lnTo>
                    <a:pt x="85730" y="5896"/>
                  </a:lnTo>
                  <a:lnTo>
                    <a:pt x="85730" y="5896"/>
                  </a:lnTo>
                  <a:lnTo>
                    <a:pt x="53593" y="53030"/>
                  </a:lnTo>
                  <a:close/>
                  <a:moveTo>
                    <a:pt x="117864" y="53032"/>
                  </a:moveTo>
                  <a:lnTo>
                    <a:pt x="85730" y="5896"/>
                  </a:lnTo>
                  <a:lnTo>
                    <a:pt x="85730" y="5896"/>
                  </a:lnTo>
                  <a:lnTo>
                    <a:pt x="85730" y="5896"/>
                  </a:lnTo>
                  <a:lnTo>
                    <a:pt x="89750" y="0"/>
                  </a:lnTo>
                  <a:lnTo>
                    <a:pt x="165365" y="0"/>
                  </a:lnTo>
                  <a:lnTo>
                    <a:pt x="171450" y="20776"/>
                  </a:lnTo>
                  <a:lnTo>
                    <a:pt x="171450" y="20776"/>
                  </a:lnTo>
                  <a:cubicBezTo>
                    <a:pt x="156996" y="35904"/>
                    <a:pt x="138578" y="47212"/>
                    <a:pt x="117864" y="53032"/>
                  </a:cubicBezTo>
                  <a:close/>
                </a:path>
              </a:pathLst>
            </a:custGeom>
            <a:noFill/>
            <a:ln w="12700" cap="sq">
              <a:solidFill>
                <a:srgbClr val="002856"/>
              </a:solidFill>
            </a:ln>
          </p:spPr>
          <p:txBody>
            <a:bodyPr/>
            <a:lstStyle/>
            <a:p>
              <a:endParaRPr lang="en-US"/>
            </a:p>
          </p:txBody>
        </p:sp>
        <p:sp>
          <p:nvSpPr>
            <p:cNvPr id="399" name="Freeform 112">
              <a:extLst>
                <a:ext uri="{FF2B5EF4-FFF2-40B4-BE49-F238E27FC236}">
                  <a16:creationId xmlns:a16="http://schemas.microsoft.com/office/drawing/2014/main" id="{6D6BE38E-825C-5E8F-2A9D-2F8FF55E55FA}"/>
                </a:ext>
              </a:extLst>
            </p:cNvPr>
            <p:cNvSpPr/>
            <p:nvPr/>
          </p:nvSpPr>
          <p:spPr>
            <a:xfrm>
              <a:off x="496421" y="3893446"/>
              <a:ext cx="44501" cy="86093"/>
            </a:xfrm>
            <a:custGeom>
              <a:avLst/>
              <a:gdLst/>
              <a:ahLst/>
              <a:cxnLst/>
              <a:rect l="l" t="t" r="r" b="b"/>
              <a:pathLst>
                <a:path w="44501" h="86093">
                  <a:moveTo>
                    <a:pt x="44501" y="0"/>
                  </a:moveTo>
                  <a:lnTo>
                    <a:pt x="0" y="0"/>
                  </a:lnTo>
                  <a:lnTo>
                    <a:pt x="0" y="31738"/>
                  </a:lnTo>
                  <a:lnTo>
                    <a:pt x="22264" y="86094"/>
                  </a:lnTo>
                  <a:lnTo>
                    <a:pt x="44501" y="31738"/>
                  </a:lnTo>
                  <a:close/>
                </a:path>
              </a:pathLst>
            </a:custGeom>
            <a:solidFill>
              <a:srgbClr val="355477"/>
            </a:solidFill>
          </p:spPr>
          <p:txBody>
            <a:bodyPr/>
            <a:lstStyle/>
            <a:p>
              <a:endParaRPr lang="en-US"/>
            </a:p>
          </p:txBody>
        </p:sp>
        <p:sp>
          <p:nvSpPr>
            <p:cNvPr id="400" name="Freeform 113">
              <a:extLst>
                <a:ext uri="{FF2B5EF4-FFF2-40B4-BE49-F238E27FC236}">
                  <a16:creationId xmlns:a16="http://schemas.microsoft.com/office/drawing/2014/main" id="{876E988B-0910-54B4-FDFC-8C82B91B01B0}"/>
                </a:ext>
              </a:extLst>
            </p:cNvPr>
            <p:cNvSpPr/>
            <p:nvPr/>
          </p:nvSpPr>
          <p:spPr>
            <a:xfrm>
              <a:off x="496421" y="3893446"/>
              <a:ext cx="44501" cy="86093"/>
            </a:xfrm>
            <a:custGeom>
              <a:avLst/>
              <a:gdLst/>
              <a:ahLst/>
              <a:cxnLst/>
              <a:rect l="l" t="t" r="r" b="b"/>
              <a:pathLst>
                <a:path w="44501" h="86093">
                  <a:moveTo>
                    <a:pt x="44501" y="0"/>
                  </a:moveTo>
                  <a:lnTo>
                    <a:pt x="0" y="0"/>
                  </a:lnTo>
                  <a:lnTo>
                    <a:pt x="0" y="31738"/>
                  </a:lnTo>
                  <a:lnTo>
                    <a:pt x="22264" y="86094"/>
                  </a:lnTo>
                  <a:lnTo>
                    <a:pt x="44501" y="31738"/>
                  </a:lnTo>
                  <a:lnTo>
                    <a:pt x="44501" y="0"/>
                  </a:lnTo>
                  <a:close/>
                </a:path>
              </a:pathLst>
            </a:custGeom>
            <a:noFill/>
            <a:ln w="12700" cap="sq">
              <a:solidFill>
                <a:srgbClr val="002856"/>
              </a:solidFill>
            </a:ln>
          </p:spPr>
          <p:txBody>
            <a:bodyPr/>
            <a:lstStyle/>
            <a:p>
              <a:endParaRPr lang="en-US"/>
            </a:p>
          </p:txBody>
        </p:sp>
        <p:sp>
          <p:nvSpPr>
            <p:cNvPr id="401" name="Freeform 114">
              <a:extLst>
                <a:ext uri="{FF2B5EF4-FFF2-40B4-BE49-F238E27FC236}">
                  <a16:creationId xmlns:a16="http://schemas.microsoft.com/office/drawing/2014/main" id="{5F666DAE-BB1C-CCE1-2A47-B4D505B8C5FA}"/>
                </a:ext>
              </a:extLst>
            </p:cNvPr>
            <p:cNvSpPr/>
            <p:nvPr/>
          </p:nvSpPr>
          <p:spPr>
            <a:xfrm>
              <a:off x="496421" y="3893446"/>
              <a:ext cx="44501" cy="86093"/>
            </a:xfrm>
            <a:custGeom>
              <a:avLst/>
              <a:gdLst/>
              <a:ahLst/>
              <a:cxnLst/>
              <a:rect l="l" t="t" r="r" b="b"/>
              <a:pathLst>
                <a:path w="44501" h="86093">
                  <a:moveTo>
                    <a:pt x="44501" y="0"/>
                  </a:moveTo>
                  <a:lnTo>
                    <a:pt x="0" y="0"/>
                  </a:lnTo>
                  <a:lnTo>
                    <a:pt x="0" y="31738"/>
                  </a:lnTo>
                  <a:lnTo>
                    <a:pt x="22264" y="86094"/>
                  </a:lnTo>
                  <a:lnTo>
                    <a:pt x="44501" y="31738"/>
                  </a:lnTo>
                  <a:lnTo>
                    <a:pt x="44501" y="0"/>
                  </a:lnTo>
                  <a:close/>
                </a:path>
              </a:pathLst>
            </a:custGeom>
            <a:noFill/>
            <a:ln w="12700" cap="sq">
              <a:solidFill>
                <a:srgbClr val="002856"/>
              </a:solidFill>
            </a:ln>
          </p:spPr>
          <p:txBody>
            <a:bodyPr/>
            <a:lstStyle/>
            <a:p>
              <a:endParaRPr lang="en-US"/>
            </a:p>
          </p:txBody>
        </p:sp>
        <p:sp>
          <p:nvSpPr>
            <p:cNvPr id="402" name="Freeform 115">
              <a:extLst>
                <a:ext uri="{FF2B5EF4-FFF2-40B4-BE49-F238E27FC236}">
                  <a16:creationId xmlns:a16="http://schemas.microsoft.com/office/drawing/2014/main" id="{99F351FF-F911-7366-CFFE-C34CBFB72727}"/>
                </a:ext>
              </a:extLst>
            </p:cNvPr>
            <p:cNvSpPr/>
            <p:nvPr/>
          </p:nvSpPr>
          <p:spPr>
            <a:xfrm>
              <a:off x="463400" y="3788913"/>
              <a:ext cx="110579" cy="110579"/>
            </a:xfrm>
            <a:custGeom>
              <a:avLst/>
              <a:gdLst/>
              <a:ahLst/>
              <a:cxnLst/>
              <a:rect l="l" t="t" r="r" b="b"/>
              <a:pathLst>
                <a:path w="110579" h="110579">
                  <a:moveTo>
                    <a:pt x="110579" y="55283"/>
                  </a:moveTo>
                  <a:cubicBezTo>
                    <a:pt x="110579" y="24739"/>
                    <a:pt x="85827" y="0"/>
                    <a:pt x="55283" y="0"/>
                  </a:cubicBezTo>
                  <a:cubicBezTo>
                    <a:pt x="24752" y="0"/>
                    <a:pt x="0" y="24739"/>
                    <a:pt x="0" y="55283"/>
                  </a:cubicBezTo>
                  <a:cubicBezTo>
                    <a:pt x="0" y="85826"/>
                    <a:pt x="24752" y="110579"/>
                    <a:pt x="55283" y="110579"/>
                  </a:cubicBezTo>
                  <a:cubicBezTo>
                    <a:pt x="85827" y="110579"/>
                    <a:pt x="110579" y="85826"/>
                    <a:pt x="110579" y="55283"/>
                  </a:cubicBezTo>
                </a:path>
              </a:pathLst>
            </a:custGeom>
            <a:solidFill>
              <a:srgbClr val="355477"/>
            </a:solidFill>
          </p:spPr>
          <p:txBody>
            <a:bodyPr/>
            <a:lstStyle/>
            <a:p>
              <a:endParaRPr lang="en-US"/>
            </a:p>
          </p:txBody>
        </p:sp>
        <p:sp>
          <p:nvSpPr>
            <p:cNvPr id="403" name="Freeform 116">
              <a:extLst>
                <a:ext uri="{FF2B5EF4-FFF2-40B4-BE49-F238E27FC236}">
                  <a16:creationId xmlns:a16="http://schemas.microsoft.com/office/drawing/2014/main" id="{2DAD5D4C-340F-8503-EDD9-0B164070728E}"/>
                </a:ext>
              </a:extLst>
            </p:cNvPr>
            <p:cNvSpPr/>
            <p:nvPr/>
          </p:nvSpPr>
          <p:spPr>
            <a:xfrm>
              <a:off x="463400" y="3788913"/>
              <a:ext cx="110579" cy="110579"/>
            </a:xfrm>
            <a:custGeom>
              <a:avLst/>
              <a:gdLst/>
              <a:ahLst/>
              <a:cxnLst/>
              <a:rect l="l" t="t" r="r" b="b"/>
              <a:pathLst>
                <a:path w="110579" h="110579">
                  <a:moveTo>
                    <a:pt x="110579" y="55283"/>
                  </a:moveTo>
                  <a:cubicBezTo>
                    <a:pt x="110579" y="24739"/>
                    <a:pt x="85827" y="0"/>
                    <a:pt x="55283" y="0"/>
                  </a:cubicBezTo>
                  <a:cubicBezTo>
                    <a:pt x="24752" y="0"/>
                    <a:pt x="0" y="24739"/>
                    <a:pt x="0" y="55283"/>
                  </a:cubicBezTo>
                  <a:cubicBezTo>
                    <a:pt x="0" y="85826"/>
                    <a:pt x="24752" y="110579"/>
                    <a:pt x="55283" y="110579"/>
                  </a:cubicBezTo>
                  <a:cubicBezTo>
                    <a:pt x="85827" y="110579"/>
                    <a:pt x="110579" y="85826"/>
                    <a:pt x="110579" y="55283"/>
                  </a:cubicBezTo>
                </a:path>
              </a:pathLst>
            </a:custGeom>
            <a:noFill/>
            <a:ln w="12700" cap="sq">
              <a:solidFill>
                <a:srgbClr val="002856"/>
              </a:solidFill>
            </a:ln>
          </p:spPr>
          <p:txBody>
            <a:bodyPr/>
            <a:lstStyle/>
            <a:p>
              <a:endParaRPr lang="en-US"/>
            </a:p>
          </p:txBody>
        </p:sp>
        <p:sp>
          <p:nvSpPr>
            <p:cNvPr id="404" name="Freeform 117">
              <a:extLst>
                <a:ext uri="{FF2B5EF4-FFF2-40B4-BE49-F238E27FC236}">
                  <a16:creationId xmlns:a16="http://schemas.microsoft.com/office/drawing/2014/main" id="{184C97E1-4DCC-3BD4-50AF-D33EFAB7461B}"/>
                </a:ext>
              </a:extLst>
            </p:cNvPr>
            <p:cNvSpPr/>
            <p:nvPr/>
          </p:nvSpPr>
          <p:spPr>
            <a:xfrm>
              <a:off x="463400" y="3788913"/>
              <a:ext cx="110579" cy="110579"/>
            </a:xfrm>
            <a:custGeom>
              <a:avLst/>
              <a:gdLst/>
              <a:ahLst/>
              <a:cxnLst/>
              <a:rect l="l" t="t" r="r" b="b"/>
              <a:pathLst>
                <a:path w="110579" h="110579">
                  <a:moveTo>
                    <a:pt x="110579" y="55283"/>
                  </a:moveTo>
                  <a:cubicBezTo>
                    <a:pt x="110579" y="24739"/>
                    <a:pt x="85827" y="0"/>
                    <a:pt x="55283" y="0"/>
                  </a:cubicBezTo>
                  <a:cubicBezTo>
                    <a:pt x="24752" y="0"/>
                    <a:pt x="0" y="24739"/>
                    <a:pt x="0" y="55283"/>
                  </a:cubicBezTo>
                  <a:cubicBezTo>
                    <a:pt x="0" y="85826"/>
                    <a:pt x="24752" y="110579"/>
                    <a:pt x="55283" y="110579"/>
                  </a:cubicBezTo>
                  <a:cubicBezTo>
                    <a:pt x="85827" y="110579"/>
                    <a:pt x="110579" y="85826"/>
                    <a:pt x="110579" y="55283"/>
                  </a:cubicBezTo>
                  <a:close/>
                </a:path>
              </a:pathLst>
            </a:custGeom>
            <a:noFill/>
            <a:ln w="12700" cap="sq">
              <a:solidFill>
                <a:srgbClr val="002856"/>
              </a:solidFill>
            </a:ln>
          </p:spPr>
          <p:txBody>
            <a:bodyPr/>
            <a:lstStyle/>
            <a:p>
              <a:endParaRPr lang="en-US"/>
            </a:p>
          </p:txBody>
        </p:sp>
        <p:sp>
          <p:nvSpPr>
            <p:cNvPr id="405" name="Freeform 118">
              <a:extLst>
                <a:ext uri="{FF2B5EF4-FFF2-40B4-BE49-F238E27FC236}">
                  <a16:creationId xmlns:a16="http://schemas.microsoft.com/office/drawing/2014/main" id="{468EDB6F-AFC6-6BAF-704D-0991C5BC63CD}"/>
                </a:ext>
              </a:extLst>
            </p:cNvPr>
            <p:cNvSpPr/>
            <p:nvPr/>
          </p:nvSpPr>
          <p:spPr>
            <a:xfrm>
              <a:off x="470590" y="3762575"/>
              <a:ext cx="97206" cy="54102"/>
            </a:xfrm>
            <a:custGeom>
              <a:avLst/>
              <a:gdLst/>
              <a:ahLst/>
              <a:cxnLst/>
              <a:rect l="l" t="t" r="r" b="b"/>
              <a:pathLst>
                <a:path w="97206" h="54102">
                  <a:moveTo>
                    <a:pt x="7467" y="24015"/>
                  </a:moveTo>
                  <a:cubicBezTo>
                    <a:pt x="3238" y="27800"/>
                    <a:pt x="0" y="33464"/>
                    <a:pt x="1244" y="39001"/>
                  </a:cubicBezTo>
                  <a:cubicBezTo>
                    <a:pt x="2959" y="46659"/>
                    <a:pt x="11861" y="50088"/>
                    <a:pt x="19621" y="51320"/>
                  </a:cubicBezTo>
                  <a:cubicBezTo>
                    <a:pt x="36906" y="54101"/>
                    <a:pt x="55422" y="52082"/>
                    <a:pt x="70396" y="43014"/>
                  </a:cubicBezTo>
                  <a:cubicBezTo>
                    <a:pt x="84404" y="34531"/>
                    <a:pt x="97205" y="17081"/>
                    <a:pt x="95186" y="0"/>
                  </a:cubicBezTo>
                  <a:cubicBezTo>
                    <a:pt x="82423" y="3581"/>
                    <a:pt x="71056" y="10058"/>
                    <a:pt x="57683" y="11950"/>
                  </a:cubicBezTo>
                  <a:cubicBezTo>
                    <a:pt x="40843" y="14351"/>
                    <a:pt x="21170" y="11734"/>
                    <a:pt x="7467" y="24015"/>
                  </a:cubicBezTo>
                </a:path>
              </a:pathLst>
            </a:custGeom>
            <a:solidFill>
              <a:srgbClr val="002856"/>
            </a:solidFill>
          </p:spPr>
          <p:txBody>
            <a:bodyPr/>
            <a:lstStyle/>
            <a:p>
              <a:endParaRPr lang="en-US"/>
            </a:p>
          </p:txBody>
        </p:sp>
        <p:sp>
          <p:nvSpPr>
            <p:cNvPr id="406" name="Freeform 119">
              <a:extLst>
                <a:ext uri="{FF2B5EF4-FFF2-40B4-BE49-F238E27FC236}">
                  <a16:creationId xmlns:a16="http://schemas.microsoft.com/office/drawing/2014/main" id="{69275661-23CB-A3A2-7055-1020C8E9F1D3}"/>
                </a:ext>
              </a:extLst>
            </p:cNvPr>
            <p:cNvSpPr/>
            <p:nvPr/>
          </p:nvSpPr>
          <p:spPr>
            <a:xfrm>
              <a:off x="470590" y="3762575"/>
              <a:ext cx="97206" cy="54102"/>
            </a:xfrm>
            <a:custGeom>
              <a:avLst/>
              <a:gdLst/>
              <a:ahLst/>
              <a:cxnLst/>
              <a:rect l="l" t="t" r="r" b="b"/>
              <a:pathLst>
                <a:path w="97206" h="54102">
                  <a:moveTo>
                    <a:pt x="7467" y="24015"/>
                  </a:moveTo>
                  <a:cubicBezTo>
                    <a:pt x="3238" y="27800"/>
                    <a:pt x="0" y="33464"/>
                    <a:pt x="1244" y="39001"/>
                  </a:cubicBezTo>
                  <a:cubicBezTo>
                    <a:pt x="2959" y="46659"/>
                    <a:pt x="11861" y="50088"/>
                    <a:pt x="19621" y="51320"/>
                  </a:cubicBezTo>
                  <a:cubicBezTo>
                    <a:pt x="36906" y="54101"/>
                    <a:pt x="55422" y="52082"/>
                    <a:pt x="70396" y="43014"/>
                  </a:cubicBezTo>
                  <a:cubicBezTo>
                    <a:pt x="84404" y="34531"/>
                    <a:pt x="97205" y="17081"/>
                    <a:pt x="95186" y="0"/>
                  </a:cubicBezTo>
                  <a:cubicBezTo>
                    <a:pt x="82423" y="3581"/>
                    <a:pt x="71056" y="10058"/>
                    <a:pt x="57683" y="11950"/>
                  </a:cubicBezTo>
                  <a:cubicBezTo>
                    <a:pt x="40843" y="14351"/>
                    <a:pt x="21170" y="11734"/>
                    <a:pt x="7467" y="24015"/>
                  </a:cubicBezTo>
                </a:path>
              </a:pathLst>
            </a:custGeom>
            <a:noFill/>
            <a:ln w="12700" cap="sq">
              <a:solidFill>
                <a:srgbClr val="002856"/>
              </a:solidFill>
            </a:ln>
          </p:spPr>
          <p:txBody>
            <a:bodyPr/>
            <a:lstStyle/>
            <a:p>
              <a:endParaRPr lang="en-US"/>
            </a:p>
          </p:txBody>
        </p:sp>
        <p:sp>
          <p:nvSpPr>
            <p:cNvPr id="407" name="Freeform 120">
              <a:extLst>
                <a:ext uri="{FF2B5EF4-FFF2-40B4-BE49-F238E27FC236}">
                  <a16:creationId xmlns:a16="http://schemas.microsoft.com/office/drawing/2014/main" id="{51C037D7-5A4E-FDFF-BFEA-E0EA6B3871EE}"/>
                </a:ext>
              </a:extLst>
            </p:cNvPr>
            <p:cNvSpPr/>
            <p:nvPr/>
          </p:nvSpPr>
          <p:spPr>
            <a:xfrm>
              <a:off x="470590" y="3762575"/>
              <a:ext cx="97206" cy="54102"/>
            </a:xfrm>
            <a:custGeom>
              <a:avLst/>
              <a:gdLst/>
              <a:ahLst/>
              <a:cxnLst/>
              <a:rect l="l" t="t" r="r" b="b"/>
              <a:pathLst>
                <a:path w="97206" h="54102">
                  <a:moveTo>
                    <a:pt x="7467" y="24015"/>
                  </a:moveTo>
                  <a:cubicBezTo>
                    <a:pt x="3238" y="27800"/>
                    <a:pt x="0" y="33464"/>
                    <a:pt x="1244" y="39001"/>
                  </a:cubicBezTo>
                  <a:cubicBezTo>
                    <a:pt x="2959" y="46659"/>
                    <a:pt x="11861" y="50088"/>
                    <a:pt x="19621" y="51320"/>
                  </a:cubicBezTo>
                  <a:cubicBezTo>
                    <a:pt x="36906" y="54101"/>
                    <a:pt x="55422" y="52082"/>
                    <a:pt x="70396" y="43014"/>
                  </a:cubicBezTo>
                  <a:cubicBezTo>
                    <a:pt x="84404" y="34531"/>
                    <a:pt x="97205" y="17081"/>
                    <a:pt x="95186" y="0"/>
                  </a:cubicBezTo>
                  <a:cubicBezTo>
                    <a:pt x="82423" y="3581"/>
                    <a:pt x="71056" y="10058"/>
                    <a:pt x="57683" y="11950"/>
                  </a:cubicBezTo>
                  <a:cubicBezTo>
                    <a:pt x="40843" y="14351"/>
                    <a:pt x="21170" y="11734"/>
                    <a:pt x="7467" y="24015"/>
                  </a:cubicBezTo>
                  <a:close/>
                </a:path>
              </a:pathLst>
            </a:custGeom>
            <a:noFill/>
            <a:ln w="12700" cap="sq">
              <a:solidFill>
                <a:srgbClr val="002856"/>
              </a:solidFill>
            </a:ln>
          </p:spPr>
          <p:txBody>
            <a:bodyPr/>
            <a:lstStyle/>
            <a:p>
              <a:endParaRPr lang="en-US"/>
            </a:p>
          </p:txBody>
        </p:sp>
        <p:sp>
          <p:nvSpPr>
            <p:cNvPr id="408" name="Freeform 121">
              <a:extLst>
                <a:ext uri="{FF2B5EF4-FFF2-40B4-BE49-F238E27FC236}">
                  <a16:creationId xmlns:a16="http://schemas.microsoft.com/office/drawing/2014/main" id="{362E486B-4A10-A810-3127-BE16BDDD729C}"/>
                </a:ext>
              </a:extLst>
            </p:cNvPr>
            <p:cNvSpPr/>
            <p:nvPr/>
          </p:nvSpPr>
          <p:spPr>
            <a:xfrm>
              <a:off x="400152" y="3745530"/>
              <a:ext cx="237084" cy="237084"/>
            </a:xfrm>
            <a:custGeom>
              <a:avLst/>
              <a:gdLst/>
              <a:ahLst/>
              <a:cxnLst/>
              <a:rect l="l" t="t" r="r" b="b"/>
              <a:pathLst>
                <a:path w="237084" h="237084">
                  <a:moveTo>
                    <a:pt x="237083" y="118542"/>
                  </a:moveTo>
                  <a:cubicBezTo>
                    <a:pt x="237083" y="184010"/>
                    <a:pt x="184010" y="237083"/>
                    <a:pt x="118541" y="237083"/>
                  </a:cubicBezTo>
                  <a:cubicBezTo>
                    <a:pt x="53060" y="237083"/>
                    <a:pt x="0" y="184010"/>
                    <a:pt x="0" y="118542"/>
                  </a:cubicBezTo>
                  <a:cubicBezTo>
                    <a:pt x="0" y="53073"/>
                    <a:pt x="53060" y="0"/>
                    <a:pt x="118541" y="0"/>
                  </a:cubicBezTo>
                  <a:cubicBezTo>
                    <a:pt x="184010" y="0"/>
                    <a:pt x="237083" y="53073"/>
                    <a:pt x="237083" y="118542"/>
                  </a:cubicBezTo>
                </a:path>
              </a:pathLst>
            </a:custGeom>
            <a:noFill/>
            <a:ln w="12700" cap="sq">
              <a:solidFill>
                <a:srgbClr val="002856"/>
              </a:solidFill>
            </a:ln>
          </p:spPr>
          <p:txBody>
            <a:bodyPr/>
            <a:lstStyle/>
            <a:p>
              <a:endParaRPr lang="en-US"/>
            </a:p>
          </p:txBody>
        </p:sp>
      </p:grpSp>
      <p:sp>
        <p:nvSpPr>
          <p:cNvPr id="409" name="Freeform 408">
            <a:extLst>
              <a:ext uri="{FF2B5EF4-FFF2-40B4-BE49-F238E27FC236}">
                <a16:creationId xmlns:a16="http://schemas.microsoft.com/office/drawing/2014/main" id="{16F0D113-6701-BAFA-C87D-0C48521117C0}"/>
              </a:ext>
            </a:extLst>
          </p:cNvPr>
          <p:cNvSpPr/>
          <p:nvPr/>
        </p:nvSpPr>
        <p:spPr>
          <a:xfrm>
            <a:off x="1446520" y="4903978"/>
            <a:ext cx="228597" cy="228594"/>
          </a:xfrm>
          <a:custGeom>
            <a:avLst/>
            <a:gdLst/>
            <a:ahLst/>
            <a:cxnLst/>
            <a:rect l="l" t="t" r="r" b="b"/>
            <a:pathLst>
              <a:path w="228597" h="228594">
                <a:moveTo>
                  <a:pt x="85725" y="176207"/>
                </a:moveTo>
                <a:lnTo>
                  <a:pt x="33337" y="142869"/>
                </a:lnTo>
                <a:lnTo>
                  <a:pt x="85725" y="109532"/>
                </a:lnTo>
                <a:lnTo>
                  <a:pt x="85725" y="128582"/>
                </a:lnTo>
                <a:lnTo>
                  <a:pt x="61912" y="142869"/>
                </a:lnTo>
                <a:lnTo>
                  <a:pt x="85725" y="157157"/>
                </a:lnTo>
                <a:lnTo>
                  <a:pt x="85725" y="176207"/>
                </a:lnTo>
                <a:close/>
                <a:moveTo>
                  <a:pt x="142875" y="176207"/>
                </a:moveTo>
                <a:lnTo>
                  <a:pt x="142875" y="157157"/>
                </a:lnTo>
                <a:lnTo>
                  <a:pt x="166688" y="142869"/>
                </a:lnTo>
                <a:lnTo>
                  <a:pt x="142875" y="128582"/>
                </a:lnTo>
                <a:lnTo>
                  <a:pt x="142875" y="109532"/>
                </a:lnTo>
                <a:lnTo>
                  <a:pt x="195263" y="142869"/>
                </a:lnTo>
                <a:lnTo>
                  <a:pt x="142875" y="176207"/>
                </a:lnTo>
                <a:close/>
                <a:moveTo>
                  <a:pt x="90487" y="195257"/>
                </a:moveTo>
                <a:lnTo>
                  <a:pt x="123825" y="80957"/>
                </a:lnTo>
                <a:lnTo>
                  <a:pt x="142875" y="80957"/>
                </a:lnTo>
                <a:lnTo>
                  <a:pt x="109537" y="195257"/>
                </a:lnTo>
                <a:close/>
                <a:moveTo>
                  <a:pt x="209550" y="209544"/>
                </a:moveTo>
                <a:lnTo>
                  <a:pt x="209550" y="66669"/>
                </a:lnTo>
                <a:lnTo>
                  <a:pt x="19050" y="66669"/>
                </a:lnTo>
                <a:lnTo>
                  <a:pt x="19050" y="209544"/>
                </a:lnTo>
                <a:close/>
                <a:moveTo>
                  <a:pt x="38100" y="42857"/>
                </a:moveTo>
                <a:cubicBezTo>
                  <a:pt x="32842" y="42857"/>
                  <a:pt x="28575" y="38590"/>
                  <a:pt x="28575" y="33332"/>
                </a:cubicBezTo>
                <a:cubicBezTo>
                  <a:pt x="28575" y="28074"/>
                  <a:pt x="32842" y="23807"/>
                  <a:pt x="38100" y="23807"/>
                </a:cubicBezTo>
                <a:cubicBezTo>
                  <a:pt x="43358" y="23807"/>
                  <a:pt x="47625" y="28074"/>
                  <a:pt x="47625" y="33332"/>
                </a:cubicBezTo>
                <a:cubicBezTo>
                  <a:pt x="47625" y="38590"/>
                  <a:pt x="43358" y="42857"/>
                  <a:pt x="38100" y="42857"/>
                </a:cubicBezTo>
                <a:close/>
                <a:moveTo>
                  <a:pt x="66675" y="42857"/>
                </a:moveTo>
                <a:cubicBezTo>
                  <a:pt x="61417" y="42857"/>
                  <a:pt x="57150" y="38590"/>
                  <a:pt x="57150" y="33332"/>
                </a:cubicBezTo>
                <a:cubicBezTo>
                  <a:pt x="57150" y="28074"/>
                  <a:pt x="61417" y="23807"/>
                  <a:pt x="66675" y="23807"/>
                </a:cubicBezTo>
                <a:cubicBezTo>
                  <a:pt x="71933" y="23807"/>
                  <a:pt x="76200" y="28074"/>
                  <a:pt x="76200" y="33332"/>
                </a:cubicBezTo>
                <a:cubicBezTo>
                  <a:pt x="76200" y="38590"/>
                  <a:pt x="71933" y="42857"/>
                  <a:pt x="66675" y="42857"/>
                </a:cubicBezTo>
                <a:close/>
                <a:moveTo>
                  <a:pt x="95250" y="42857"/>
                </a:moveTo>
                <a:cubicBezTo>
                  <a:pt x="89992" y="42857"/>
                  <a:pt x="85725" y="38590"/>
                  <a:pt x="85725" y="33332"/>
                </a:cubicBezTo>
                <a:cubicBezTo>
                  <a:pt x="85725" y="28074"/>
                  <a:pt x="89992" y="23807"/>
                  <a:pt x="95250" y="23807"/>
                </a:cubicBezTo>
                <a:cubicBezTo>
                  <a:pt x="100508" y="23807"/>
                  <a:pt x="104775" y="28074"/>
                  <a:pt x="104775" y="33332"/>
                </a:cubicBezTo>
                <a:cubicBezTo>
                  <a:pt x="104775" y="38590"/>
                  <a:pt x="100508" y="42857"/>
                  <a:pt x="95250" y="42857"/>
                </a:cubicBezTo>
                <a:close/>
                <a:moveTo>
                  <a:pt x="209550" y="47619"/>
                </a:moveTo>
                <a:lnTo>
                  <a:pt x="209550" y="19044"/>
                </a:lnTo>
                <a:lnTo>
                  <a:pt x="19050" y="19044"/>
                </a:lnTo>
                <a:lnTo>
                  <a:pt x="19050" y="47619"/>
                </a:lnTo>
                <a:close/>
                <a:moveTo>
                  <a:pt x="0" y="228594"/>
                </a:moveTo>
                <a:lnTo>
                  <a:pt x="0" y="0"/>
                </a:lnTo>
                <a:lnTo>
                  <a:pt x="228597" y="0"/>
                </a:lnTo>
                <a:lnTo>
                  <a:pt x="228597" y="228594"/>
                </a:lnTo>
                <a:close/>
              </a:path>
            </a:pathLst>
          </a:custGeom>
          <a:solidFill>
            <a:srgbClr val="002855"/>
          </a:solidFill>
        </p:spPr>
        <p:txBody>
          <a:bodyPr/>
          <a:lstStyle/>
          <a:p>
            <a:endParaRPr lang="en-US"/>
          </a:p>
        </p:txBody>
      </p:sp>
      <p:sp>
        <p:nvSpPr>
          <p:cNvPr id="410" name="Freeform 409">
            <a:extLst>
              <a:ext uri="{FF2B5EF4-FFF2-40B4-BE49-F238E27FC236}">
                <a16:creationId xmlns:a16="http://schemas.microsoft.com/office/drawing/2014/main" id="{0816E5C6-A2F3-F52C-1B62-17F5467EA3D3}"/>
              </a:ext>
            </a:extLst>
          </p:cNvPr>
          <p:cNvSpPr/>
          <p:nvPr/>
        </p:nvSpPr>
        <p:spPr>
          <a:xfrm>
            <a:off x="1446520" y="3720735"/>
            <a:ext cx="228597" cy="228597"/>
          </a:xfrm>
          <a:custGeom>
            <a:avLst/>
            <a:gdLst/>
            <a:ahLst/>
            <a:cxnLst/>
            <a:rect l="l" t="t" r="r" b="b"/>
            <a:pathLst>
              <a:path w="228597" h="228597">
                <a:moveTo>
                  <a:pt x="85725" y="176212"/>
                </a:moveTo>
                <a:lnTo>
                  <a:pt x="33337" y="142875"/>
                </a:lnTo>
                <a:lnTo>
                  <a:pt x="85725" y="109537"/>
                </a:lnTo>
                <a:lnTo>
                  <a:pt x="85725" y="128587"/>
                </a:lnTo>
                <a:lnTo>
                  <a:pt x="61912" y="142875"/>
                </a:lnTo>
                <a:lnTo>
                  <a:pt x="85725" y="157162"/>
                </a:lnTo>
                <a:lnTo>
                  <a:pt x="85725" y="176212"/>
                </a:lnTo>
                <a:close/>
                <a:moveTo>
                  <a:pt x="142875" y="176212"/>
                </a:moveTo>
                <a:lnTo>
                  <a:pt x="142875" y="157162"/>
                </a:lnTo>
                <a:lnTo>
                  <a:pt x="166688" y="142875"/>
                </a:lnTo>
                <a:lnTo>
                  <a:pt x="142875" y="128587"/>
                </a:lnTo>
                <a:lnTo>
                  <a:pt x="142875" y="109537"/>
                </a:lnTo>
                <a:lnTo>
                  <a:pt x="195263" y="142875"/>
                </a:lnTo>
                <a:lnTo>
                  <a:pt x="142875" y="176212"/>
                </a:lnTo>
                <a:close/>
                <a:moveTo>
                  <a:pt x="90487" y="195262"/>
                </a:moveTo>
                <a:lnTo>
                  <a:pt x="123825" y="80962"/>
                </a:lnTo>
                <a:lnTo>
                  <a:pt x="142875" y="80962"/>
                </a:lnTo>
                <a:lnTo>
                  <a:pt x="109537" y="195262"/>
                </a:lnTo>
                <a:close/>
                <a:moveTo>
                  <a:pt x="209550" y="209550"/>
                </a:moveTo>
                <a:lnTo>
                  <a:pt x="209550" y="66675"/>
                </a:lnTo>
                <a:lnTo>
                  <a:pt x="19050" y="66675"/>
                </a:lnTo>
                <a:lnTo>
                  <a:pt x="19050" y="209550"/>
                </a:lnTo>
                <a:close/>
                <a:moveTo>
                  <a:pt x="38100" y="42862"/>
                </a:moveTo>
                <a:cubicBezTo>
                  <a:pt x="32842" y="42862"/>
                  <a:pt x="28575" y="38595"/>
                  <a:pt x="28575" y="33337"/>
                </a:cubicBezTo>
                <a:cubicBezTo>
                  <a:pt x="28575" y="28079"/>
                  <a:pt x="32842" y="23812"/>
                  <a:pt x="38100" y="23812"/>
                </a:cubicBezTo>
                <a:cubicBezTo>
                  <a:pt x="43358" y="23812"/>
                  <a:pt x="47625" y="28079"/>
                  <a:pt x="47625" y="33337"/>
                </a:cubicBezTo>
                <a:cubicBezTo>
                  <a:pt x="47625" y="38595"/>
                  <a:pt x="43358" y="42862"/>
                  <a:pt x="38100" y="42862"/>
                </a:cubicBezTo>
                <a:close/>
                <a:moveTo>
                  <a:pt x="66675" y="42862"/>
                </a:moveTo>
                <a:cubicBezTo>
                  <a:pt x="61417" y="42862"/>
                  <a:pt x="57150" y="38595"/>
                  <a:pt x="57150" y="33337"/>
                </a:cubicBezTo>
                <a:cubicBezTo>
                  <a:pt x="57150" y="28079"/>
                  <a:pt x="61417" y="23812"/>
                  <a:pt x="66675" y="23812"/>
                </a:cubicBezTo>
                <a:cubicBezTo>
                  <a:pt x="71933" y="23812"/>
                  <a:pt x="76200" y="28079"/>
                  <a:pt x="76200" y="33337"/>
                </a:cubicBezTo>
                <a:cubicBezTo>
                  <a:pt x="76200" y="38595"/>
                  <a:pt x="71933" y="42862"/>
                  <a:pt x="66675" y="42862"/>
                </a:cubicBezTo>
                <a:close/>
                <a:moveTo>
                  <a:pt x="95250" y="42862"/>
                </a:moveTo>
                <a:cubicBezTo>
                  <a:pt x="89992" y="42862"/>
                  <a:pt x="85725" y="38595"/>
                  <a:pt x="85725" y="33337"/>
                </a:cubicBezTo>
                <a:cubicBezTo>
                  <a:pt x="85725" y="28079"/>
                  <a:pt x="89992" y="23812"/>
                  <a:pt x="95250" y="23812"/>
                </a:cubicBezTo>
                <a:cubicBezTo>
                  <a:pt x="100508" y="23812"/>
                  <a:pt x="104775" y="28079"/>
                  <a:pt x="104775" y="33337"/>
                </a:cubicBezTo>
                <a:cubicBezTo>
                  <a:pt x="104775" y="38595"/>
                  <a:pt x="100508" y="42862"/>
                  <a:pt x="95250" y="42862"/>
                </a:cubicBezTo>
                <a:close/>
                <a:moveTo>
                  <a:pt x="209550" y="47625"/>
                </a:moveTo>
                <a:lnTo>
                  <a:pt x="209550" y="19050"/>
                </a:lnTo>
                <a:lnTo>
                  <a:pt x="19050" y="19050"/>
                </a:lnTo>
                <a:lnTo>
                  <a:pt x="19050" y="47625"/>
                </a:lnTo>
                <a:close/>
                <a:moveTo>
                  <a:pt x="0" y="228597"/>
                </a:moveTo>
                <a:lnTo>
                  <a:pt x="0" y="0"/>
                </a:lnTo>
                <a:lnTo>
                  <a:pt x="228597" y="0"/>
                </a:lnTo>
                <a:lnTo>
                  <a:pt x="228597" y="228597"/>
                </a:lnTo>
                <a:close/>
              </a:path>
            </a:pathLst>
          </a:custGeom>
          <a:solidFill>
            <a:srgbClr val="002855"/>
          </a:solidFill>
        </p:spPr>
        <p:txBody>
          <a:bodyPr/>
          <a:lstStyle/>
          <a:p>
            <a:endParaRPr lang="en-US"/>
          </a:p>
        </p:txBody>
      </p:sp>
      <p:sp>
        <p:nvSpPr>
          <p:cNvPr id="411" name="Freeform 410">
            <a:extLst>
              <a:ext uri="{FF2B5EF4-FFF2-40B4-BE49-F238E27FC236}">
                <a16:creationId xmlns:a16="http://schemas.microsoft.com/office/drawing/2014/main" id="{896EBC27-075E-E6B8-4E7C-8D3545463A5D}"/>
              </a:ext>
            </a:extLst>
          </p:cNvPr>
          <p:cNvSpPr/>
          <p:nvPr/>
        </p:nvSpPr>
        <p:spPr>
          <a:xfrm>
            <a:off x="1344917" y="4141966"/>
            <a:ext cx="1221448" cy="707492"/>
          </a:xfrm>
          <a:custGeom>
            <a:avLst/>
            <a:gdLst/>
            <a:ahLst/>
            <a:cxnLst/>
            <a:rect l="l" t="t" r="r" b="b"/>
            <a:pathLst>
              <a:path w="1221448" h="707492">
                <a:moveTo>
                  <a:pt x="0" y="707491"/>
                </a:moveTo>
                <a:lnTo>
                  <a:pt x="1221448" y="707491"/>
                </a:lnTo>
                <a:lnTo>
                  <a:pt x="1221448" y="0"/>
                </a:lnTo>
                <a:lnTo>
                  <a:pt x="0" y="0"/>
                </a:lnTo>
                <a:close/>
              </a:path>
            </a:pathLst>
          </a:custGeom>
          <a:solidFill>
            <a:srgbClr val="002855"/>
          </a:solidFill>
        </p:spPr>
        <p:txBody>
          <a:bodyPr/>
          <a:lstStyle/>
          <a:p>
            <a:endParaRPr lang="en-US"/>
          </a:p>
        </p:txBody>
      </p:sp>
      <p:sp>
        <p:nvSpPr>
          <p:cNvPr id="412" name="TextBox 411">
            <a:extLst>
              <a:ext uri="{FF2B5EF4-FFF2-40B4-BE49-F238E27FC236}">
                <a16:creationId xmlns:a16="http://schemas.microsoft.com/office/drawing/2014/main" id="{9DC56C9E-F6C8-4AB6-C717-D95923FFDC2A}"/>
              </a:ext>
            </a:extLst>
          </p:cNvPr>
          <p:cNvSpPr txBox="1"/>
          <p:nvPr/>
        </p:nvSpPr>
        <p:spPr>
          <a:xfrm>
            <a:off x="1405212" y="4214462"/>
            <a:ext cx="1130300" cy="571500"/>
          </a:xfrm>
          <a:prstGeom prst="rect">
            <a:avLst/>
          </a:prstGeom>
        </p:spPr>
        <p:txBody>
          <a:bodyPr lIns="0" tIns="0" rIns="0" bIns="0" anchor="t"/>
          <a:lstStyle/>
          <a:p>
            <a:pPr marL="0" indent="0" algn="ctr">
              <a:lnSpc>
                <a:spcPts val="1500"/>
              </a:lnSpc>
            </a:pPr>
            <a:r>
              <a:rPr lang="en-US" sz="1200" b="1">
                <a:solidFill>
                  <a:srgbClr val="FFFEFF"/>
                </a:solidFill>
                <a:latin typeface="Arial" panose="020B0604020202020204" pitchFamily="34" charset="0"/>
              </a:rPr>
              <a:t>API Developer Portal </a:t>
            </a:r>
            <a:br>
              <a:rPr lang="en-US" sz="1200" b="1">
                <a:solidFill>
                  <a:srgbClr val="FFFEFF"/>
                </a:solidFill>
                <a:latin typeface="Arial" panose="020B0604020202020204" pitchFamily="34" charset="0"/>
              </a:rPr>
            </a:br>
            <a:r>
              <a:rPr lang="en-US" sz="1200" b="1">
                <a:solidFill>
                  <a:srgbClr val="FFFEFF"/>
                </a:solidFill>
                <a:latin typeface="Arial" panose="020B0604020202020204" pitchFamily="34" charset="0"/>
              </a:rPr>
              <a:t>(Internal)</a:t>
            </a:r>
          </a:p>
        </p:txBody>
      </p:sp>
      <p:sp>
        <p:nvSpPr>
          <p:cNvPr id="413" name="Freeform 412">
            <a:extLst>
              <a:ext uri="{FF2B5EF4-FFF2-40B4-BE49-F238E27FC236}">
                <a16:creationId xmlns:a16="http://schemas.microsoft.com/office/drawing/2014/main" id="{C4E4E589-219D-FDED-F0D4-0D83EA02B0B5}"/>
              </a:ext>
            </a:extLst>
          </p:cNvPr>
          <p:cNvSpPr/>
          <p:nvPr/>
        </p:nvSpPr>
        <p:spPr>
          <a:xfrm>
            <a:off x="1351267" y="4148328"/>
            <a:ext cx="1208748" cy="1051458"/>
          </a:xfrm>
          <a:custGeom>
            <a:avLst/>
            <a:gdLst/>
            <a:ahLst/>
            <a:cxnLst/>
            <a:rect l="l" t="t" r="r" b="b"/>
            <a:pathLst>
              <a:path w="1208748" h="1051458">
                <a:moveTo>
                  <a:pt x="0" y="1051459"/>
                </a:moveTo>
                <a:lnTo>
                  <a:pt x="1208748" y="1051459"/>
                </a:lnTo>
                <a:lnTo>
                  <a:pt x="1208748" y="0"/>
                </a:lnTo>
                <a:lnTo>
                  <a:pt x="0" y="0"/>
                </a:lnTo>
                <a:close/>
              </a:path>
            </a:pathLst>
          </a:custGeom>
          <a:noFill/>
          <a:ln w="12700" cap="sq">
            <a:solidFill>
              <a:srgbClr val="002855"/>
            </a:solidFill>
          </a:ln>
        </p:spPr>
        <p:txBody>
          <a:bodyPr/>
          <a:lstStyle/>
          <a:p>
            <a:endParaRPr lang="en-US"/>
          </a:p>
        </p:txBody>
      </p:sp>
      <p:sp>
        <p:nvSpPr>
          <p:cNvPr id="414" name="TextBox 413">
            <a:extLst>
              <a:ext uri="{FF2B5EF4-FFF2-40B4-BE49-F238E27FC236}">
                <a16:creationId xmlns:a16="http://schemas.microsoft.com/office/drawing/2014/main" id="{711DF7B5-BB44-3346-A9B3-9B6697D49294}"/>
              </a:ext>
            </a:extLst>
          </p:cNvPr>
          <p:cNvSpPr txBox="1"/>
          <p:nvPr/>
        </p:nvSpPr>
        <p:spPr>
          <a:xfrm>
            <a:off x="1751320" y="4912533"/>
            <a:ext cx="431800" cy="215900"/>
          </a:xfrm>
          <a:prstGeom prst="rect">
            <a:avLst/>
          </a:prstGeom>
        </p:spPr>
        <p:txBody>
          <a:bodyPr wrap="none" lIns="0" tIns="0" rIns="0" bIns="0" anchor="t"/>
          <a:lstStyle/>
          <a:p>
            <a:r>
              <a:rPr lang="en-US" sz="1200">
                <a:solidFill>
                  <a:srgbClr val="000000"/>
                </a:solidFill>
                <a:latin typeface="Arial" panose="020B0604020202020204" pitchFamily="34" charset="0"/>
              </a:rPr>
              <a:t>Portal</a:t>
            </a:r>
          </a:p>
        </p:txBody>
      </p:sp>
      <p:sp>
        <p:nvSpPr>
          <p:cNvPr id="415" name="Freeform 414">
            <a:extLst>
              <a:ext uri="{FF2B5EF4-FFF2-40B4-BE49-F238E27FC236}">
                <a16:creationId xmlns:a16="http://schemas.microsoft.com/office/drawing/2014/main" id="{573AE927-331F-EB64-3F0C-6FCF184D712D}"/>
              </a:ext>
            </a:extLst>
          </p:cNvPr>
          <p:cNvSpPr/>
          <p:nvPr/>
        </p:nvSpPr>
        <p:spPr>
          <a:xfrm>
            <a:off x="1344917" y="2961018"/>
            <a:ext cx="1221448" cy="707492"/>
          </a:xfrm>
          <a:custGeom>
            <a:avLst/>
            <a:gdLst/>
            <a:ahLst/>
            <a:cxnLst/>
            <a:rect l="l" t="t" r="r" b="b"/>
            <a:pathLst>
              <a:path w="1221448" h="707492">
                <a:moveTo>
                  <a:pt x="0" y="707492"/>
                </a:moveTo>
                <a:lnTo>
                  <a:pt x="1221448" y="707492"/>
                </a:lnTo>
                <a:lnTo>
                  <a:pt x="1221448" y="0"/>
                </a:lnTo>
                <a:lnTo>
                  <a:pt x="0" y="0"/>
                </a:lnTo>
                <a:close/>
              </a:path>
            </a:pathLst>
          </a:custGeom>
          <a:solidFill>
            <a:srgbClr val="002855"/>
          </a:solidFill>
        </p:spPr>
        <p:txBody>
          <a:bodyPr/>
          <a:lstStyle/>
          <a:p>
            <a:endParaRPr lang="en-US"/>
          </a:p>
        </p:txBody>
      </p:sp>
      <p:sp>
        <p:nvSpPr>
          <p:cNvPr id="416" name="TextBox 415">
            <a:extLst>
              <a:ext uri="{FF2B5EF4-FFF2-40B4-BE49-F238E27FC236}">
                <a16:creationId xmlns:a16="http://schemas.microsoft.com/office/drawing/2014/main" id="{DBF3E719-6DCA-877A-298F-9B2E5DE6FE86}"/>
              </a:ext>
            </a:extLst>
          </p:cNvPr>
          <p:cNvSpPr txBox="1"/>
          <p:nvPr/>
        </p:nvSpPr>
        <p:spPr>
          <a:xfrm>
            <a:off x="1405212" y="3033508"/>
            <a:ext cx="1130300" cy="571500"/>
          </a:xfrm>
          <a:prstGeom prst="rect">
            <a:avLst/>
          </a:prstGeom>
        </p:spPr>
        <p:txBody>
          <a:bodyPr lIns="0" tIns="0" rIns="0" bIns="0" anchor="t"/>
          <a:lstStyle/>
          <a:p>
            <a:pPr marL="0" indent="0" algn="ctr">
              <a:lnSpc>
                <a:spcPts val="1500"/>
              </a:lnSpc>
            </a:pPr>
            <a:r>
              <a:rPr lang="en-US" sz="1200" b="1">
                <a:solidFill>
                  <a:srgbClr val="FFFEFF"/>
                </a:solidFill>
                <a:latin typeface="Arial" panose="020B0604020202020204" pitchFamily="34" charset="0"/>
              </a:rPr>
              <a:t>API Developer </a:t>
            </a:r>
            <a:br>
              <a:rPr lang="en-US" sz="1200" b="1">
                <a:solidFill>
                  <a:srgbClr val="FFFEFF"/>
                </a:solidFill>
                <a:latin typeface="Arial" panose="020B0604020202020204" pitchFamily="34" charset="0"/>
              </a:rPr>
            </a:br>
            <a:r>
              <a:rPr lang="en-US" sz="1200" b="1">
                <a:solidFill>
                  <a:srgbClr val="FFFEFF"/>
                </a:solidFill>
                <a:latin typeface="Arial" panose="020B0604020202020204" pitchFamily="34" charset="0"/>
              </a:rPr>
              <a:t>Portal </a:t>
            </a:r>
            <a:br>
              <a:rPr lang="en-US" sz="1200" b="1">
                <a:solidFill>
                  <a:srgbClr val="FFFEFF"/>
                </a:solidFill>
                <a:latin typeface="Arial" panose="020B0604020202020204" pitchFamily="34" charset="0"/>
              </a:rPr>
            </a:br>
            <a:r>
              <a:rPr lang="en-US" sz="1200" b="1">
                <a:solidFill>
                  <a:srgbClr val="FFFEFF"/>
                </a:solidFill>
                <a:latin typeface="Arial" panose="020B0604020202020204" pitchFamily="34" charset="0"/>
              </a:rPr>
              <a:t>(External)</a:t>
            </a:r>
          </a:p>
        </p:txBody>
      </p:sp>
      <p:sp>
        <p:nvSpPr>
          <p:cNvPr id="417" name="Freeform 416">
            <a:extLst>
              <a:ext uri="{FF2B5EF4-FFF2-40B4-BE49-F238E27FC236}">
                <a16:creationId xmlns:a16="http://schemas.microsoft.com/office/drawing/2014/main" id="{8B5B6D66-6ADA-2BDF-0EBD-A6A273B3DCB6}"/>
              </a:ext>
            </a:extLst>
          </p:cNvPr>
          <p:cNvSpPr/>
          <p:nvPr/>
        </p:nvSpPr>
        <p:spPr>
          <a:xfrm>
            <a:off x="1351267" y="2967368"/>
            <a:ext cx="1208748" cy="1051458"/>
          </a:xfrm>
          <a:custGeom>
            <a:avLst/>
            <a:gdLst/>
            <a:ahLst/>
            <a:cxnLst/>
            <a:rect l="l" t="t" r="r" b="b"/>
            <a:pathLst>
              <a:path w="1208748" h="1051458">
                <a:moveTo>
                  <a:pt x="0" y="1051459"/>
                </a:moveTo>
                <a:lnTo>
                  <a:pt x="1208748" y="1051459"/>
                </a:lnTo>
                <a:lnTo>
                  <a:pt x="1208748" y="0"/>
                </a:lnTo>
                <a:lnTo>
                  <a:pt x="0" y="0"/>
                </a:lnTo>
                <a:close/>
              </a:path>
            </a:pathLst>
          </a:custGeom>
          <a:noFill/>
          <a:ln w="12700" cap="sq">
            <a:solidFill>
              <a:srgbClr val="002855"/>
            </a:solidFill>
          </a:ln>
        </p:spPr>
        <p:txBody>
          <a:bodyPr/>
          <a:lstStyle/>
          <a:p>
            <a:endParaRPr lang="en-US"/>
          </a:p>
        </p:txBody>
      </p:sp>
      <p:sp>
        <p:nvSpPr>
          <p:cNvPr id="418" name="TextBox 417">
            <a:extLst>
              <a:ext uri="{FF2B5EF4-FFF2-40B4-BE49-F238E27FC236}">
                <a16:creationId xmlns:a16="http://schemas.microsoft.com/office/drawing/2014/main" id="{D5F74AB7-9DE4-A0F7-57AF-30970EEB63C9}"/>
              </a:ext>
            </a:extLst>
          </p:cNvPr>
          <p:cNvSpPr txBox="1"/>
          <p:nvPr/>
        </p:nvSpPr>
        <p:spPr>
          <a:xfrm>
            <a:off x="1751320" y="3731579"/>
            <a:ext cx="431800" cy="215900"/>
          </a:xfrm>
          <a:prstGeom prst="rect">
            <a:avLst/>
          </a:prstGeom>
        </p:spPr>
        <p:txBody>
          <a:bodyPr wrap="none" lIns="0" tIns="0" rIns="0" bIns="0" anchor="t"/>
          <a:lstStyle/>
          <a:p>
            <a:r>
              <a:rPr lang="en-US" sz="1200">
                <a:solidFill>
                  <a:srgbClr val="000000"/>
                </a:solidFill>
                <a:latin typeface="Arial" panose="020B0604020202020204" pitchFamily="34" charset="0"/>
              </a:rPr>
              <a:t>Portal</a:t>
            </a:r>
          </a:p>
        </p:txBody>
      </p:sp>
      <p:sp>
        <p:nvSpPr>
          <p:cNvPr id="419" name="Freeform 418">
            <a:extLst>
              <a:ext uri="{FF2B5EF4-FFF2-40B4-BE49-F238E27FC236}">
                <a16:creationId xmlns:a16="http://schemas.microsoft.com/office/drawing/2014/main" id="{345A880F-F6E6-C0FD-1B4C-D5255C7DB964}"/>
              </a:ext>
            </a:extLst>
          </p:cNvPr>
          <p:cNvSpPr/>
          <p:nvPr/>
        </p:nvSpPr>
        <p:spPr>
          <a:xfrm>
            <a:off x="1344917" y="1971066"/>
            <a:ext cx="1221448" cy="516992"/>
          </a:xfrm>
          <a:custGeom>
            <a:avLst/>
            <a:gdLst/>
            <a:ahLst/>
            <a:cxnLst/>
            <a:rect l="l" t="t" r="r" b="b"/>
            <a:pathLst>
              <a:path w="1221448" h="516992">
                <a:moveTo>
                  <a:pt x="0" y="516991"/>
                </a:moveTo>
                <a:lnTo>
                  <a:pt x="1221448" y="516991"/>
                </a:lnTo>
                <a:lnTo>
                  <a:pt x="1221448" y="0"/>
                </a:lnTo>
                <a:lnTo>
                  <a:pt x="0" y="0"/>
                </a:lnTo>
                <a:close/>
              </a:path>
            </a:pathLst>
          </a:custGeom>
          <a:solidFill>
            <a:srgbClr val="002855"/>
          </a:solidFill>
        </p:spPr>
        <p:txBody>
          <a:bodyPr/>
          <a:lstStyle/>
          <a:p>
            <a:endParaRPr lang="en-US"/>
          </a:p>
        </p:txBody>
      </p:sp>
      <p:sp>
        <p:nvSpPr>
          <p:cNvPr id="420" name="TextBox 419">
            <a:extLst>
              <a:ext uri="{FF2B5EF4-FFF2-40B4-BE49-F238E27FC236}">
                <a16:creationId xmlns:a16="http://schemas.microsoft.com/office/drawing/2014/main" id="{2D574538-A2B3-076A-03EB-660843C912CA}"/>
              </a:ext>
            </a:extLst>
          </p:cNvPr>
          <p:cNvSpPr txBox="1"/>
          <p:nvPr/>
        </p:nvSpPr>
        <p:spPr>
          <a:xfrm>
            <a:off x="1545211" y="2043562"/>
            <a:ext cx="850900" cy="381000"/>
          </a:xfrm>
          <a:prstGeom prst="rect">
            <a:avLst/>
          </a:prstGeom>
        </p:spPr>
        <p:txBody>
          <a:bodyPr lIns="0" tIns="0" rIns="0" bIns="0" anchor="t"/>
          <a:lstStyle/>
          <a:p>
            <a:pPr marL="0" indent="0" algn="ctr">
              <a:lnSpc>
                <a:spcPts val="1500"/>
              </a:lnSpc>
            </a:pPr>
            <a:r>
              <a:rPr lang="en-US" sz="1200" b="1">
                <a:solidFill>
                  <a:srgbClr val="FFFEFF"/>
                </a:solidFill>
                <a:latin typeface="Arial" panose="020B0604020202020204" pitchFamily="34" charset="0"/>
              </a:rPr>
              <a:t>API Admin </a:t>
            </a:r>
            <a:br>
              <a:rPr lang="en-US" sz="1200" b="1">
                <a:solidFill>
                  <a:srgbClr val="FFFEFF"/>
                </a:solidFill>
                <a:latin typeface="Arial" panose="020B0604020202020204" pitchFamily="34" charset="0"/>
              </a:rPr>
            </a:br>
            <a:r>
              <a:rPr lang="en-US" sz="1200" b="1">
                <a:solidFill>
                  <a:srgbClr val="FFFEFF"/>
                </a:solidFill>
                <a:latin typeface="Arial" panose="020B0604020202020204" pitchFamily="34" charset="0"/>
              </a:rPr>
              <a:t>Portal</a:t>
            </a:r>
          </a:p>
        </p:txBody>
      </p:sp>
      <p:sp>
        <p:nvSpPr>
          <p:cNvPr id="421" name="Freeform 420">
            <a:extLst>
              <a:ext uri="{FF2B5EF4-FFF2-40B4-BE49-F238E27FC236}">
                <a16:creationId xmlns:a16="http://schemas.microsoft.com/office/drawing/2014/main" id="{F1352735-A44B-40BA-63C0-3EAA2CD2339F}"/>
              </a:ext>
            </a:extLst>
          </p:cNvPr>
          <p:cNvSpPr/>
          <p:nvPr/>
        </p:nvSpPr>
        <p:spPr>
          <a:xfrm>
            <a:off x="1351267" y="1977416"/>
            <a:ext cx="1208748" cy="857682"/>
          </a:xfrm>
          <a:custGeom>
            <a:avLst/>
            <a:gdLst/>
            <a:ahLst/>
            <a:cxnLst/>
            <a:rect l="l" t="t" r="r" b="b"/>
            <a:pathLst>
              <a:path w="1208748" h="857682">
                <a:moveTo>
                  <a:pt x="0" y="857682"/>
                </a:moveTo>
                <a:lnTo>
                  <a:pt x="1208748" y="857682"/>
                </a:lnTo>
                <a:lnTo>
                  <a:pt x="1208748" y="0"/>
                </a:lnTo>
                <a:lnTo>
                  <a:pt x="0" y="0"/>
                </a:lnTo>
                <a:close/>
              </a:path>
            </a:pathLst>
          </a:custGeom>
          <a:noFill/>
          <a:ln w="12700" cap="sq">
            <a:solidFill>
              <a:srgbClr val="002855"/>
            </a:solidFill>
          </a:ln>
        </p:spPr>
        <p:txBody>
          <a:bodyPr/>
          <a:lstStyle/>
          <a:p>
            <a:endParaRPr lang="en-US"/>
          </a:p>
        </p:txBody>
      </p:sp>
      <p:sp>
        <p:nvSpPr>
          <p:cNvPr id="422" name="TextBox 421">
            <a:extLst>
              <a:ext uri="{FF2B5EF4-FFF2-40B4-BE49-F238E27FC236}">
                <a16:creationId xmlns:a16="http://schemas.microsoft.com/office/drawing/2014/main" id="{9D2A4478-B086-CBD4-93EB-4B48748D3650}"/>
              </a:ext>
            </a:extLst>
          </p:cNvPr>
          <p:cNvSpPr txBox="1"/>
          <p:nvPr/>
        </p:nvSpPr>
        <p:spPr>
          <a:xfrm>
            <a:off x="1751320" y="2547852"/>
            <a:ext cx="431800" cy="215900"/>
          </a:xfrm>
          <a:prstGeom prst="rect">
            <a:avLst/>
          </a:prstGeom>
        </p:spPr>
        <p:txBody>
          <a:bodyPr wrap="none" lIns="0" tIns="0" rIns="0" bIns="0" anchor="t"/>
          <a:lstStyle/>
          <a:p>
            <a:r>
              <a:rPr lang="en-US" sz="1200">
                <a:solidFill>
                  <a:srgbClr val="000000"/>
                </a:solidFill>
                <a:latin typeface="Arial" panose="020B0604020202020204" pitchFamily="34" charset="0"/>
              </a:rPr>
              <a:t>Portal</a:t>
            </a:r>
          </a:p>
        </p:txBody>
      </p:sp>
      <p:grpSp>
        <p:nvGrpSpPr>
          <p:cNvPr id="423" name="Group 422">
            <a:extLst>
              <a:ext uri="{FF2B5EF4-FFF2-40B4-BE49-F238E27FC236}">
                <a16:creationId xmlns:a16="http://schemas.microsoft.com/office/drawing/2014/main" id="{67B9E3D8-8B29-D06E-9E82-6D20AE28085E}"/>
              </a:ext>
            </a:extLst>
          </p:cNvPr>
          <p:cNvGrpSpPr/>
          <p:nvPr/>
        </p:nvGrpSpPr>
        <p:grpSpPr>
          <a:xfrm>
            <a:off x="1069613" y="2343778"/>
            <a:ext cx="275307" cy="2367661"/>
            <a:chOff x="1108386" y="2414923"/>
            <a:chExt cx="275307" cy="2367661"/>
          </a:xfrm>
        </p:grpSpPr>
        <p:sp>
          <p:nvSpPr>
            <p:cNvPr id="424" name="Freeform 423">
              <a:extLst>
                <a:ext uri="{FF2B5EF4-FFF2-40B4-BE49-F238E27FC236}">
                  <a16:creationId xmlns:a16="http://schemas.microsoft.com/office/drawing/2014/main" id="{C69C66DA-CB7E-3815-D3BB-95B7780346F9}"/>
                </a:ext>
              </a:extLst>
            </p:cNvPr>
            <p:cNvSpPr/>
            <p:nvPr/>
          </p:nvSpPr>
          <p:spPr>
            <a:xfrm>
              <a:off x="1257615" y="2477407"/>
              <a:ext cx="73990" cy="960348"/>
            </a:xfrm>
            <a:custGeom>
              <a:avLst/>
              <a:gdLst/>
              <a:ahLst/>
              <a:cxnLst/>
              <a:rect l="l" t="t" r="r" b="b"/>
              <a:pathLst>
                <a:path w="73990" h="960348">
                  <a:moveTo>
                    <a:pt x="73990" y="0"/>
                  </a:moveTo>
                  <a:lnTo>
                    <a:pt x="0" y="0"/>
                  </a:lnTo>
                  <a:lnTo>
                    <a:pt x="0" y="960348"/>
                  </a:lnTo>
                  <a:lnTo>
                    <a:pt x="73990" y="960348"/>
                  </a:lnTo>
                </a:path>
              </a:pathLst>
            </a:custGeom>
            <a:noFill/>
            <a:ln w="19050" cap="sq">
              <a:solidFill>
                <a:srgbClr val="002855"/>
              </a:solidFill>
            </a:ln>
          </p:spPr>
          <p:txBody>
            <a:bodyPr/>
            <a:lstStyle/>
            <a:p>
              <a:endParaRPr lang="en-US"/>
            </a:p>
          </p:txBody>
        </p:sp>
        <p:sp>
          <p:nvSpPr>
            <p:cNvPr id="425" name="Freeform 424">
              <a:extLst>
                <a:ext uri="{FF2B5EF4-FFF2-40B4-BE49-F238E27FC236}">
                  <a16:creationId xmlns:a16="http://schemas.microsoft.com/office/drawing/2014/main" id="{E1F6CF5B-C696-53D0-1491-B1DB8AC8F93A}"/>
                </a:ext>
              </a:extLst>
            </p:cNvPr>
            <p:cNvSpPr/>
            <p:nvPr/>
          </p:nvSpPr>
          <p:spPr>
            <a:xfrm>
              <a:off x="1316485" y="2414923"/>
              <a:ext cx="67208" cy="124968"/>
            </a:xfrm>
            <a:custGeom>
              <a:avLst/>
              <a:gdLst/>
              <a:ahLst/>
              <a:cxnLst/>
              <a:rect l="l" t="t" r="r" b="b"/>
              <a:pathLst>
                <a:path w="67208" h="124968">
                  <a:moveTo>
                    <a:pt x="67208" y="62484"/>
                  </a:moveTo>
                  <a:lnTo>
                    <a:pt x="0" y="0"/>
                  </a:lnTo>
                  <a:lnTo>
                    <a:pt x="0" y="124968"/>
                  </a:lnTo>
                  <a:close/>
                </a:path>
              </a:pathLst>
            </a:custGeom>
            <a:solidFill>
              <a:srgbClr val="002855"/>
            </a:solidFill>
          </p:spPr>
          <p:txBody>
            <a:bodyPr/>
            <a:lstStyle/>
            <a:p>
              <a:endParaRPr lang="en-US"/>
            </a:p>
          </p:txBody>
        </p:sp>
        <p:sp>
          <p:nvSpPr>
            <p:cNvPr id="426" name="Freeform 425">
              <a:extLst>
                <a:ext uri="{FF2B5EF4-FFF2-40B4-BE49-F238E27FC236}">
                  <a16:creationId xmlns:a16="http://schemas.microsoft.com/office/drawing/2014/main" id="{26FA4F88-5667-2BAA-6EF0-26472610FF7A}"/>
                </a:ext>
              </a:extLst>
            </p:cNvPr>
            <p:cNvSpPr/>
            <p:nvPr/>
          </p:nvSpPr>
          <p:spPr>
            <a:xfrm>
              <a:off x="1316485" y="3375276"/>
              <a:ext cx="67208" cy="124968"/>
            </a:xfrm>
            <a:custGeom>
              <a:avLst/>
              <a:gdLst/>
              <a:ahLst/>
              <a:cxnLst/>
              <a:rect l="l" t="t" r="r" b="b"/>
              <a:pathLst>
                <a:path w="67208" h="124968">
                  <a:moveTo>
                    <a:pt x="67208" y="62484"/>
                  </a:moveTo>
                  <a:lnTo>
                    <a:pt x="0" y="0"/>
                  </a:lnTo>
                  <a:lnTo>
                    <a:pt x="0" y="124968"/>
                  </a:lnTo>
                  <a:close/>
                </a:path>
              </a:pathLst>
            </a:custGeom>
            <a:solidFill>
              <a:srgbClr val="002855"/>
            </a:solidFill>
          </p:spPr>
          <p:txBody>
            <a:bodyPr/>
            <a:lstStyle/>
            <a:p>
              <a:endParaRPr lang="en-US"/>
            </a:p>
          </p:txBody>
        </p:sp>
        <p:cxnSp>
          <p:nvCxnSpPr>
            <p:cNvPr id="427" name="Connector 157">
              <a:extLst>
                <a:ext uri="{FF2B5EF4-FFF2-40B4-BE49-F238E27FC236}">
                  <a16:creationId xmlns:a16="http://schemas.microsoft.com/office/drawing/2014/main" id="{49DCD46C-BEC2-8E21-898D-047D0BCDCE59}"/>
                </a:ext>
              </a:extLst>
            </p:cNvPr>
            <p:cNvCxnSpPr/>
            <p:nvPr/>
          </p:nvCxnSpPr>
          <p:spPr>
            <a:xfrm>
              <a:off x="1108386" y="2832637"/>
              <a:ext cx="148907" cy="0"/>
            </a:xfrm>
            <a:prstGeom prst="line">
              <a:avLst/>
            </a:prstGeom>
            <a:noFill/>
            <a:ln w="19050" cap="sq">
              <a:solidFill>
                <a:srgbClr val="002855"/>
              </a:solidFill>
            </a:ln>
          </p:spPr>
        </p:cxnSp>
        <p:sp>
          <p:nvSpPr>
            <p:cNvPr id="428" name="Freeform 427">
              <a:extLst>
                <a:ext uri="{FF2B5EF4-FFF2-40B4-BE49-F238E27FC236}">
                  <a16:creationId xmlns:a16="http://schemas.microsoft.com/office/drawing/2014/main" id="{B78590E8-802D-75B7-5A08-3C64BD0D5D11}"/>
                </a:ext>
              </a:extLst>
            </p:cNvPr>
            <p:cNvSpPr/>
            <p:nvPr/>
          </p:nvSpPr>
          <p:spPr>
            <a:xfrm>
              <a:off x="1257615" y="3697265"/>
              <a:ext cx="73990" cy="1022833"/>
            </a:xfrm>
            <a:custGeom>
              <a:avLst/>
              <a:gdLst/>
              <a:ahLst/>
              <a:cxnLst/>
              <a:rect l="l" t="t" r="r" b="b"/>
              <a:pathLst>
                <a:path w="73990" h="1022833">
                  <a:moveTo>
                    <a:pt x="73990" y="0"/>
                  </a:moveTo>
                  <a:lnTo>
                    <a:pt x="0" y="0"/>
                  </a:lnTo>
                  <a:lnTo>
                    <a:pt x="0" y="1022832"/>
                  </a:lnTo>
                  <a:lnTo>
                    <a:pt x="73990" y="1022832"/>
                  </a:lnTo>
                </a:path>
              </a:pathLst>
            </a:custGeom>
            <a:noFill/>
            <a:ln w="19050" cap="sq">
              <a:solidFill>
                <a:srgbClr val="002855"/>
              </a:solidFill>
            </a:ln>
          </p:spPr>
          <p:txBody>
            <a:bodyPr/>
            <a:lstStyle/>
            <a:p>
              <a:endParaRPr lang="en-US"/>
            </a:p>
          </p:txBody>
        </p:sp>
        <p:sp>
          <p:nvSpPr>
            <p:cNvPr id="429" name="Freeform 428">
              <a:extLst>
                <a:ext uri="{FF2B5EF4-FFF2-40B4-BE49-F238E27FC236}">
                  <a16:creationId xmlns:a16="http://schemas.microsoft.com/office/drawing/2014/main" id="{012C85BA-32BA-B292-901C-98A511348104}"/>
                </a:ext>
              </a:extLst>
            </p:cNvPr>
            <p:cNvSpPr/>
            <p:nvPr/>
          </p:nvSpPr>
          <p:spPr>
            <a:xfrm>
              <a:off x="1316485" y="3634780"/>
              <a:ext cx="67208" cy="124968"/>
            </a:xfrm>
            <a:custGeom>
              <a:avLst/>
              <a:gdLst/>
              <a:ahLst/>
              <a:cxnLst/>
              <a:rect l="l" t="t" r="r" b="b"/>
              <a:pathLst>
                <a:path w="67208" h="124968">
                  <a:moveTo>
                    <a:pt x="67208" y="62485"/>
                  </a:moveTo>
                  <a:lnTo>
                    <a:pt x="0" y="0"/>
                  </a:lnTo>
                  <a:lnTo>
                    <a:pt x="0" y="124969"/>
                  </a:lnTo>
                  <a:close/>
                </a:path>
              </a:pathLst>
            </a:custGeom>
            <a:solidFill>
              <a:srgbClr val="002855"/>
            </a:solidFill>
          </p:spPr>
          <p:txBody>
            <a:bodyPr/>
            <a:lstStyle/>
            <a:p>
              <a:endParaRPr lang="en-US"/>
            </a:p>
          </p:txBody>
        </p:sp>
        <p:sp>
          <p:nvSpPr>
            <p:cNvPr id="430" name="Freeform 429">
              <a:extLst>
                <a:ext uri="{FF2B5EF4-FFF2-40B4-BE49-F238E27FC236}">
                  <a16:creationId xmlns:a16="http://schemas.microsoft.com/office/drawing/2014/main" id="{8A4A498D-F368-EAD4-9741-14F5532AB06C}"/>
                </a:ext>
              </a:extLst>
            </p:cNvPr>
            <p:cNvSpPr/>
            <p:nvPr/>
          </p:nvSpPr>
          <p:spPr>
            <a:xfrm>
              <a:off x="1316485" y="4657616"/>
              <a:ext cx="67208" cy="124968"/>
            </a:xfrm>
            <a:custGeom>
              <a:avLst/>
              <a:gdLst/>
              <a:ahLst/>
              <a:cxnLst/>
              <a:rect l="l" t="t" r="r" b="b"/>
              <a:pathLst>
                <a:path w="67208" h="124968">
                  <a:moveTo>
                    <a:pt x="67208" y="62484"/>
                  </a:moveTo>
                  <a:lnTo>
                    <a:pt x="0" y="0"/>
                  </a:lnTo>
                  <a:lnTo>
                    <a:pt x="0" y="124968"/>
                  </a:lnTo>
                  <a:close/>
                </a:path>
              </a:pathLst>
            </a:custGeom>
            <a:solidFill>
              <a:srgbClr val="002855"/>
            </a:solidFill>
          </p:spPr>
          <p:txBody>
            <a:bodyPr/>
            <a:lstStyle/>
            <a:p>
              <a:endParaRPr lang="en-US"/>
            </a:p>
          </p:txBody>
        </p:sp>
        <p:cxnSp>
          <p:nvCxnSpPr>
            <p:cNvPr id="431" name="Connector 161">
              <a:extLst>
                <a:ext uri="{FF2B5EF4-FFF2-40B4-BE49-F238E27FC236}">
                  <a16:creationId xmlns:a16="http://schemas.microsoft.com/office/drawing/2014/main" id="{2EC08183-AE05-B56D-AE05-8BC649EE2578}"/>
                </a:ext>
              </a:extLst>
            </p:cNvPr>
            <p:cNvCxnSpPr/>
            <p:nvPr/>
          </p:nvCxnSpPr>
          <p:spPr>
            <a:xfrm>
              <a:off x="1108386" y="4157882"/>
              <a:ext cx="148907" cy="0"/>
            </a:xfrm>
            <a:prstGeom prst="line">
              <a:avLst/>
            </a:prstGeom>
            <a:noFill/>
            <a:ln w="19050" cap="sq">
              <a:solidFill>
                <a:srgbClr val="002855"/>
              </a:solidFill>
            </a:ln>
          </p:spPr>
        </p:cxnSp>
      </p:grpSp>
      <p:sp>
        <p:nvSpPr>
          <p:cNvPr id="458" name="Freeform 457">
            <a:extLst>
              <a:ext uri="{FF2B5EF4-FFF2-40B4-BE49-F238E27FC236}">
                <a16:creationId xmlns:a16="http://schemas.microsoft.com/office/drawing/2014/main" id="{7BBB5D56-D61E-5E8C-0E49-19543BF63433}"/>
              </a:ext>
            </a:extLst>
          </p:cNvPr>
          <p:cNvSpPr/>
          <p:nvPr/>
        </p:nvSpPr>
        <p:spPr>
          <a:xfrm>
            <a:off x="2562421" y="2357052"/>
            <a:ext cx="80148" cy="2239658"/>
          </a:xfrm>
          <a:custGeom>
            <a:avLst/>
            <a:gdLst/>
            <a:ahLst/>
            <a:cxnLst/>
            <a:rect l="l" t="t" r="r" b="b"/>
            <a:pathLst>
              <a:path w="125743" h="2239658">
                <a:moveTo>
                  <a:pt x="0" y="0"/>
                </a:moveTo>
                <a:lnTo>
                  <a:pt x="125742" y="0"/>
                </a:lnTo>
                <a:lnTo>
                  <a:pt x="125742" y="2239658"/>
                </a:lnTo>
                <a:lnTo>
                  <a:pt x="0" y="2239658"/>
                </a:lnTo>
              </a:path>
            </a:pathLst>
          </a:custGeom>
          <a:noFill/>
          <a:ln w="19050" cap="sq">
            <a:solidFill>
              <a:srgbClr val="002855"/>
            </a:solidFill>
          </a:ln>
        </p:spPr>
        <p:txBody>
          <a:bodyPr/>
          <a:lstStyle/>
          <a:p>
            <a:endParaRPr lang="en-US"/>
          </a:p>
        </p:txBody>
      </p:sp>
      <p:sp>
        <p:nvSpPr>
          <p:cNvPr id="460" name="Freeform 459">
            <a:extLst>
              <a:ext uri="{FF2B5EF4-FFF2-40B4-BE49-F238E27FC236}">
                <a16:creationId xmlns:a16="http://schemas.microsoft.com/office/drawing/2014/main" id="{542A1563-1CB3-402B-18F8-CA72376B4917}"/>
              </a:ext>
            </a:extLst>
          </p:cNvPr>
          <p:cNvSpPr/>
          <p:nvPr/>
        </p:nvSpPr>
        <p:spPr>
          <a:xfrm>
            <a:off x="2752512" y="3514425"/>
            <a:ext cx="67208" cy="124968"/>
          </a:xfrm>
          <a:custGeom>
            <a:avLst/>
            <a:gdLst/>
            <a:ahLst/>
            <a:cxnLst/>
            <a:rect l="l" t="t" r="r" b="b"/>
            <a:pathLst>
              <a:path w="67208" h="124968">
                <a:moveTo>
                  <a:pt x="67208" y="62485"/>
                </a:moveTo>
                <a:lnTo>
                  <a:pt x="0" y="0"/>
                </a:lnTo>
                <a:lnTo>
                  <a:pt x="0" y="124969"/>
                </a:lnTo>
                <a:close/>
              </a:path>
            </a:pathLst>
          </a:custGeom>
          <a:solidFill>
            <a:srgbClr val="002855"/>
          </a:solidFill>
        </p:spPr>
        <p:txBody>
          <a:bodyPr/>
          <a:lstStyle/>
          <a:p>
            <a:endParaRPr lang="en-US"/>
          </a:p>
        </p:txBody>
      </p:sp>
      <p:sp>
        <p:nvSpPr>
          <p:cNvPr id="462" name="TextBox 461">
            <a:extLst>
              <a:ext uri="{FF2B5EF4-FFF2-40B4-BE49-F238E27FC236}">
                <a16:creationId xmlns:a16="http://schemas.microsoft.com/office/drawing/2014/main" id="{537527CF-D4F4-F894-CC2C-0D566F465C7E}"/>
              </a:ext>
            </a:extLst>
          </p:cNvPr>
          <p:cNvSpPr txBox="1"/>
          <p:nvPr/>
        </p:nvSpPr>
        <p:spPr>
          <a:xfrm>
            <a:off x="4897053" y="787956"/>
            <a:ext cx="1282700" cy="215900"/>
          </a:xfrm>
          <a:prstGeom prst="rect">
            <a:avLst/>
          </a:prstGeom>
        </p:spPr>
        <p:txBody>
          <a:bodyPr wrap="none" lIns="0" tIns="0" rIns="0" bIns="0" anchor="t"/>
          <a:lstStyle/>
          <a:p>
            <a:r>
              <a:rPr lang="en-US" sz="1200" b="1">
                <a:solidFill>
                  <a:srgbClr val="000000"/>
                </a:solidFill>
                <a:latin typeface="Arial" panose="020B0604020202020204" pitchFamily="34" charset="0"/>
              </a:rPr>
              <a:t>APIM Data Plane</a:t>
            </a:r>
          </a:p>
        </p:txBody>
      </p:sp>
      <p:grpSp>
        <p:nvGrpSpPr>
          <p:cNvPr id="648" name="Group 647">
            <a:extLst>
              <a:ext uri="{FF2B5EF4-FFF2-40B4-BE49-F238E27FC236}">
                <a16:creationId xmlns:a16="http://schemas.microsoft.com/office/drawing/2014/main" id="{E993C34B-6531-7C90-69EC-C78F91A5E69F}"/>
              </a:ext>
            </a:extLst>
          </p:cNvPr>
          <p:cNvGrpSpPr/>
          <p:nvPr/>
        </p:nvGrpSpPr>
        <p:grpSpPr>
          <a:xfrm>
            <a:off x="6714692" y="4715308"/>
            <a:ext cx="1607015" cy="370164"/>
            <a:chOff x="9051073" y="4879304"/>
            <a:chExt cx="1607015" cy="370164"/>
          </a:xfrm>
        </p:grpSpPr>
        <p:sp>
          <p:nvSpPr>
            <p:cNvPr id="559" name="Freeform 558">
              <a:extLst>
                <a:ext uri="{FF2B5EF4-FFF2-40B4-BE49-F238E27FC236}">
                  <a16:creationId xmlns:a16="http://schemas.microsoft.com/office/drawing/2014/main" id="{12A6DD3B-5840-7D34-E218-8D4B5174B82A}"/>
                </a:ext>
              </a:extLst>
            </p:cNvPr>
            <p:cNvSpPr/>
            <p:nvPr/>
          </p:nvSpPr>
          <p:spPr>
            <a:xfrm>
              <a:off x="9051073" y="4881797"/>
              <a:ext cx="257175" cy="188595"/>
            </a:xfrm>
            <a:custGeom>
              <a:avLst/>
              <a:gdLst/>
              <a:ahLst/>
              <a:cxnLst/>
              <a:rect l="l" t="t" r="r" b="b"/>
              <a:pathLst>
                <a:path w="257175" h="188595">
                  <a:moveTo>
                    <a:pt x="240030" y="0"/>
                  </a:moveTo>
                  <a:lnTo>
                    <a:pt x="240030" y="34290"/>
                  </a:lnTo>
                  <a:lnTo>
                    <a:pt x="222885" y="34290"/>
                  </a:lnTo>
                  <a:lnTo>
                    <a:pt x="222885" y="51436"/>
                  </a:lnTo>
                  <a:lnTo>
                    <a:pt x="34290" y="51436"/>
                  </a:lnTo>
                  <a:lnTo>
                    <a:pt x="34290" y="34290"/>
                  </a:lnTo>
                  <a:lnTo>
                    <a:pt x="17145" y="34290"/>
                  </a:lnTo>
                  <a:lnTo>
                    <a:pt x="17145" y="0"/>
                  </a:lnTo>
                  <a:lnTo>
                    <a:pt x="0" y="0"/>
                  </a:lnTo>
                  <a:lnTo>
                    <a:pt x="0" y="51436"/>
                  </a:lnTo>
                  <a:lnTo>
                    <a:pt x="0" y="137161"/>
                  </a:lnTo>
                  <a:lnTo>
                    <a:pt x="0" y="188595"/>
                  </a:lnTo>
                  <a:lnTo>
                    <a:pt x="17145" y="188595"/>
                  </a:lnTo>
                  <a:lnTo>
                    <a:pt x="17145" y="154305"/>
                  </a:lnTo>
                  <a:lnTo>
                    <a:pt x="34290" y="154305"/>
                  </a:lnTo>
                  <a:lnTo>
                    <a:pt x="34290" y="137161"/>
                  </a:lnTo>
                  <a:lnTo>
                    <a:pt x="222885" y="137161"/>
                  </a:lnTo>
                  <a:lnTo>
                    <a:pt x="222885" y="154305"/>
                  </a:lnTo>
                  <a:lnTo>
                    <a:pt x="240030" y="154305"/>
                  </a:lnTo>
                  <a:lnTo>
                    <a:pt x="240030" y="188595"/>
                  </a:lnTo>
                  <a:lnTo>
                    <a:pt x="257175" y="188595"/>
                  </a:lnTo>
                  <a:lnTo>
                    <a:pt x="257175" y="0"/>
                  </a:lnTo>
                  <a:close/>
                  <a:moveTo>
                    <a:pt x="17145" y="68580"/>
                  </a:moveTo>
                  <a:lnTo>
                    <a:pt x="240030" y="68580"/>
                  </a:lnTo>
                  <a:lnTo>
                    <a:pt x="240030" y="120015"/>
                  </a:lnTo>
                  <a:lnTo>
                    <a:pt x="17145" y="120015"/>
                  </a:lnTo>
                  <a:close/>
                  <a:moveTo>
                    <a:pt x="205740" y="102870"/>
                  </a:moveTo>
                  <a:lnTo>
                    <a:pt x="222885" y="102870"/>
                  </a:lnTo>
                  <a:lnTo>
                    <a:pt x="222885" y="85725"/>
                  </a:lnTo>
                  <a:lnTo>
                    <a:pt x="205740" y="85725"/>
                  </a:lnTo>
                  <a:close/>
                  <a:moveTo>
                    <a:pt x="171450" y="102870"/>
                  </a:moveTo>
                  <a:lnTo>
                    <a:pt x="188595" y="102870"/>
                  </a:lnTo>
                  <a:lnTo>
                    <a:pt x="188595" y="85725"/>
                  </a:lnTo>
                  <a:lnTo>
                    <a:pt x="171450" y="85725"/>
                  </a:lnTo>
                  <a:close/>
                  <a:moveTo>
                    <a:pt x="137160" y="102870"/>
                  </a:moveTo>
                  <a:lnTo>
                    <a:pt x="154305" y="102870"/>
                  </a:lnTo>
                  <a:lnTo>
                    <a:pt x="154305" y="85725"/>
                  </a:lnTo>
                  <a:lnTo>
                    <a:pt x="137160" y="85725"/>
                  </a:lnTo>
                  <a:close/>
                  <a:moveTo>
                    <a:pt x="34290" y="102870"/>
                  </a:moveTo>
                  <a:lnTo>
                    <a:pt x="120015" y="102870"/>
                  </a:lnTo>
                  <a:lnTo>
                    <a:pt x="120015" y="85725"/>
                  </a:lnTo>
                  <a:lnTo>
                    <a:pt x="34290" y="85725"/>
                  </a:lnTo>
                  <a:close/>
                </a:path>
              </a:pathLst>
            </a:custGeom>
            <a:solidFill>
              <a:srgbClr val="002855"/>
            </a:solidFill>
          </p:spPr>
          <p:txBody>
            <a:bodyPr/>
            <a:lstStyle/>
            <a:p>
              <a:endParaRPr lang="en-US"/>
            </a:p>
          </p:txBody>
        </p:sp>
        <p:sp>
          <p:nvSpPr>
            <p:cNvPr id="561" name="TextBox 560">
              <a:extLst>
                <a:ext uri="{FF2B5EF4-FFF2-40B4-BE49-F238E27FC236}">
                  <a16:creationId xmlns:a16="http://schemas.microsoft.com/office/drawing/2014/main" id="{DC3B0F09-9F09-652B-6DBD-828DD2C40103}"/>
                </a:ext>
              </a:extLst>
            </p:cNvPr>
            <p:cNvSpPr txBox="1"/>
            <p:nvPr/>
          </p:nvSpPr>
          <p:spPr>
            <a:xfrm>
              <a:off x="9360995" y="4879304"/>
              <a:ext cx="1297093" cy="370164"/>
            </a:xfrm>
            <a:prstGeom prst="rect">
              <a:avLst/>
            </a:prstGeom>
          </p:spPr>
          <p:txBody>
            <a:bodyPr lIns="0" tIns="0" rIns="0" bIns="0" anchor="t"/>
            <a:lstStyle/>
            <a:p>
              <a:r>
                <a:rPr lang="en-IN" sz="1200"/>
                <a:t>RESTful/graphQL/gRPC services</a:t>
              </a:r>
            </a:p>
          </p:txBody>
        </p:sp>
      </p:grpSp>
      <p:sp>
        <p:nvSpPr>
          <p:cNvPr id="568" name="TextBox 567">
            <a:extLst>
              <a:ext uri="{FF2B5EF4-FFF2-40B4-BE49-F238E27FC236}">
                <a16:creationId xmlns:a16="http://schemas.microsoft.com/office/drawing/2014/main" id="{2DC5C9BC-62ED-BDED-EEF0-CBA880001C19}"/>
              </a:ext>
            </a:extLst>
          </p:cNvPr>
          <p:cNvSpPr txBox="1"/>
          <p:nvPr/>
        </p:nvSpPr>
        <p:spPr>
          <a:xfrm>
            <a:off x="5349372" y="4712230"/>
            <a:ext cx="1003300" cy="215900"/>
          </a:xfrm>
          <a:prstGeom prst="rect">
            <a:avLst/>
          </a:prstGeom>
        </p:spPr>
        <p:txBody>
          <a:bodyPr wrap="none" lIns="0" tIns="0" rIns="0" bIns="0" anchor="t"/>
          <a:lstStyle/>
          <a:p>
            <a:r>
              <a:rPr lang="en-US" sz="1200" b="1">
                <a:solidFill>
                  <a:srgbClr val="000000"/>
                </a:solidFill>
                <a:latin typeface="Arial" panose="020B0604020202020204" pitchFamily="34" charset="0"/>
              </a:rPr>
              <a:t>Service Mesh</a:t>
            </a:r>
          </a:p>
        </p:txBody>
      </p:sp>
      <p:sp>
        <p:nvSpPr>
          <p:cNvPr id="581" name="Rectangle 580">
            <a:extLst>
              <a:ext uri="{FF2B5EF4-FFF2-40B4-BE49-F238E27FC236}">
                <a16:creationId xmlns:a16="http://schemas.microsoft.com/office/drawing/2014/main" id="{0B17D9C7-C6D2-8716-8B9B-38B40642267C}"/>
              </a:ext>
            </a:extLst>
          </p:cNvPr>
          <p:cNvSpPr/>
          <p:nvPr/>
        </p:nvSpPr>
        <p:spPr>
          <a:xfrm>
            <a:off x="4868502" y="1003857"/>
            <a:ext cx="5921417" cy="4488894"/>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83" name="Rectangle 582">
            <a:extLst>
              <a:ext uri="{FF2B5EF4-FFF2-40B4-BE49-F238E27FC236}">
                <a16:creationId xmlns:a16="http://schemas.microsoft.com/office/drawing/2014/main" id="{DB2F57EF-230B-A340-4B29-54338E9D357C}"/>
              </a:ext>
            </a:extLst>
          </p:cNvPr>
          <p:cNvSpPr/>
          <p:nvPr/>
        </p:nvSpPr>
        <p:spPr>
          <a:xfrm>
            <a:off x="190500" y="1017285"/>
            <a:ext cx="3476527" cy="772289"/>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714" name="Group 713">
            <a:extLst>
              <a:ext uri="{FF2B5EF4-FFF2-40B4-BE49-F238E27FC236}">
                <a16:creationId xmlns:a16="http://schemas.microsoft.com/office/drawing/2014/main" id="{BE55FAA3-D388-EE1E-461F-06E6B727EEB9}"/>
              </a:ext>
            </a:extLst>
          </p:cNvPr>
          <p:cNvGrpSpPr/>
          <p:nvPr/>
        </p:nvGrpSpPr>
        <p:grpSpPr>
          <a:xfrm>
            <a:off x="202639" y="558276"/>
            <a:ext cx="920750" cy="143882"/>
            <a:chOff x="192362" y="505602"/>
            <a:chExt cx="920750" cy="143882"/>
          </a:xfrm>
        </p:grpSpPr>
        <p:sp>
          <p:nvSpPr>
            <p:cNvPr id="584" name="Freeform 583">
              <a:extLst>
                <a:ext uri="{FF2B5EF4-FFF2-40B4-BE49-F238E27FC236}">
                  <a16:creationId xmlns:a16="http://schemas.microsoft.com/office/drawing/2014/main" id="{BA2C20EC-DE3E-3693-3DDF-54971BDECC39}"/>
                </a:ext>
              </a:extLst>
            </p:cNvPr>
            <p:cNvSpPr/>
            <p:nvPr/>
          </p:nvSpPr>
          <p:spPr>
            <a:xfrm>
              <a:off x="192362" y="519441"/>
              <a:ext cx="116205" cy="116205"/>
            </a:xfrm>
            <a:custGeom>
              <a:avLst/>
              <a:gdLst/>
              <a:ahLst/>
              <a:cxnLst/>
              <a:rect l="l" t="t" r="r" b="b"/>
              <a:pathLst>
                <a:path w="116205" h="116205">
                  <a:moveTo>
                    <a:pt x="0" y="116205"/>
                  </a:moveTo>
                  <a:lnTo>
                    <a:pt x="116205" y="116205"/>
                  </a:lnTo>
                  <a:lnTo>
                    <a:pt x="116205" y="0"/>
                  </a:lnTo>
                  <a:lnTo>
                    <a:pt x="0" y="0"/>
                  </a:lnTo>
                  <a:close/>
                </a:path>
              </a:pathLst>
            </a:custGeom>
            <a:solidFill>
              <a:srgbClr val="002855"/>
            </a:solidFill>
          </p:spPr>
          <p:txBody>
            <a:bodyPr/>
            <a:lstStyle/>
            <a:p>
              <a:endParaRPr lang="en-US"/>
            </a:p>
          </p:txBody>
        </p:sp>
        <p:sp>
          <p:nvSpPr>
            <p:cNvPr id="585" name="TextBox 584">
              <a:extLst>
                <a:ext uri="{FF2B5EF4-FFF2-40B4-BE49-F238E27FC236}">
                  <a16:creationId xmlns:a16="http://schemas.microsoft.com/office/drawing/2014/main" id="{45F77A2F-E23B-7ADF-9520-FCCBD5E7877D}"/>
                </a:ext>
              </a:extLst>
            </p:cNvPr>
            <p:cNvSpPr txBox="1"/>
            <p:nvPr/>
          </p:nvSpPr>
          <p:spPr>
            <a:xfrm>
              <a:off x="363812" y="505602"/>
              <a:ext cx="749300" cy="143882"/>
            </a:xfrm>
            <a:prstGeom prst="rect">
              <a:avLst/>
            </a:prstGeom>
          </p:spPr>
          <p:txBody>
            <a:bodyPr wrap="none" lIns="0" tIns="0" rIns="0" bIns="0" anchor="t"/>
            <a:lstStyle/>
            <a:p>
              <a:r>
                <a:rPr lang="en-US" sz="1000">
                  <a:solidFill>
                    <a:srgbClr val="000000"/>
                  </a:solidFill>
                  <a:latin typeface="Arial" panose="020B0604020202020204" pitchFamily="34" charset="0"/>
                </a:rPr>
                <a:t>Component </a:t>
              </a:r>
            </a:p>
          </p:txBody>
        </p:sp>
      </p:grpSp>
      <p:grpSp>
        <p:nvGrpSpPr>
          <p:cNvPr id="715" name="Group 714">
            <a:extLst>
              <a:ext uri="{FF2B5EF4-FFF2-40B4-BE49-F238E27FC236}">
                <a16:creationId xmlns:a16="http://schemas.microsoft.com/office/drawing/2014/main" id="{A91AD107-C249-0B46-B1CA-A6566C2C3D19}"/>
              </a:ext>
            </a:extLst>
          </p:cNvPr>
          <p:cNvGrpSpPr/>
          <p:nvPr/>
        </p:nvGrpSpPr>
        <p:grpSpPr>
          <a:xfrm>
            <a:off x="1296046" y="544742"/>
            <a:ext cx="1115130" cy="170950"/>
            <a:chOff x="1233762" y="538967"/>
            <a:chExt cx="1115130" cy="170950"/>
          </a:xfrm>
        </p:grpSpPr>
        <p:sp>
          <p:nvSpPr>
            <p:cNvPr id="586" name="TextBox 585">
              <a:extLst>
                <a:ext uri="{FF2B5EF4-FFF2-40B4-BE49-F238E27FC236}">
                  <a16:creationId xmlns:a16="http://schemas.microsoft.com/office/drawing/2014/main" id="{B5755C42-AC1E-F92B-3D14-E069C312D452}"/>
                </a:ext>
              </a:extLst>
            </p:cNvPr>
            <p:cNvSpPr txBox="1"/>
            <p:nvPr/>
          </p:nvSpPr>
          <p:spPr>
            <a:xfrm>
              <a:off x="1405211" y="538967"/>
              <a:ext cx="943681" cy="170950"/>
            </a:xfrm>
            <a:prstGeom prst="rect">
              <a:avLst/>
            </a:prstGeom>
          </p:spPr>
          <p:txBody>
            <a:bodyPr lIns="0" tIns="0" rIns="0" bIns="0" anchor="t"/>
            <a:lstStyle/>
            <a:p>
              <a:pPr marL="0" indent="0" algn="l">
                <a:lnSpc>
                  <a:spcPts val="1200"/>
                </a:lnSpc>
              </a:pPr>
              <a:r>
                <a:rPr lang="en-US" sz="1000">
                  <a:solidFill>
                    <a:srgbClr val="000000"/>
                  </a:solidFill>
                  <a:latin typeface="Arial" panose="020B0604020202020204" pitchFamily="34" charset="0"/>
                </a:rPr>
                <a:t>Logical grouping</a:t>
              </a:r>
            </a:p>
          </p:txBody>
        </p:sp>
        <p:sp>
          <p:nvSpPr>
            <p:cNvPr id="587" name="Freeform 586">
              <a:extLst>
                <a:ext uri="{FF2B5EF4-FFF2-40B4-BE49-F238E27FC236}">
                  <a16:creationId xmlns:a16="http://schemas.microsoft.com/office/drawing/2014/main" id="{85FD9A41-A2F4-6704-E31A-C4F862DBE5D1}"/>
                </a:ext>
              </a:extLst>
            </p:cNvPr>
            <p:cNvSpPr/>
            <p:nvPr/>
          </p:nvSpPr>
          <p:spPr>
            <a:xfrm>
              <a:off x="1233762" y="572696"/>
              <a:ext cx="103505" cy="103492"/>
            </a:xfrm>
            <a:custGeom>
              <a:avLst/>
              <a:gdLst/>
              <a:ahLst/>
              <a:cxnLst/>
              <a:rect l="l" t="t" r="r" b="b"/>
              <a:pathLst>
                <a:path w="103505" h="103492">
                  <a:moveTo>
                    <a:pt x="0" y="77623"/>
                  </a:moveTo>
                  <a:lnTo>
                    <a:pt x="0" y="103492"/>
                  </a:lnTo>
                  <a:lnTo>
                    <a:pt x="25883" y="103492"/>
                  </a:lnTo>
                  <a:moveTo>
                    <a:pt x="77622" y="103492"/>
                  </a:moveTo>
                  <a:lnTo>
                    <a:pt x="103505" y="103492"/>
                  </a:lnTo>
                  <a:lnTo>
                    <a:pt x="103505" y="77623"/>
                  </a:lnTo>
                  <a:moveTo>
                    <a:pt x="103505" y="25870"/>
                  </a:moveTo>
                  <a:lnTo>
                    <a:pt x="103505" y="0"/>
                  </a:lnTo>
                  <a:lnTo>
                    <a:pt x="77622" y="0"/>
                  </a:lnTo>
                  <a:moveTo>
                    <a:pt x="25883" y="0"/>
                  </a:moveTo>
                  <a:lnTo>
                    <a:pt x="0" y="0"/>
                  </a:lnTo>
                  <a:lnTo>
                    <a:pt x="0" y="25870"/>
                  </a:lnTo>
                </a:path>
              </a:pathLst>
            </a:custGeom>
            <a:noFill/>
            <a:ln w="12700" cap="sq">
              <a:solidFill>
                <a:srgbClr val="6E7878"/>
              </a:solidFill>
            </a:ln>
          </p:spPr>
          <p:txBody>
            <a:bodyPr/>
            <a:lstStyle/>
            <a:p>
              <a:endParaRPr lang="en-US"/>
            </a:p>
          </p:txBody>
        </p:sp>
      </p:grpSp>
      <p:grpSp>
        <p:nvGrpSpPr>
          <p:cNvPr id="717" name="Group 716">
            <a:extLst>
              <a:ext uri="{FF2B5EF4-FFF2-40B4-BE49-F238E27FC236}">
                <a16:creationId xmlns:a16="http://schemas.microsoft.com/office/drawing/2014/main" id="{6D8BF275-0369-91C2-4072-6A46E60C0F66}"/>
              </a:ext>
            </a:extLst>
          </p:cNvPr>
          <p:cNvGrpSpPr/>
          <p:nvPr/>
        </p:nvGrpSpPr>
        <p:grpSpPr>
          <a:xfrm>
            <a:off x="2583833" y="562072"/>
            <a:ext cx="1213677" cy="136291"/>
            <a:chOff x="2567700" y="587156"/>
            <a:chExt cx="1213677" cy="136291"/>
          </a:xfrm>
        </p:grpSpPr>
        <p:grpSp>
          <p:nvGrpSpPr>
            <p:cNvPr id="713" name="Group 712">
              <a:extLst>
                <a:ext uri="{FF2B5EF4-FFF2-40B4-BE49-F238E27FC236}">
                  <a16:creationId xmlns:a16="http://schemas.microsoft.com/office/drawing/2014/main" id="{8BDE9D94-9CF0-B987-F6DB-0FA17E127ED8}"/>
                </a:ext>
              </a:extLst>
            </p:cNvPr>
            <p:cNvGrpSpPr/>
            <p:nvPr/>
          </p:nvGrpSpPr>
          <p:grpSpPr>
            <a:xfrm>
              <a:off x="2567700" y="592817"/>
              <a:ext cx="139700" cy="124968"/>
              <a:chOff x="2573048" y="537823"/>
              <a:chExt cx="139700" cy="124968"/>
            </a:xfrm>
          </p:grpSpPr>
          <p:cxnSp>
            <p:nvCxnSpPr>
              <p:cNvPr id="588" name="Connector 9">
                <a:extLst>
                  <a:ext uri="{FF2B5EF4-FFF2-40B4-BE49-F238E27FC236}">
                    <a16:creationId xmlns:a16="http://schemas.microsoft.com/office/drawing/2014/main" id="{22477CC4-1F9D-C261-8D8F-47F973F05356}"/>
                  </a:ext>
                </a:extLst>
              </p:cNvPr>
              <p:cNvCxnSpPr/>
              <p:nvPr/>
            </p:nvCxnSpPr>
            <p:spPr>
              <a:xfrm>
                <a:off x="2573048" y="600306"/>
                <a:ext cx="87617" cy="0"/>
              </a:xfrm>
              <a:prstGeom prst="line">
                <a:avLst/>
              </a:prstGeom>
              <a:noFill/>
              <a:ln w="19050" cap="sq">
                <a:solidFill>
                  <a:srgbClr val="002855"/>
                </a:solidFill>
              </a:ln>
            </p:spPr>
          </p:cxnSp>
          <p:sp>
            <p:nvSpPr>
              <p:cNvPr id="589" name="Freeform 588">
                <a:extLst>
                  <a:ext uri="{FF2B5EF4-FFF2-40B4-BE49-F238E27FC236}">
                    <a16:creationId xmlns:a16="http://schemas.microsoft.com/office/drawing/2014/main" id="{D5B0BAEC-29DB-4524-A625-99F3AC9FB129}"/>
                  </a:ext>
                </a:extLst>
              </p:cNvPr>
              <p:cNvSpPr/>
              <p:nvPr/>
            </p:nvSpPr>
            <p:spPr>
              <a:xfrm>
                <a:off x="2645540" y="537823"/>
                <a:ext cx="67208" cy="124968"/>
              </a:xfrm>
              <a:custGeom>
                <a:avLst/>
                <a:gdLst/>
                <a:ahLst/>
                <a:cxnLst/>
                <a:rect l="l" t="t" r="r" b="b"/>
                <a:pathLst>
                  <a:path w="67208" h="124968">
                    <a:moveTo>
                      <a:pt x="67208" y="62483"/>
                    </a:moveTo>
                    <a:lnTo>
                      <a:pt x="0" y="0"/>
                    </a:lnTo>
                    <a:lnTo>
                      <a:pt x="0" y="124967"/>
                    </a:lnTo>
                    <a:close/>
                  </a:path>
                </a:pathLst>
              </a:custGeom>
              <a:solidFill>
                <a:srgbClr val="002855"/>
              </a:solidFill>
            </p:spPr>
            <p:txBody>
              <a:bodyPr/>
              <a:lstStyle/>
              <a:p>
                <a:endParaRPr lang="en-US"/>
              </a:p>
            </p:txBody>
          </p:sp>
        </p:grpSp>
        <p:sp>
          <p:nvSpPr>
            <p:cNvPr id="590" name="TextBox 589">
              <a:extLst>
                <a:ext uri="{FF2B5EF4-FFF2-40B4-BE49-F238E27FC236}">
                  <a16:creationId xmlns:a16="http://schemas.microsoft.com/office/drawing/2014/main" id="{BAEF85FA-A214-F7C8-6261-904F56C8A884}"/>
                </a:ext>
              </a:extLst>
            </p:cNvPr>
            <p:cNvSpPr txBox="1"/>
            <p:nvPr/>
          </p:nvSpPr>
          <p:spPr>
            <a:xfrm>
              <a:off x="2745500" y="587156"/>
              <a:ext cx="1035877" cy="136291"/>
            </a:xfrm>
            <a:prstGeom prst="rect">
              <a:avLst/>
            </a:prstGeom>
          </p:spPr>
          <p:txBody>
            <a:bodyPr lIns="0" tIns="0" rIns="0" bIns="0" anchor="t"/>
            <a:lstStyle/>
            <a:p>
              <a:pPr marL="0" indent="0" algn="l">
                <a:lnSpc>
                  <a:spcPts val="1200"/>
                </a:lnSpc>
              </a:pPr>
              <a:r>
                <a:rPr lang="en-US" sz="1000">
                  <a:solidFill>
                    <a:srgbClr val="000000"/>
                  </a:solidFill>
                  <a:latin typeface="Arial" panose="020B0604020202020204" pitchFamily="34" charset="0"/>
                </a:rPr>
                <a:t>Platform API flow</a:t>
              </a:r>
            </a:p>
          </p:txBody>
        </p:sp>
      </p:grpSp>
      <p:grpSp>
        <p:nvGrpSpPr>
          <p:cNvPr id="716" name="Group 715">
            <a:extLst>
              <a:ext uri="{FF2B5EF4-FFF2-40B4-BE49-F238E27FC236}">
                <a16:creationId xmlns:a16="http://schemas.microsoft.com/office/drawing/2014/main" id="{9AC5D5FC-F420-7C49-4050-9B8195723185}"/>
              </a:ext>
            </a:extLst>
          </p:cNvPr>
          <p:cNvGrpSpPr/>
          <p:nvPr/>
        </p:nvGrpSpPr>
        <p:grpSpPr>
          <a:xfrm>
            <a:off x="3970167" y="553447"/>
            <a:ext cx="1342074" cy="153540"/>
            <a:chOff x="4007472" y="537823"/>
            <a:chExt cx="1342074" cy="153540"/>
          </a:xfrm>
        </p:grpSpPr>
        <p:cxnSp>
          <p:nvCxnSpPr>
            <p:cNvPr id="591" name="Connector 12">
              <a:extLst>
                <a:ext uri="{FF2B5EF4-FFF2-40B4-BE49-F238E27FC236}">
                  <a16:creationId xmlns:a16="http://schemas.microsoft.com/office/drawing/2014/main" id="{6CB12F8D-AF00-4894-074E-BE610D750AF7}"/>
                </a:ext>
              </a:extLst>
            </p:cNvPr>
            <p:cNvCxnSpPr/>
            <p:nvPr/>
          </p:nvCxnSpPr>
          <p:spPr>
            <a:xfrm>
              <a:off x="4007472" y="600306"/>
              <a:ext cx="87617" cy="0"/>
            </a:xfrm>
            <a:prstGeom prst="line">
              <a:avLst/>
            </a:prstGeom>
            <a:noFill/>
            <a:ln w="19050" cap="sq">
              <a:solidFill>
                <a:srgbClr val="FF5309"/>
              </a:solidFill>
            </a:ln>
          </p:spPr>
        </p:cxnSp>
        <p:sp>
          <p:nvSpPr>
            <p:cNvPr id="592" name="Freeform 591">
              <a:extLst>
                <a:ext uri="{FF2B5EF4-FFF2-40B4-BE49-F238E27FC236}">
                  <a16:creationId xmlns:a16="http://schemas.microsoft.com/office/drawing/2014/main" id="{455D1B8E-D1A5-6C35-D1A4-63B6B1579340}"/>
                </a:ext>
              </a:extLst>
            </p:cNvPr>
            <p:cNvSpPr/>
            <p:nvPr/>
          </p:nvSpPr>
          <p:spPr>
            <a:xfrm>
              <a:off x="4079964" y="537823"/>
              <a:ext cx="67208" cy="124968"/>
            </a:xfrm>
            <a:custGeom>
              <a:avLst/>
              <a:gdLst/>
              <a:ahLst/>
              <a:cxnLst/>
              <a:rect l="l" t="t" r="r" b="b"/>
              <a:pathLst>
                <a:path w="67208" h="124968">
                  <a:moveTo>
                    <a:pt x="67208" y="62483"/>
                  </a:moveTo>
                  <a:lnTo>
                    <a:pt x="0" y="0"/>
                  </a:lnTo>
                  <a:lnTo>
                    <a:pt x="0" y="124967"/>
                  </a:lnTo>
                  <a:close/>
                </a:path>
              </a:pathLst>
            </a:custGeom>
            <a:solidFill>
              <a:srgbClr val="FF5309"/>
            </a:solidFill>
          </p:spPr>
          <p:txBody>
            <a:bodyPr/>
            <a:lstStyle/>
            <a:p>
              <a:endParaRPr lang="en-US"/>
            </a:p>
          </p:txBody>
        </p:sp>
        <p:sp>
          <p:nvSpPr>
            <p:cNvPr id="593" name="TextBox 592">
              <a:extLst>
                <a:ext uri="{FF2B5EF4-FFF2-40B4-BE49-F238E27FC236}">
                  <a16:creationId xmlns:a16="http://schemas.microsoft.com/office/drawing/2014/main" id="{CF729056-AC57-76F6-7783-28B06F667D19}"/>
                </a:ext>
              </a:extLst>
            </p:cNvPr>
            <p:cNvSpPr txBox="1"/>
            <p:nvPr/>
          </p:nvSpPr>
          <p:spPr>
            <a:xfrm>
              <a:off x="4185272" y="538967"/>
              <a:ext cx="1164274" cy="152396"/>
            </a:xfrm>
            <a:prstGeom prst="rect">
              <a:avLst/>
            </a:prstGeom>
          </p:spPr>
          <p:txBody>
            <a:bodyPr lIns="0" tIns="0" rIns="0" bIns="0" anchor="t"/>
            <a:lstStyle/>
            <a:p>
              <a:pPr marL="0" indent="0" algn="l">
                <a:lnSpc>
                  <a:spcPts val="1200"/>
                </a:lnSpc>
              </a:pPr>
              <a:r>
                <a:rPr lang="en-US" sz="1000">
                  <a:solidFill>
                    <a:srgbClr val="000000"/>
                  </a:solidFill>
                  <a:latin typeface="Arial" panose="020B0604020202020204" pitchFamily="34" charset="0"/>
                </a:rPr>
                <a:t>API transaction flow</a:t>
              </a:r>
            </a:p>
          </p:txBody>
        </p:sp>
      </p:grpSp>
      <p:grpSp>
        <p:nvGrpSpPr>
          <p:cNvPr id="718" name="Group 717">
            <a:extLst>
              <a:ext uri="{FF2B5EF4-FFF2-40B4-BE49-F238E27FC236}">
                <a16:creationId xmlns:a16="http://schemas.microsoft.com/office/drawing/2014/main" id="{5352885B-6756-C20E-7851-28F24CA12E37}"/>
              </a:ext>
            </a:extLst>
          </p:cNvPr>
          <p:cNvGrpSpPr/>
          <p:nvPr/>
        </p:nvGrpSpPr>
        <p:grpSpPr>
          <a:xfrm>
            <a:off x="5484898" y="561497"/>
            <a:ext cx="1597714" cy="137441"/>
            <a:chOff x="5485616" y="537823"/>
            <a:chExt cx="1597714" cy="137441"/>
          </a:xfrm>
        </p:grpSpPr>
        <p:cxnSp>
          <p:nvCxnSpPr>
            <p:cNvPr id="594" name="Connector 15">
              <a:extLst>
                <a:ext uri="{FF2B5EF4-FFF2-40B4-BE49-F238E27FC236}">
                  <a16:creationId xmlns:a16="http://schemas.microsoft.com/office/drawing/2014/main" id="{E8E965A8-9E04-87A3-BAC9-77DEFD696D7F}"/>
                </a:ext>
              </a:extLst>
            </p:cNvPr>
            <p:cNvCxnSpPr/>
            <p:nvPr/>
          </p:nvCxnSpPr>
          <p:spPr>
            <a:xfrm>
              <a:off x="5485616" y="600306"/>
              <a:ext cx="87617" cy="0"/>
            </a:xfrm>
            <a:prstGeom prst="line">
              <a:avLst/>
            </a:prstGeom>
            <a:noFill/>
            <a:ln w="19050" cap="sq">
              <a:solidFill>
                <a:srgbClr val="009AD6"/>
              </a:solidFill>
            </a:ln>
          </p:spPr>
        </p:cxnSp>
        <p:sp>
          <p:nvSpPr>
            <p:cNvPr id="595" name="Freeform 594">
              <a:extLst>
                <a:ext uri="{FF2B5EF4-FFF2-40B4-BE49-F238E27FC236}">
                  <a16:creationId xmlns:a16="http://schemas.microsoft.com/office/drawing/2014/main" id="{CFC886DE-2196-A04E-26EC-C29F77D69803}"/>
                </a:ext>
              </a:extLst>
            </p:cNvPr>
            <p:cNvSpPr/>
            <p:nvPr/>
          </p:nvSpPr>
          <p:spPr>
            <a:xfrm>
              <a:off x="5558108" y="537823"/>
              <a:ext cx="67208" cy="124968"/>
            </a:xfrm>
            <a:custGeom>
              <a:avLst/>
              <a:gdLst/>
              <a:ahLst/>
              <a:cxnLst/>
              <a:rect l="l" t="t" r="r" b="b"/>
              <a:pathLst>
                <a:path w="67208" h="124968">
                  <a:moveTo>
                    <a:pt x="67208" y="62483"/>
                  </a:moveTo>
                  <a:lnTo>
                    <a:pt x="0" y="0"/>
                  </a:lnTo>
                  <a:lnTo>
                    <a:pt x="0" y="124967"/>
                  </a:lnTo>
                  <a:close/>
                </a:path>
              </a:pathLst>
            </a:custGeom>
            <a:solidFill>
              <a:srgbClr val="009AD6"/>
            </a:solidFill>
          </p:spPr>
          <p:txBody>
            <a:bodyPr/>
            <a:lstStyle/>
            <a:p>
              <a:endParaRPr lang="en-US"/>
            </a:p>
          </p:txBody>
        </p:sp>
        <p:sp>
          <p:nvSpPr>
            <p:cNvPr id="596" name="TextBox 595">
              <a:extLst>
                <a:ext uri="{FF2B5EF4-FFF2-40B4-BE49-F238E27FC236}">
                  <a16:creationId xmlns:a16="http://schemas.microsoft.com/office/drawing/2014/main" id="{709680A1-4E8F-765B-EC12-D4ABAB9CA468}"/>
                </a:ext>
              </a:extLst>
            </p:cNvPr>
            <p:cNvSpPr txBox="1"/>
            <p:nvPr/>
          </p:nvSpPr>
          <p:spPr>
            <a:xfrm>
              <a:off x="5663416" y="538968"/>
              <a:ext cx="1419914" cy="136296"/>
            </a:xfrm>
            <a:prstGeom prst="rect">
              <a:avLst/>
            </a:prstGeom>
          </p:spPr>
          <p:txBody>
            <a:bodyPr lIns="0" tIns="0" rIns="0" bIns="0" anchor="t"/>
            <a:lstStyle/>
            <a:p>
              <a:pPr marL="0" indent="0" algn="l">
                <a:lnSpc>
                  <a:spcPts val="1200"/>
                </a:lnSpc>
              </a:pPr>
              <a:r>
                <a:rPr lang="en-US" sz="1000">
                  <a:solidFill>
                    <a:srgbClr val="000000"/>
                  </a:solidFill>
                  <a:latin typeface="Arial" panose="020B0604020202020204" pitchFamily="34" charset="0"/>
                </a:rPr>
                <a:t>Policy/configuration flow</a:t>
              </a:r>
            </a:p>
          </p:txBody>
        </p:sp>
      </p:grpSp>
      <p:grpSp>
        <p:nvGrpSpPr>
          <p:cNvPr id="719" name="Group 718">
            <a:extLst>
              <a:ext uri="{FF2B5EF4-FFF2-40B4-BE49-F238E27FC236}">
                <a16:creationId xmlns:a16="http://schemas.microsoft.com/office/drawing/2014/main" id="{BA3BA56B-318A-7121-46B5-72684CB7FEE9}"/>
              </a:ext>
            </a:extLst>
          </p:cNvPr>
          <p:cNvGrpSpPr/>
          <p:nvPr/>
        </p:nvGrpSpPr>
        <p:grpSpPr>
          <a:xfrm>
            <a:off x="7255269" y="544170"/>
            <a:ext cx="1015704" cy="172095"/>
            <a:chOff x="7231584" y="537823"/>
            <a:chExt cx="1015704" cy="172095"/>
          </a:xfrm>
        </p:grpSpPr>
        <p:cxnSp>
          <p:nvCxnSpPr>
            <p:cNvPr id="597" name="Connector 18">
              <a:extLst>
                <a:ext uri="{FF2B5EF4-FFF2-40B4-BE49-F238E27FC236}">
                  <a16:creationId xmlns:a16="http://schemas.microsoft.com/office/drawing/2014/main" id="{1DC75545-E793-156B-134B-FC7CF4578331}"/>
                </a:ext>
              </a:extLst>
            </p:cNvPr>
            <p:cNvCxnSpPr/>
            <p:nvPr/>
          </p:nvCxnSpPr>
          <p:spPr>
            <a:xfrm>
              <a:off x="7231584" y="600306"/>
              <a:ext cx="87617" cy="0"/>
            </a:xfrm>
            <a:prstGeom prst="line">
              <a:avLst/>
            </a:prstGeom>
            <a:noFill/>
            <a:ln w="19050" cap="sq">
              <a:solidFill>
                <a:srgbClr val="FEC10C"/>
              </a:solidFill>
            </a:ln>
          </p:spPr>
        </p:cxnSp>
        <p:sp>
          <p:nvSpPr>
            <p:cNvPr id="598" name="Freeform 597">
              <a:extLst>
                <a:ext uri="{FF2B5EF4-FFF2-40B4-BE49-F238E27FC236}">
                  <a16:creationId xmlns:a16="http://schemas.microsoft.com/office/drawing/2014/main" id="{20819BAD-C855-AA42-2028-FB9CFCB60E48}"/>
                </a:ext>
              </a:extLst>
            </p:cNvPr>
            <p:cNvSpPr/>
            <p:nvPr/>
          </p:nvSpPr>
          <p:spPr>
            <a:xfrm>
              <a:off x="7304076" y="537823"/>
              <a:ext cx="67208" cy="124968"/>
            </a:xfrm>
            <a:custGeom>
              <a:avLst/>
              <a:gdLst/>
              <a:ahLst/>
              <a:cxnLst/>
              <a:rect l="l" t="t" r="r" b="b"/>
              <a:pathLst>
                <a:path w="67208" h="124968">
                  <a:moveTo>
                    <a:pt x="67208" y="62483"/>
                  </a:moveTo>
                  <a:lnTo>
                    <a:pt x="0" y="0"/>
                  </a:lnTo>
                  <a:lnTo>
                    <a:pt x="0" y="124967"/>
                  </a:lnTo>
                  <a:close/>
                </a:path>
              </a:pathLst>
            </a:custGeom>
            <a:solidFill>
              <a:srgbClr val="FEC10C"/>
            </a:solidFill>
          </p:spPr>
          <p:txBody>
            <a:bodyPr/>
            <a:lstStyle/>
            <a:p>
              <a:endParaRPr lang="en-US"/>
            </a:p>
          </p:txBody>
        </p:sp>
        <p:sp>
          <p:nvSpPr>
            <p:cNvPr id="599" name="TextBox 598">
              <a:extLst>
                <a:ext uri="{FF2B5EF4-FFF2-40B4-BE49-F238E27FC236}">
                  <a16:creationId xmlns:a16="http://schemas.microsoft.com/office/drawing/2014/main" id="{AC07E31D-CC1A-7918-2D62-47DB6E3E66C3}"/>
                </a:ext>
              </a:extLst>
            </p:cNvPr>
            <p:cNvSpPr txBox="1"/>
            <p:nvPr/>
          </p:nvSpPr>
          <p:spPr>
            <a:xfrm>
              <a:off x="7409383" y="538967"/>
              <a:ext cx="837905" cy="170951"/>
            </a:xfrm>
            <a:prstGeom prst="rect">
              <a:avLst/>
            </a:prstGeom>
          </p:spPr>
          <p:txBody>
            <a:bodyPr lIns="0" tIns="0" rIns="0" bIns="0" anchor="t"/>
            <a:lstStyle/>
            <a:p>
              <a:pPr marL="0" indent="0" algn="l">
                <a:lnSpc>
                  <a:spcPts val="1200"/>
                </a:lnSpc>
              </a:pPr>
              <a:r>
                <a:rPr lang="en-US" sz="1000">
                  <a:solidFill>
                    <a:srgbClr val="000000"/>
                  </a:solidFill>
                  <a:latin typeface="Arial" panose="020B0604020202020204" pitchFamily="34" charset="0"/>
                </a:rPr>
                <a:t>Telemetry flow</a:t>
              </a:r>
            </a:p>
          </p:txBody>
        </p:sp>
      </p:grpSp>
      <p:grpSp>
        <p:nvGrpSpPr>
          <p:cNvPr id="721" name="Group 720">
            <a:extLst>
              <a:ext uri="{FF2B5EF4-FFF2-40B4-BE49-F238E27FC236}">
                <a16:creationId xmlns:a16="http://schemas.microsoft.com/office/drawing/2014/main" id="{79BE35E4-5234-7B91-5511-99F3BF70B7B0}"/>
              </a:ext>
            </a:extLst>
          </p:cNvPr>
          <p:cNvGrpSpPr/>
          <p:nvPr/>
        </p:nvGrpSpPr>
        <p:grpSpPr>
          <a:xfrm>
            <a:off x="8443630" y="535721"/>
            <a:ext cx="1001460" cy="188993"/>
            <a:chOff x="8468034" y="535721"/>
            <a:chExt cx="1001460" cy="188993"/>
          </a:xfrm>
        </p:grpSpPr>
        <p:grpSp>
          <p:nvGrpSpPr>
            <p:cNvPr id="720" name="Group 719">
              <a:extLst>
                <a:ext uri="{FF2B5EF4-FFF2-40B4-BE49-F238E27FC236}">
                  <a16:creationId xmlns:a16="http://schemas.microsoft.com/office/drawing/2014/main" id="{2DDC9DC6-A477-F2FC-1841-59DF99BB2FAF}"/>
                </a:ext>
              </a:extLst>
            </p:cNvPr>
            <p:cNvGrpSpPr/>
            <p:nvPr/>
          </p:nvGrpSpPr>
          <p:grpSpPr>
            <a:xfrm>
              <a:off x="8468034" y="552365"/>
              <a:ext cx="139700" cy="124968"/>
              <a:chOff x="8468034" y="519781"/>
              <a:chExt cx="139700" cy="124968"/>
            </a:xfrm>
          </p:grpSpPr>
          <p:cxnSp>
            <p:nvCxnSpPr>
              <p:cNvPr id="600" name="Connector 21">
                <a:extLst>
                  <a:ext uri="{FF2B5EF4-FFF2-40B4-BE49-F238E27FC236}">
                    <a16:creationId xmlns:a16="http://schemas.microsoft.com/office/drawing/2014/main" id="{52E2B7AE-BACB-9020-534C-5E0B5C25A07D}"/>
                  </a:ext>
                </a:extLst>
              </p:cNvPr>
              <p:cNvCxnSpPr/>
              <p:nvPr/>
            </p:nvCxnSpPr>
            <p:spPr>
              <a:xfrm>
                <a:off x="8468034" y="582264"/>
                <a:ext cx="87617" cy="0"/>
              </a:xfrm>
              <a:prstGeom prst="line">
                <a:avLst/>
              </a:prstGeom>
              <a:noFill/>
              <a:ln w="19050" cap="sq">
                <a:solidFill>
                  <a:srgbClr val="6E7878"/>
                </a:solidFill>
              </a:ln>
            </p:spPr>
          </p:cxnSp>
          <p:sp>
            <p:nvSpPr>
              <p:cNvPr id="601" name="Freeform 600">
                <a:extLst>
                  <a:ext uri="{FF2B5EF4-FFF2-40B4-BE49-F238E27FC236}">
                    <a16:creationId xmlns:a16="http://schemas.microsoft.com/office/drawing/2014/main" id="{ECE20F78-3714-5EF0-964B-EFC54329EB3E}"/>
                  </a:ext>
                </a:extLst>
              </p:cNvPr>
              <p:cNvSpPr/>
              <p:nvPr/>
            </p:nvSpPr>
            <p:spPr>
              <a:xfrm>
                <a:off x="8540526" y="519781"/>
                <a:ext cx="67208" cy="124968"/>
              </a:xfrm>
              <a:custGeom>
                <a:avLst/>
                <a:gdLst/>
                <a:ahLst/>
                <a:cxnLst/>
                <a:rect l="l" t="t" r="r" b="b"/>
                <a:pathLst>
                  <a:path w="67208" h="124968">
                    <a:moveTo>
                      <a:pt x="67208" y="62483"/>
                    </a:moveTo>
                    <a:lnTo>
                      <a:pt x="0" y="0"/>
                    </a:lnTo>
                    <a:lnTo>
                      <a:pt x="0" y="124967"/>
                    </a:lnTo>
                    <a:close/>
                  </a:path>
                </a:pathLst>
              </a:custGeom>
              <a:solidFill>
                <a:srgbClr val="6E7878"/>
              </a:solidFill>
            </p:spPr>
            <p:txBody>
              <a:bodyPr/>
              <a:lstStyle/>
              <a:p>
                <a:endParaRPr lang="en-US"/>
              </a:p>
            </p:txBody>
          </p:sp>
        </p:grpSp>
        <p:sp>
          <p:nvSpPr>
            <p:cNvPr id="602" name="TextBox 601">
              <a:extLst>
                <a:ext uri="{FF2B5EF4-FFF2-40B4-BE49-F238E27FC236}">
                  <a16:creationId xmlns:a16="http://schemas.microsoft.com/office/drawing/2014/main" id="{D1182894-1C5B-4716-D588-AD9BED4ED127}"/>
                </a:ext>
              </a:extLst>
            </p:cNvPr>
            <p:cNvSpPr txBox="1"/>
            <p:nvPr/>
          </p:nvSpPr>
          <p:spPr>
            <a:xfrm>
              <a:off x="8645834" y="535721"/>
              <a:ext cx="823660" cy="188993"/>
            </a:xfrm>
            <a:prstGeom prst="rect">
              <a:avLst/>
            </a:prstGeom>
          </p:spPr>
          <p:txBody>
            <a:bodyPr lIns="0" tIns="0" rIns="0" bIns="0" anchor="t"/>
            <a:lstStyle/>
            <a:p>
              <a:pPr marL="0" indent="0" algn="l">
                <a:lnSpc>
                  <a:spcPts val="1200"/>
                </a:lnSpc>
              </a:pPr>
              <a:r>
                <a:rPr lang="en-US" sz="1000">
                  <a:solidFill>
                    <a:srgbClr val="000000"/>
                  </a:solidFill>
                  <a:latin typeface="Arial" panose="020B0604020202020204" pitchFamily="34" charset="0"/>
                </a:rPr>
                <a:t>App IAM flow</a:t>
              </a:r>
            </a:p>
          </p:txBody>
        </p:sp>
      </p:grpSp>
      <p:grpSp>
        <p:nvGrpSpPr>
          <p:cNvPr id="723" name="Group 722">
            <a:extLst>
              <a:ext uri="{FF2B5EF4-FFF2-40B4-BE49-F238E27FC236}">
                <a16:creationId xmlns:a16="http://schemas.microsoft.com/office/drawing/2014/main" id="{A0E68997-0E31-509F-9169-156DCF0ABFAD}"/>
              </a:ext>
            </a:extLst>
          </p:cNvPr>
          <p:cNvGrpSpPr/>
          <p:nvPr/>
        </p:nvGrpSpPr>
        <p:grpSpPr>
          <a:xfrm>
            <a:off x="9617748" y="535721"/>
            <a:ext cx="1182150" cy="188993"/>
            <a:chOff x="9617748" y="538967"/>
            <a:chExt cx="1182150" cy="188993"/>
          </a:xfrm>
        </p:grpSpPr>
        <p:cxnSp>
          <p:nvCxnSpPr>
            <p:cNvPr id="603" name="Connector 24">
              <a:extLst>
                <a:ext uri="{FF2B5EF4-FFF2-40B4-BE49-F238E27FC236}">
                  <a16:creationId xmlns:a16="http://schemas.microsoft.com/office/drawing/2014/main" id="{A730E3C7-9CF6-8A0B-9163-51ABB89632CF}"/>
                </a:ext>
              </a:extLst>
            </p:cNvPr>
            <p:cNvCxnSpPr>
              <a:cxnSpLocks/>
            </p:cNvCxnSpPr>
            <p:nvPr/>
          </p:nvCxnSpPr>
          <p:spPr>
            <a:xfrm>
              <a:off x="9617748" y="611128"/>
              <a:ext cx="87617" cy="0"/>
            </a:xfrm>
            <a:prstGeom prst="line">
              <a:avLst/>
            </a:prstGeom>
            <a:noFill/>
            <a:ln w="19050" cap="sq">
              <a:solidFill>
                <a:srgbClr val="6E7878"/>
              </a:solidFill>
              <a:prstDash val="sysDot"/>
            </a:ln>
          </p:spPr>
        </p:cxnSp>
        <p:sp>
          <p:nvSpPr>
            <p:cNvPr id="604" name="Freeform 603">
              <a:extLst>
                <a:ext uri="{FF2B5EF4-FFF2-40B4-BE49-F238E27FC236}">
                  <a16:creationId xmlns:a16="http://schemas.microsoft.com/office/drawing/2014/main" id="{B123A200-5BC6-11E4-07FA-88399F6D3072}"/>
                </a:ext>
              </a:extLst>
            </p:cNvPr>
            <p:cNvSpPr/>
            <p:nvPr/>
          </p:nvSpPr>
          <p:spPr>
            <a:xfrm>
              <a:off x="9690239" y="548645"/>
              <a:ext cx="67208" cy="124968"/>
            </a:xfrm>
            <a:custGeom>
              <a:avLst/>
              <a:gdLst/>
              <a:ahLst/>
              <a:cxnLst/>
              <a:rect l="l" t="t" r="r" b="b"/>
              <a:pathLst>
                <a:path w="67208" h="124968">
                  <a:moveTo>
                    <a:pt x="67209" y="62483"/>
                  </a:moveTo>
                  <a:lnTo>
                    <a:pt x="0" y="0"/>
                  </a:lnTo>
                  <a:lnTo>
                    <a:pt x="0" y="124967"/>
                  </a:lnTo>
                  <a:close/>
                </a:path>
              </a:pathLst>
            </a:custGeom>
            <a:solidFill>
              <a:srgbClr val="6E7878"/>
            </a:solidFill>
          </p:spPr>
          <p:txBody>
            <a:bodyPr/>
            <a:lstStyle/>
            <a:p>
              <a:endParaRPr lang="en-US"/>
            </a:p>
          </p:txBody>
        </p:sp>
        <p:sp>
          <p:nvSpPr>
            <p:cNvPr id="605" name="TextBox 604">
              <a:extLst>
                <a:ext uri="{FF2B5EF4-FFF2-40B4-BE49-F238E27FC236}">
                  <a16:creationId xmlns:a16="http://schemas.microsoft.com/office/drawing/2014/main" id="{CD140851-499B-452C-08DC-0667BBDBD1C4}"/>
                </a:ext>
              </a:extLst>
            </p:cNvPr>
            <p:cNvSpPr txBox="1"/>
            <p:nvPr/>
          </p:nvSpPr>
          <p:spPr>
            <a:xfrm>
              <a:off x="9795547" y="538967"/>
              <a:ext cx="1004351" cy="188993"/>
            </a:xfrm>
            <a:prstGeom prst="rect">
              <a:avLst/>
            </a:prstGeom>
          </p:spPr>
          <p:txBody>
            <a:bodyPr lIns="0" tIns="0" rIns="0" bIns="0" anchor="t"/>
            <a:lstStyle/>
            <a:p>
              <a:pPr marL="0" indent="0" algn="l">
                <a:lnSpc>
                  <a:spcPts val="1200"/>
                </a:lnSpc>
              </a:pPr>
              <a:r>
                <a:rPr lang="en-US" sz="1000">
                  <a:solidFill>
                    <a:srgbClr val="000000"/>
                  </a:solidFill>
                  <a:latin typeface="Arial" panose="020B0604020202020204" pitchFamily="34" charset="0"/>
                </a:rPr>
                <a:t>User IAM flow</a:t>
              </a:r>
            </a:p>
          </p:txBody>
        </p:sp>
      </p:grpSp>
      <p:sp>
        <p:nvSpPr>
          <p:cNvPr id="606" name="Freeform 605">
            <a:extLst>
              <a:ext uri="{FF2B5EF4-FFF2-40B4-BE49-F238E27FC236}">
                <a16:creationId xmlns:a16="http://schemas.microsoft.com/office/drawing/2014/main" id="{68F6B280-8EDF-CC93-B288-D8563298CD27}"/>
              </a:ext>
            </a:extLst>
          </p:cNvPr>
          <p:cNvSpPr/>
          <p:nvPr/>
        </p:nvSpPr>
        <p:spPr>
          <a:xfrm>
            <a:off x="2873038" y="1875853"/>
            <a:ext cx="1536461" cy="321508"/>
          </a:xfrm>
          <a:custGeom>
            <a:avLst/>
            <a:gdLst/>
            <a:ahLst/>
            <a:cxnLst/>
            <a:rect l="l" t="t" r="r" b="b"/>
            <a:pathLst>
              <a:path w="1459624" h="516992">
                <a:moveTo>
                  <a:pt x="0" y="516992"/>
                </a:moveTo>
                <a:lnTo>
                  <a:pt x="1459624" y="516992"/>
                </a:lnTo>
                <a:lnTo>
                  <a:pt x="1459624" y="0"/>
                </a:lnTo>
                <a:lnTo>
                  <a:pt x="0" y="0"/>
                </a:lnTo>
                <a:close/>
              </a:path>
            </a:pathLst>
          </a:custGeom>
          <a:solidFill>
            <a:srgbClr val="002855"/>
          </a:solidFill>
        </p:spPr>
        <p:txBody>
          <a:bodyPr/>
          <a:lstStyle/>
          <a:p>
            <a:endParaRPr lang="en-US"/>
          </a:p>
        </p:txBody>
      </p:sp>
      <p:sp>
        <p:nvSpPr>
          <p:cNvPr id="607" name="TextBox 606">
            <a:extLst>
              <a:ext uri="{FF2B5EF4-FFF2-40B4-BE49-F238E27FC236}">
                <a16:creationId xmlns:a16="http://schemas.microsoft.com/office/drawing/2014/main" id="{1243EAE4-B261-2400-E776-6FB27CB69FF5}"/>
              </a:ext>
            </a:extLst>
          </p:cNvPr>
          <p:cNvSpPr txBox="1"/>
          <p:nvPr/>
        </p:nvSpPr>
        <p:spPr>
          <a:xfrm>
            <a:off x="2908281" y="1941554"/>
            <a:ext cx="1465974" cy="211372"/>
          </a:xfrm>
          <a:prstGeom prst="rect">
            <a:avLst/>
          </a:prstGeom>
        </p:spPr>
        <p:txBody>
          <a:bodyPr lIns="0" tIns="0" rIns="0" bIns="0" anchor="t"/>
          <a:lstStyle/>
          <a:p>
            <a:pPr marL="0" indent="0" algn="ctr">
              <a:lnSpc>
                <a:spcPts val="1500"/>
              </a:lnSpc>
            </a:pPr>
            <a:r>
              <a:rPr lang="en-US" sz="1200" b="1">
                <a:solidFill>
                  <a:srgbClr val="FFFEFF"/>
                </a:solidFill>
                <a:latin typeface="Arial" panose="020B0604020202020204" pitchFamily="34" charset="0"/>
              </a:rPr>
              <a:t>APIM control plane</a:t>
            </a:r>
          </a:p>
        </p:txBody>
      </p:sp>
      <p:sp>
        <p:nvSpPr>
          <p:cNvPr id="608" name="Freeform 607">
            <a:extLst>
              <a:ext uri="{FF2B5EF4-FFF2-40B4-BE49-F238E27FC236}">
                <a16:creationId xmlns:a16="http://schemas.microsoft.com/office/drawing/2014/main" id="{11B87B3A-4A0A-FF3B-C520-2E78A4488256}"/>
              </a:ext>
            </a:extLst>
          </p:cNvPr>
          <p:cNvSpPr/>
          <p:nvPr/>
        </p:nvSpPr>
        <p:spPr>
          <a:xfrm>
            <a:off x="2964084" y="2253118"/>
            <a:ext cx="240026" cy="240015"/>
          </a:xfrm>
          <a:custGeom>
            <a:avLst/>
            <a:gdLst/>
            <a:ahLst/>
            <a:cxnLst/>
            <a:rect l="l" t="t" r="r" b="b"/>
            <a:pathLst>
              <a:path w="240026" h="240015">
                <a:moveTo>
                  <a:pt x="120015" y="158585"/>
                </a:moveTo>
                <a:cubicBezTo>
                  <a:pt x="141326" y="158585"/>
                  <a:pt x="158598" y="141313"/>
                  <a:pt x="158598" y="120003"/>
                </a:cubicBezTo>
                <a:cubicBezTo>
                  <a:pt x="158598" y="98705"/>
                  <a:pt x="141326" y="81433"/>
                  <a:pt x="120015" y="81433"/>
                </a:cubicBezTo>
                <a:cubicBezTo>
                  <a:pt x="98705" y="81433"/>
                  <a:pt x="81445" y="98705"/>
                  <a:pt x="81445" y="120003"/>
                </a:cubicBezTo>
                <a:cubicBezTo>
                  <a:pt x="81445" y="141313"/>
                  <a:pt x="98705" y="158585"/>
                  <a:pt x="120015" y="158585"/>
                </a:cubicBezTo>
                <a:close/>
                <a:moveTo>
                  <a:pt x="120015" y="175730"/>
                </a:moveTo>
                <a:cubicBezTo>
                  <a:pt x="89294" y="175730"/>
                  <a:pt x="64300" y="150736"/>
                  <a:pt x="64300" y="120003"/>
                </a:cubicBezTo>
                <a:cubicBezTo>
                  <a:pt x="64300" y="89281"/>
                  <a:pt x="89294" y="64288"/>
                  <a:pt x="120015" y="64288"/>
                </a:cubicBezTo>
                <a:cubicBezTo>
                  <a:pt x="150736" y="64288"/>
                  <a:pt x="175743" y="89281"/>
                  <a:pt x="175743" y="120003"/>
                </a:cubicBezTo>
                <a:cubicBezTo>
                  <a:pt x="175743" y="150736"/>
                  <a:pt x="150736" y="175730"/>
                  <a:pt x="120015" y="175730"/>
                </a:cubicBezTo>
                <a:close/>
                <a:moveTo>
                  <a:pt x="132880" y="222873"/>
                </a:moveTo>
                <a:lnTo>
                  <a:pt x="132880" y="196000"/>
                </a:lnTo>
                <a:cubicBezTo>
                  <a:pt x="144577" y="194031"/>
                  <a:pt x="155385" y="189459"/>
                  <a:pt x="164668" y="182855"/>
                </a:cubicBezTo>
                <a:lnTo>
                  <a:pt x="183667" y="201841"/>
                </a:lnTo>
                <a:lnTo>
                  <a:pt x="201854" y="183655"/>
                </a:lnTo>
                <a:lnTo>
                  <a:pt x="182855" y="164669"/>
                </a:lnTo>
                <a:cubicBezTo>
                  <a:pt x="189471" y="155385"/>
                  <a:pt x="194043" y="144577"/>
                  <a:pt x="196012" y="132868"/>
                </a:cubicBezTo>
                <a:lnTo>
                  <a:pt x="222885" y="132868"/>
                </a:lnTo>
                <a:lnTo>
                  <a:pt x="222885" y="107150"/>
                </a:lnTo>
                <a:lnTo>
                  <a:pt x="196012" y="107150"/>
                </a:lnTo>
                <a:cubicBezTo>
                  <a:pt x="194043" y="95441"/>
                  <a:pt x="189471" y="84646"/>
                  <a:pt x="182855" y="75350"/>
                </a:cubicBezTo>
                <a:lnTo>
                  <a:pt x="201854" y="56363"/>
                </a:lnTo>
                <a:lnTo>
                  <a:pt x="183667" y="38177"/>
                </a:lnTo>
                <a:lnTo>
                  <a:pt x="164668" y="57163"/>
                </a:lnTo>
                <a:cubicBezTo>
                  <a:pt x="155385" y="50559"/>
                  <a:pt x="144577" y="45987"/>
                  <a:pt x="132880" y="44019"/>
                </a:cubicBezTo>
                <a:lnTo>
                  <a:pt x="132880" y="17145"/>
                </a:lnTo>
                <a:lnTo>
                  <a:pt x="107163" y="17145"/>
                </a:lnTo>
                <a:lnTo>
                  <a:pt x="107163" y="44019"/>
                </a:lnTo>
                <a:cubicBezTo>
                  <a:pt x="95453" y="45987"/>
                  <a:pt x="84645" y="50559"/>
                  <a:pt x="75362" y="57163"/>
                </a:cubicBezTo>
                <a:lnTo>
                  <a:pt x="56363" y="38177"/>
                </a:lnTo>
                <a:lnTo>
                  <a:pt x="38176" y="56363"/>
                </a:lnTo>
                <a:lnTo>
                  <a:pt x="57175" y="75350"/>
                </a:lnTo>
                <a:cubicBezTo>
                  <a:pt x="50559" y="84646"/>
                  <a:pt x="45987" y="95441"/>
                  <a:pt x="44018" y="107150"/>
                </a:cubicBezTo>
                <a:lnTo>
                  <a:pt x="17145" y="107150"/>
                </a:lnTo>
                <a:lnTo>
                  <a:pt x="17145" y="132868"/>
                </a:lnTo>
                <a:lnTo>
                  <a:pt x="44018" y="132868"/>
                </a:lnTo>
                <a:cubicBezTo>
                  <a:pt x="45987" y="144577"/>
                  <a:pt x="50559" y="155385"/>
                  <a:pt x="57175" y="164669"/>
                </a:cubicBezTo>
                <a:lnTo>
                  <a:pt x="38176" y="183655"/>
                </a:lnTo>
                <a:lnTo>
                  <a:pt x="56363" y="201841"/>
                </a:lnTo>
                <a:lnTo>
                  <a:pt x="75362" y="182855"/>
                </a:lnTo>
                <a:cubicBezTo>
                  <a:pt x="84645" y="189459"/>
                  <a:pt x="95453" y="194031"/>
                  <a:pt x="107163" y="196000"/>
                </a:cubicBezTo>
                <a:lnTo>
                  <a:pt x="107163" y="222873"/>
                </a:lnTo>
                <a:close/>
                <a:moveTo>
                  <a:pt x="90018" y="240015"/>
                </a:moveTo>
                <a:lnTo>
                  <a:pt x="90018" y="222873"/>
                </a:lnTo>
                <a:lnTo>
                  <a:pt x="90018" y="209360"/>
                </a:lnTo>
                <a:cubicBezTo>
                  <a:pt x="85916" y="207988"/>
                  <a:pt x="81915" y="206337"/>
                  <a:pt x="78054" y="204407"/>
                </a:cubicBezTo>
                <a:lnTo>
                  <a:pt x="68491" y="213970"/>
                </a:lnTo>
                <a:lnTo>
                  <a:pt x="56363" y="226086"/>
                </a:lnTo>
                <a:lnTo>
                  <a:pt x="44247" y="213970"/>
                </a:lnTo>
                <a:lnTo>
                  <a:pt x="26060" y="195783"/>
                </a:lnTo>
                <a:lnTo>
                  <a:pt x="13932" y="183655"/>
                </a:lnTo>
                <a:lnTo>
                  <a:pt x="26060" y="171539"/>
                </a:lnTo>
                <a:lnTo>
                  <a:pt x="35623" y="161976"/>
                </a:lnTo>
                <a:cubicBezTo>
                  <a:pt x="33693" y="158115"/>
                  <a:pt x="32042" y="154115"/>
                  <a:pt x="30670" y="150013"/>
                </a:cubicBezTo>
                <a:lnTo>
                  <a:pt x="0" y="150013"/>
                </a:lnTo>
                <a:lnTo>
                  <a:pt x="0" y="132868"/>
                </a:lnTo>
                <a:lnTo>
                  <a:pt x="0" y="107150"/>
                </a:lnTo>
                <a:lnTo>
                  <a:pt x="0" y="90005"/>
                </a:lnTo>
                <a:lnTo>
                  <a:pt x="30670" y="90005"/>
                </a:lnTo>
                <a:cubicBezTo>
                  <a:pt x="32042" y="85903"/>
                  <a:pt x="33693" y="81915"/>
                  <a:pt x="35623" y="78042"/>
                </a:cubicBezTo>
                <a:lnTo>
                  <a:pt x="26060" y="68479"/>
                </a:lnTo>
                <a:lnTo>
                  <a:pt x="13932" y="56363"/>
                </a:lnTo>
                <a:lnTo>
                  <a:pt x="26060" y="44234"/>
                </a:lnTo>
                <a:lnTo>
                  <a:pt x="44247" y="26061"/>
                </a:lnTo>
                <a:lnTo>
                  <a:pt x="56363" y="13932"/>
                </a:lnTo>
                <a:lnTo>
                  <a:pt x="68491" y="26061"/>
                </a:lnTo>
                <a:lnTo>
                  <a:pt x="78054" y="35611"/>
                </a:lnTo>
                <a:cubicBezTo>
                  <a:pt x="81915" y="33681"/>
                  <a:pt x="85916" y="32030"/>
                  <a:pt x="90018" y="30658"/>
                </a:cubicBezTo>
                <a:lnTo>
                  <a:pt x="90018" y="17145"/>
                </a:lnTo>
                <a:lnTo>
                  <a:pt x="90018" y="0"/>
                </a:lnTo>
                <a:lnTo>
                  <a:pt x="150025" y="0"/>
                </a:lnTo>
                <a:lnTo>
                  <a:pt x="150025" y="17145"/>
                </a:lnTo>
                <a:lnTo>
                  <a:pt x="150025" y="30658"/>
                </a:lnTo>
                <a:cubicBezTo>
                  <a:pt x="154114" y="32030"/>
                  <a:pt x="158115" y="33681"/>
                  <a:pt x="161976" y="35611"/>
                </a:cubicBezTo>
                <a:lnTo>
                  <a:pt x="171539" y="26061"/>
                </a:lnTo>
                <a:lnTo>
                  <a:pt x="183667" y="13932"/>
                </a:lnTo>
                <a:lnTo>
                  <a:pt x="195783" y="26061"/>
                </a:lnTo>
                <a:lnTo>
                  <a:pt x="213970" y="44234"/>
                </a:lnTo>
                <a:lnTo>
                  <a:pt x="226098" y="56363"/>
                </a:lnTo>
                <a:lnTo>
                  <a:pt x="213970" y="68479"/>
                </a:lnTo>
                <a:lnTo>
                  <a:pt x="204406" y="78042"/>
                </a:lnTo>
                <a:cubicBezTo>
                  <a:pt x="206337" y="81915"/>
                  <a:pt x="207988" y="85903"/>
                  <a:pt x="209360" y="90005"/>
                </a:cubicBezTo>
                <a:lnTo>
                  <a:pt x="240026" y="90005"/>
                </a:lnTo>
                <a:lnTo>
                  <a:pt x="240026" y="150013"/>
                </a:lnTo>
                <a:lnTo>
                  <a:pt x="209360" y="150013"/>
                </a:lnTo>
                <a:cubicBezTo>
                  <a:pt x="207988" y="154115"/>
                  <a:pt x="206337" y="158115"/>
                  <a:pt x="204406" y="161976"/>
                </a:cubicBezTo>
                <a:lnTo>
                  <a:pt x="213970" y="171539"/>
                </a:lnTo>
                <a:lnTo>
                  <a:pt x="226098" y="183655"/>
                </a:lnTo>
                <a:lnTo>
                  <a:pt x="213970" y="195783"/>
                </a:lnTo>
                <a:lnTo>
                  <a:pt x="195783" y="213970"/>
                </a:lnTo>
                <a:lnTo>
                  <a:pt x="183667" y="226086"/>
                </a:lnTo>
                <a:lnTo>
                  <a:pt x="171539" y="213970"/>
                </a:lnTo>
                <a:lnTo>
                  <a:pt x="161976" y="204407"/>
                </a:lnTo>
                <a:cubicBezTo>
                  <a:pt x="158115" y="206337"/>
                  <a:pt x="154114" y="207988"/>
                  <a:pt x="150025" y="209360"/>
                </a:cubicBezTo>
                <a:lnTo>
                  <a:pt x="150025" y="222873"/>
                </a:lnTo>
                <a:lnTo>
                  <a:pt x="150025" y="240015"/>
                </a:lnTo>
                <a:close/>
              </a:path>
            </a:pathLst>
          </a:custGeom>
          <a:solidFill>
            <a:srgbClr val="002855"/>
          </a:solidFill>
        </p:spPr>
        <p:txBody>
          <a:bodyPr/>
          <a:lstStyle/>
          <a:p>
            <a:endParaRPr lang="en-US"/>
          </a:p>
        </p:txBody>
      </p:sp>
      <p:sp>
        <p:nvSpPr>
          <p:cNvPr id="609" name="TextBox 608">
            <a:extLst>
              <a:ext uri="{FF2B5EF4-FFF2-40B4-BE49-F238E27FC236}">
                <a16:creationId xmlns:a16="http://schemas.microsoft.com/office/drawing/2014/main" id="{CD2CFDF5-ADE9-DB4B-56CE-5F195DAC0C8F}"/>
              </a:ext>
            </a:extLst>
          </p:cNvPr>
          <p:cNvSpPr txBox="1"/>
          <p:nvPr/>
        </p:nvSpPr>
        <p:spPr>
          <a:xfrm>
            <a:off x="3267704" y="2269673"/>
            <a:ext cx="977900" cy="215900"/>
          </a:xfrm>
          <a:prstGeom prst="rect">
            <a:avLst/>
          </a:prstGeom>
        </p:spPr>
        <p:txBody>
          <a:bodyPr wrap="none" lIns="0" tIns="0" rIns="0" bIns="0" anchor="t"/>
          <a:lstStyle/>
          <a:p>
            <a:r>
              <a:rPr lang="en-US" sz="1200">
                <a:solidFill>
                  <a:srgbClr val="000000"/>
                </a:solidFill>
                <a:latin typeface="Arial" panose="020B0604020202020204" pitchFamily="34" charset="0"/>
              </a:rPr>
              <a:t>Platform APIs</a:t>
            </a:r>
          </a:p>
        </p:txBody>
      </p:sp>
      <p:sp>
        <p:nvSpPr>
          <p:cNvPr id="610" name="Freeform 609">
            <a:extLst>
              <a:ext uri="{FF2B5EF4-FFF2-40B4-BE49-F238E27FC236}">
                <a16:creationId xmlns:a16="http://schemas.microsoft.com/office/drawing/2014/main" id="{7AB00902-E222-68F0-5F3A-189AD73310E1}"/>
              </a:ext>
            </a:extLst>
          </p:cNvPr>
          <p:cNvSpPr/>
          <p:nvPr/>
        </p:nvSpPr>
        <p:spPr>
          <a:xfrm>
            <a:off x="2970214" y="2569698"/>
            <a:ext cx="227775" cy="224451"/>
          </a:xfrm>
          <a:custGeom>
            <a:avLst/>
            <a:gdLst/>
            <a:ahLst/>
            <a:cxnLst/>
            <a:rect l="l" t="t" r="r" b="b"/>
            <a:pathLst>
              <a:path w="227775" h="224451">
                <a:moveTo>
                  <a:pt x="56327" y="197528"/>
                </a:moveTo>
                <a:lnTo>
                  <a:pt x="85715" y="168127"/>
                </a:lnTo>
                <a:lnTo>
                  <a:pt x="56327" y="138726"/>
                </a:lnTo>
                <a:lnTo>
                  <a:pt x="26940" y="168127"/>
                </a:lnTo>
                <a:lnTo>
                  <a:pt x="56327" y="197528"/>
                </a:lnTo>
                <a:close/>
                <a:moveTo>
                  <a:pt x="175390" y="201464"/>
                </a:moveTo>
                <a:cubicBezTo>
                  <a:pt x="193767" y="201464"/>
                  <a:pt x="208727" y="186504"/>
                  <a:pt x="208727" y="168127"/>
                </a:cubicBezTo>
                <a:cubicBezTo>
                  <a:pt x="208727" y="149750"/>
                  <a:pt x="193767" y="134789"/>
                  <a:pt x="175390" y="134789"/>
                </a:cubicBezTo>
                <a:cubicBezTo>
                  <a:pt x="157013" y="134789"/>
                  <a:pt x="142052" y="149750"/>
                  <a:pt x="142052" y="168127"/>
                </a:cubicBezTo>
                <a:cubicBezTo>
                  <a:pt x="142052" y="186504"/>
                  <a:pt x="157013" y="201464"/>
                  <a:pt x="175390" y="201464"/>
                </a:cubicBezTo>
                <a:close/>
                <a:moveTo>
                  <a:pt x="175390" y="220514"/>
                </a:moveTo>
                <a:cubicBezTo>
                  <a:pt x="146510" y="220514"/>
                  <a:pt x="123002" y="197007"/>
                  <a:pt x="123002" y="168127"/>
                </a:cubicBezTo>
                <a:cubicBezTo>
                  <a:pt x="123002" y="139247"/>
                  <a:pt x="146510" y="115739"/>
                  <a:pt x="175390" y="115739"/>
                </a:cubicBezTo>
                <a:cubicBezTo>
                  <a:pt x="204104" y="115739"/>
                  <a:pt x="227507" y="138978"/>
                  <a:pt x="227775" y="167630"/>
                </a:cubicBezTo>
                <a:lnTo>
                  <a:pt x="227775" y="167630"/>
                </a:lnTo>
                <a:lnTo>
                  <a:pt x="227775" y="168623"/>
                </a:lnTo>
                <a:lnTo>
                  <a:pt x="227775" y="168623"/>
                </a:lnTo>
                <a:cubicBezTo>
                  <a:pt x="227508" y="197276"/>
                  <a:pt x="204104" y="220514"/>
                  <a:pt x="175390" y="220514"/>
                </a:cubicBezTo>
                <a:close/>
                <a:moveTo>
                  <a:pt x="56327" y="224451"/>
                </a:moveTo>
                <a:lnTo>
                  <a:pt x="0" y="168137"/>
                </a:lnTo>
                <a:lnTo>
                  <a:pt x="0" y="168137"/>
                </a:lnTo>
                <a:lnTo>
                  <a:pt x="0" y="168117"/>
                </a:lnTo>
                <a:lnTo>
                  <a:pt x="56327" y="111790"/>
                </a:lnTo>
                <a:lnTo>
                  <a:pt x="112665" y="168127"/>
                </a:lnTo>
                <a:lnTo>
                  <a:pt x="56327" y="224451"/>
                </a:lnTo>
                <a:close/>
                <a:moveTo>
                  <a:pt x="84902" y="82402"/>
                </a:moveTo>
                <a:lnTo>
                  <a:pt x="84902" y="25252"/>
                </a:lnTo>
                <a:lnTo>
                  <a:pt x="27752" y="25252"/>
                </a:lnTo>
                <a:lnTo>
                  <a:pt x="27752" y="82402"/>
                </a:lnTo>
                <a:close/>
                <a:moveTo>
                  <a:pt x="175390" y="85717"/>
                </a:moveTo>
                <a:lnTo>
                  <a:pt x="203368" y="69728"/>
                </a:lnTo>
                <a:lnTo>
                  <a:pt x="203368" y="37926"/>
                </a:lnTo>
                <a:lnTo>
                  <a:pt x="175390" y="21937"/>
                </a:lnTo>
                <a:lnTo>
                  <a:pt x="147412" y="37926"/>
                </a:lnTo>
                <a:lnTo>
                  <a:pt x="147412" y="69728"/>
                </a:lnTo>
                <a:lnTo>
                  <a:pt x="175390" y="85717"/>
                </a:lnTo>
                <a:close/>
                <a:moveTo>
                  <a:pt x="8702" y="101452"/>
                </a:moveTo>
                <a:lnTo>
                  <a:pt x="8702" y="6202"/>
                </a:lnTo>
                <a:lnTo>
                  <a:pt x="103952" y="6202"/>
                </a:lnTo>
                <a:lnTo>
                  <a:pt x="103952" y="101452"/>
                </a:lnTo>
                <a:close/>
                <a:moveTo>
                  <a:pt x="175390" y="107662"/>
                </a:moveTo>
                <a:lnTo>
                  <a:pt x="128362" y="80789"/>
                </a:lnTo>
                <a:lnTo>
                  <a:pt x="128362" y="26865"/>
                </a:lnTo>
                <a:lnTo>
                  <a:pt x="175374" y="0"/>
                </a:lnTo>
                <a:lnTo>
                  <a:pt x="175405" y="0"/>
                </a:lnTo>
                <a:lnTo>
                  <a:pt x="222418" y="26865"/>
                </a:lnTo>
                <a:lnTo>
                  <a:pt x="222418" y="80789"/>
                </a:lnTo>
                <a:lnTo>
                  <a:pt x="175390" y="107662"/>
                </a:lnTo>
                <a:close/>
              </a:path>
            </a:pathLst>
          </a:custGeom>
          <a:solidFill>
            <a:srgbClr val="002855"/>
          </a:solidFill>
        </p:spPr>
        <p:txBody>
          <a:bodyPr/>
          <a:lstStyle/>
          <a:p>
            <a:endParaRPr lang="en-US"/>
          </a:p>
        </p:txBody>
      </p:sp>
      <p:sp>
        <p:nvSpPr>
          <p:cNvPr id="611" name="TextBox 610">
            <a:extLst>
              <a:ext uri="{FF2B5EF4-FFF2-40B4-BE49-F238E27FC236}">
                <a16:creationId xmlns:a16="http://schemas.microsoft.com/office/drawing/2014/main" id="{462A2844-7F36-02A9-5591-96E8C4FC1E9B}"/>
              </a:ext>
            </a:extLst>
          </p:cNvPr>
          <p:cNvSpPr txBox="1"/>
          <p:nvPr/>
        </p:nvSpPr>
        <p:spPr>
          <a:xfrm>
            <a:off x="3267704" y="2517287"/>
            <a:ext cx="1028700" cy="381000"/>
          </a:xfrm>
          <a:prstGeom prst="rect">
            <a:avLst/>
          </a:prstGeom>
        </p:spPr>
        <p:txBody>
          <a:bodyPr lIns="0" tIns="0" rIns="0" bIns="0" anchor="t"/>
          <a:lstStyle/>
          <a:p>
            <a:pPr marL="0" indent="0" algn="l">
              <a:lnSpc>
                <a:spcPts val="1500"/>
              </a:lnSpc>
            </a:pPr>
            <a:r>
              <a:rPr lang="en-US" sz="1200">
                <a:solidFill>
                  <a:srgbClr val="000000"/>
                </a:solidFill>
                <a:latin typeface="Arial" panose="020B0604020202020204" pitchFamily="34" charset="0"/>
              </a:rPr>
              <a:t>Control plane services</a:t>
            </a:r>
          </a:p>
        </p:txBody>
      </p:sp>
      <p:sp>
        <p:nvSpPr>
          <p:cNvPr id="612" name="Freeform 611">
            <a:extLst>
              <a:ext uri="{FF2B5EF4-FFF2-40B4-BE49-F238E27FC236}">
                <a16:creationId xmlns:a16="http://schemas.microsoft.com/office/drawing/2014/main" id="{5D96EA31-B307-2776-EB9F-AD0F09D503A0}"/>
              </a:ext>
            </a:extLst>
          </p:cNvPr>
          <p:cNvSpPr/>
          <p:nvPr/>
        </p:nvSpPr>
        <p:spPr>
          <a:xfrm>
            <a:off x="2972335" y="2971640"/>
            <a:ext cx="223520" cy="223482"/>
          </a:xfrm>
          <a:custGeom>
            <a:avLst/>
            <a:gdLst/>
            <a:ahLst/>
            <a:cxnLst/>
            <a:rect l="l" t="t" r="r" b="b"/>
            <a:pathLst>
              <a:path w="223520" h="223482">
                <a:moveTo>
                  <a:pt x="113576" y="223482"/>
                </a:moveTo>
                <a:lnTo>
                  <a:pt x="113310" y="206337"/>
                </a:lnTo>
                <a:cubicBezTo>
                  <a:pt x="131674" y="206044"/>
                  <a:pt x="149352" y="200507"/>
                  <a:pt x="164440" y="190347"/>
                </a:cubicBezTo>
                <a:lnTo>
                  <a:pt x="174028" y="204558"/>
                </a:lnTo>
                <a:cubicBezTo>
                  <a:pt x="156185" y="216586"/>
                  <a:pt x="135280" y="223126"/>
                  <a:pt x="113576" y="223482"/>
                </a:cubicBezTo>
                <a:close/>
                <a:moveTo>
                  <a:pt x="90145" y="221424"/>
                </a:moveTo>
                <a:cubicBezTo>
                  <a:pt x="54115" y="214338"/>
                  <a:pt x="23864" y="189877"/>
                  <a:pt x="9220" y="156006"/>
                </a:cubicBezTo>
                <a:lnTo>
                  <a:pt x="24956" y="149199"/>
                </a:lnTo>
                <a:cubicBezTo>
                  <a:pt x="37364" y="177901"/>
                  <a:pt x="62967" y="198602"/>
                  <a:pt x="93460" y="204609"/>
                </a:cubicBezTo>
                <a:lnTo>
                  <a:pt x="90145" y="221424"/>
                </a:lnTo>
                <a:close/>
                <a:moveTo>
                  <a:pt x="43180" y="154254"/>
                </a:moveTo>
                <a:lnTo>
                  <a:pt x="43180" y="107111"/>
                </a:lnTo>
                <a:lnTo>
                  <a:pt x="60325" y="107111"/>
                </a:lnTo>
                <a:lnTo>
                  <a:pt x="60325" y="154254"/>
                </a:lnTo>
                <a:close/>
                <a:moveTo>
                  <a:pt x="163195" y="154254"/>
                </a:moveTo>
                <a:lnTo>
                  <a:pt x="163195" y="98539"/>
                </a:lnTo>
                <a:lnTo>
                  <a:pt x="180340" y="98539"/>
                </a:lnTo>
                <a:lnTo>
                  <a:pt x="180340" y="154254"/>
                </a:lnTo>
                <a:close/>
                <a:moveTo>
                  <a:pt x="192037" y="189370"/>
                </a:moveTo>
                <a:lnTo>
                  <a:pt x="179692" y="177469"/>
                </a:lnTo>
                <a:cubicBezTo>
                  <a:pt x="196901" y="159639"/>
                  <a:pt x="206388" y="136194"/>
                  <a:pt x="206388" y="111468"/>
                </a:cubicBezTo>
                <a:cubicBezTo>
                  <a:pt x="206388" y="105854"/>
                  <a:pt x="205842" y="100190"/>
                  <a:pt x="204737" y="94157"/>
                </a:cubicBezTo>
                <a:lnTo>
                  <a:pt x="221590" y="91059"/>
                </a:lnTo>
                <a:cubicBezTo>
                  <a:pt x="222791" y="97553"/>
                  <a:pt x="223424" y="103716"/>
                  <a:pt x="223520" y="109832"/>
                </a:cubicBezTo>
                <a:lnTo>
                  <a:pt x="223520" y="109832"/>
                </a:lnTo>
                <a:lnTo>
                  <a:pt x="223520" y="113176"/>
                </a:lnTo>
                <a:lnTo>
                  <a:pt x="223520" y="113176"/>
                </a:lnTo>
                <a:cubicBezTo>
                  <a:pt x="223092" y="141731"/>
                  <a:pt x="211948" y="168736"/>
                  <a:pt x="192037" y="189370"/>
                </a:cubicBezTo>
                <a:close/>
                <a:moveTo>
                  <a:pt x="103188" y="154254"/>
                </a:moveTo>
                <a:lnTo>
                  <a:pt x="103188" y="89967"/>
                </a:lnTo>
                <a:lnTo>
                  <a:pt x="120333" y="89967"/>
                </a:lnTo>
                <a:lnTo>
                  <a:pt x="120333" y="154254"/>
                </a:lnTo>
                <a:close/>
                <a:moveTo>
                  <a:pt x="133198" y="154254"/>
                </a:moveTo>
                <a:lnTo>
                  <a:pt x="133198" y="68529"/>
                </a:lnTo>
                <a:lnTo>
                  <a:pt x="150343" y="68529"/>
                </a:lnTo>
                <a:lnTo>
                  <a:pt x="150343" y="154254"/>
                </a:lnTo>
                <a:close/>
                <a:moveTo>
                  <a:pt x="73190" y="154254"/>
                </a:moveTo>
                <a:lnTo>
                  <a:pt x="73190" y="51384"/>
                </a:lnTo>
                <a:lnTo>
                  <a:pt x="90335" y="51384"/>
                </a:lnTo>
                <a:lnTo>
                  <a:pt x="90335" y="154254"/>
                </a:lnTo>
                <a:close/>
                <a:moveTo>
                  <a:pt x="2185" y="133477"/>
                </a:moveTo>
                <a:cubicBezTo>
                  <a:pt x="737" y="126187"/>
                  <a:pt x="0" y="118783"/>
                  <a:pt x="0" y="111468"/>
                </a:cubicBezTo>
                <a:cubicBezTo>
                  <a:pt x="0" y="53912"/>
                  <a:pt x="42988" y="5996"/>
                  <a:pt x="100009" y="0"/>
                </a:cubicBezTo>
                <a:lnTo>
                  <a:pt x="100013" y="0"/>
                </a:lnTo>
                <a:lnTo>
                  <a:pt x="101803" y="17056"/>
                </a:lnTo>
                <a:cubicBezTo>
                  <a:pt x="53543" y="22123"/>
                  <a:pt x="17145" y="62712"/>
                  <a:pt x="17145" y="111468"/>
                </a:cubicBezTo>
                <a:cubicBezTo>
                  <a:pt x="17145" y="117665"/>
                  <a:pt x="17767" y="123952"/>
                  <a:pt x="18999" y="130137"/>
                </a:cubicBezTo>
                <a:lnTo>
                  <a:pt x="2185" y="133477"/>
                </a:lnTo>
                <a:close/>
                <a:moveTo>
                  <a:pt x="199123" y="74980"/>
                </a:moveTo>
                <a:cubicBezTo>
                  <a:pt x="185789" y="42862"/>
                  <a:pt x="156121" y="20663"/>
                  <a:pt x="121730" y="17056"/>
                </a:cubicBezTo>
                <a:lnTo>
                  <a:pt x="123520" y="0"/>
                </a:lnTo>
                <a:lnTo>
                  <a:pt x="123524" y="0"/>
                </a:lnTo>
                <a:cubicBezTo>
                  <a:pt x="164175" y="4268"/>
                  <a:pt x="199200" y="30481"/>
                  <a:pt x="214948" y="68414"/>
                </a:cubicBezTo>
                <a:lnTo>
                  <a:pt x="199123" y="74980"/>
                </a:lnTo>
                <a:close/>
              </a:path>
            </a:pathLst>
          </a:custGeom>
          <a:solidFill>
            <a:srgbClr val="002855"/>
          </a:solidFill>
        </p:spPr>
        <p:txBody>
          <a:bodyPr/>
          <a:lstStyle/>
          <a:p>
            <a:endParaRPr lang="en-US"/>
          </a:p>
        </p:txBody>
      </p:sp>
      <p:sp>
        <p:nvSpPr>
          <p:cNvPr id="613" name="TextBox 612">
            <a:extLst>
              <a:ext uri="{FF2B5EF4-FFF2-40B4-BE49-F238E27FC236}">
                <a16:creationId xmlns:a16="http://schemas.microsoft.com/office/drawing/2014/main" id="{83D91BBB-709F-6814-09F2-C2C30ED1540F}"/>
              </a:ext>
            </a:extLst>
          </p:cNvPr>
          <p:cNvSpPr txBox="1"/>
          <p:nvPr/>
        </p:nvSpPr>
        <p:spPr>
          <a:xfrm>
            <a:off x="3267704" y="2930001"/>
            <a:ext cx="711200" cy="381000"/>
          </a:xfrm>
          <a:prstGeom prst="rect">
            <a:avLst/>
          </a:prstGeom>
        </p:spPr>
        <p:txBody>
          <a:bodyPr lIns="0" tIns="0" rIns="0" bIns="0" anchor="t"/>
          <a:lstStyle/>
          <a:p>
            <a:pPr marL="0" indent="0" algn="l">
              <a:lnSpc>
                <a:spcPts val="1500"/>
              </a:lnSpc>
            </a:pPr>
            <a:r>
              <a:rPr lang="en-US" sz="1200">
                <a:solidFill>
                  <a:srgbClr val="000000"/>
                </a:solidFill>
                <a:latin typeface="Arial" panose="020B0604020202020204" pitchFamily="34" charset="0"/>
              </a:rPr>
              <a:t>Data and analytics</a:t>
            </a:r>
          </a:p>
        </p:txBody>
      </p:sp>
      <p:sp>
        <p:nvSpPr>
          <p:cNvPr id="614" name="Freeform 613">
            <a:extLst>
              <a:ext uri="{FF2B5EF4-FFF2-40B4-BE49-F238E27FC236}">
                <a16:creationId xmlns:a16="http://schemas.microsoft.com/office/drawing/2014/main" id="{4F57ACA0-CD69-9550-1046-7E477F601B31}"/>
              </a:ext>
            </a:extLst>
          </p:cNvPr>
          <p:cNvSpPr/>
          <p:nvPr/>
        </p:nvSpPr>
        <p:spPr>
          <a:xfrm>
            <a:off x="2994090" y="3382578"/>
            <a:ext cx="180014" cy="240024"/>
          </a:xfrm>
          <a:custGeom>
            <a:avLst/>
            <a:gdLst/>
            <a:ahLst/>
            <a:cxnLst/>
            <a:rect l="l" t="t" r="r" b="b"/>
            <a:pathLst>
              <a:path w="180014" h="240024">
                <a:moveTo>
                  <a:pt x="90009" y="222250"/>
                </a:moveTo>
                <a:cubicBezTo>
                  <a:pt x="130510" y="222250"/>
                  <a:pt x="156392" y="212255"/>
                  <a:pt x="162018" y="206692"/>
                </a:cubicBezTo>
                <a:lnTo>
                  <a:pt x="162018" y="182245"/>
                </a:lnTo>
                <a:cubicBezTo>
                  <a:pt x="144010" y="191135"/>
                  <a:pt x="117009" y="195580"/>
                  <a:pt x="90009" y="195580"/>
                </a:cubicBezTo>
                <a:cubicBezTo>
                  <a:pt x="63009" y="195580"/>
                  <a:pt x="35996" y="191135"/>
                  <a:pt x="18000" y="182245"/>
                </a:cubicBezTo>
                <a:lnTo>
                  <a:pt x="18000" y="206692"/>
                </a:lnTo>
                <a:cubicBezTo>
                  <a:pt x="23626" y="212255"/>
                  <a:pt x="49509" y="222250"/>
                  <a:pt x="90009" y="222250"/>
                </a:cubicBezTo>
                <a:close/>
                <a:moveTo>
                  <a:pt x="90009" y="177800"/>
                </a:moveTo>
                <a:cubicBezTo>
                  <a:pt x="137266" y="177800"/>
                  <a:pt x="162018" y="164465"/>
                  <a:pt x="162018" y="160020"/>
                </a:cubicBezTo>
                <a:lnTo>
                  <a:pt x="162018" y="137795"/>
                </a:lnTo>
                <a:cubicBezTo>
                  <a:pt x="144010" y="146685"/>
                  <a:pt x="117009" y="151130"/>
                  <a:pt x="90009" y="151130"/>
                </a:cubicBezTo>
                <a:cubicBezTo>
                  <a:pt x="63009" y="151130"/>
                  <a:pt x="35996" y="146685"/>
                  <a:pt x="18000" y="137795"/>
                </a:cubicBezTo>
                <a:lnTo>
                  <a:pt x="18000" y="160020"/>
                </a:lnTo>
                <a:cubicBezTo>
                  <a:pt x="18000" y="164465"/>
                  <a:pt x="42752" y="177800"/>
                  <a:pt x="90009" y="177800"/>
                </a:cubicBezTo>
                <a:close/>
                <a:moveTo>
                  <a:pt x="90009" y="133350"/>
                </a:moveTo>
                <a:cubicBezTo>
                  <a:pt x="137266" y="133350"/>
                  <a:pt x="162018" y="120015"/>
                  <a:pt x="162018" y="115570"/>
                </a:cubicBezTo>
                <a:lnTo>
                  <a:pt x="162018" y="93345"/>
                </a:lnTo>
                <a:cubicBezTo>
                  <a:pt x="144010" y="102235"/>
                  <a:pt x="117009" y="106680"/>
                  <a:pt x="90009" y="106680"/>
                </a:cubicBezTo>
                <a:cubicBezTo>
                  <a:pt x="63009" y="106680"/>
                  <a:pt x="35996" y="102235"/>
                  <a:pt x="18000" y="93345"/>
                </a:cubicBezTo>
                <a:lnTo>
                  <a:pt x="18000" y="115570"/>
                </a:lnTo>
                <a:cubicBezTo>
                  <a:pt x="18000" y="120015"/>
                  <a:pt x="42752" y="133350"/>
                  <a:pt x="90009" y="133350"/>
                </a:cubicBezTo>
                <a:close/>
                <a:moveTo>
                  <a:pt x="90009" y="88900"/>
                </a:moveTo>
                <a:cubicBezTo>
                  <a:pt x="137266" y="88900"/>
                  <a:pt x="162018" y="75565"/>
                  <a:pt x="162018" y="71120"/>
                </a:cubicBezTo>
                <a:lnTo>
                  <a:pt x="162018" y="50000"/>
                </a:lnTo>
                <a:cubicBezTo>
                  <a:pt x="145140" y="57785"/>
                  <a:pt x="119257" y="62230"/>
                  <a:pt x="90009" y="62230"/>
                </a:cubicBezTo>
                <a:cubicBezTo>
                  <a:pt x="60761" y="62230"/>
                  <a:pt x="34878" y="57785"/>
                  <a:pt x="18000" y="50000"/>
                </a:cubicBezTo>
                <a:lnTo>
                  <a:pt x="18000" y="71120"/>
                </a:lnTo>
                <a:cubicBezTo>
                  <a:pt x="18000" y="75565"/>
                  <a:pt x="42752" y="88900"/>
                  <a:pt x="90009" y="88900"/>
                </a:cubicBezTo>
                <a:close/>
                <a:moveTo>
                  <a:pt x="90009" y="44450"/>
                </a:moveTo>
                <a:cubicBezTo>
                  <a:pt x="126014" y="44450"/>
                  <a:pt x="150766" y="36678"/>
                  <a:pt x="159770" y="31115"/>
                </a:cubicBezTo>
                <a:cubicBezTo>
                  <a:pt x="150766" y="25552"/>
                  <a:pt x="126014" y="17780"/>
                  <a:pt x="90009" y="17780"/>
                </a:cubicBezTo>
                <a:cubicBezTo>
                  <a:pt x="54005" y="17780"/>
                  <a:pt x="29252" y="25552"/>
                  <a:pt x="20248" y="31115"/>
                </a:cubicBezTo>
                <a:cubicBezTo>
                  <a:pt x="29252" y="36678"/>
                  <a:pt x="54005" y="44450"/>
                  <a:pt x="90009" y="44450"/>
                </a:cubicBezTo>
                <a:close/>
                <a:moveTo>
                  <a:pt x="88234" y="240024"/>
                </a:moveTo>
                <a:cubicBezTo>
                  <a:pt x="39958" y="239686"/>
                  <a:pt x="671" y="225622"/>
                  <a:pt x="0" y="209338"/>
                </a:cubicBezTo>
                <a:lnTo>
                  <a:pt x="0" y="209338"/>
                </a:lnTo>
                <a:lnTo>
                  <a:pt x="0" y="30692"/>
                </a:lnTo>
                <a:lnTo>
                  <a:pt x="0" y="30692"/>
                </a:lnTo>
                <a:cubicBezTo>
                  <a:pt x="679" y="14196"/>
                  <a:pt x="40924" y="0"/>
                  <a:pt x="90009" y="0"/>
                </a:cubicBezTo>
                <a:cubicBezTo>
                  <a:pt x="139514" y="0"/>
                  <a:pt x="180014" y="14440"/>
                  <a:pt x="180014" y="31115"/>
                </a:cubicBezTo>
                <a:lnTo>
                  <a:pt x="180014" y="208915"/>
                </a:lnTo>
                <a:cubicBezTo>
                  <a:pt x="180014" y="225378"/>
                  <a:pt x="140478" y="239683"/>
                  <a:pt x="91784" y="240024"/>
                </a:cubicBezTo>
                <a:close/>
              </a:path>
            </a:pathLst>
          </a:custGeom>
          <a:solidFill>
            <a:srgbClr val="002855"/>
          </a:solidFill>
        </p:spPr>
        <p:txBody>
          <a:bodyPr/>
          <a:lstStyle/>
          <a:p>
            <a:endParaRPr lang="en-US"/>
          </a:p>
        </p:txBody>
      </p:sp>
      <p:sp>
        <p:nvSpPr>
          <p:cNvPr id="615" name="TextBox 614">
            <a:extLst>
              <a:ext uri="{FF2B5EF4-FFF2-40B4-BE49-F238E27FC236}">
                <a16:creationId xmlns:a16="http://schemas.microsoft.com/office/drawing/2014/main" id="{510591B0-9F9A-1287-AC4B-D024B7C7A7D6}"/>
              </a:ext>
            </a:extLst>
          </p:cNvPr>
          <p:cNvSpPr txBox="1"/>
          <p:nvPr/>
        </p:nvSpPr>
        <p:spPr>
          <a:xfrm>
            <a:off x="3267704" y="3342715"/>
            <a:ext cx="1028700" cy="571500"/>
          </a:xfrm>
          <a:prstGeom prst="rect">
            <a:avLst/>
          </a:prstGeom>
        </p:spPr>
        <p:txBody>
          <a:bodyPr lIns="0" tIns="0" rIns="0" bIns="0" anchor="t"/>
          <a:lstStyle/>
          <a:p>
            <a:pPr marL="0" indent="0" algn="l">
              <a:lnSpc>
                <a:spcPts val="1500"/>
              </a:lnSpc>
            </a:pPr>
            <a:r>
              <a:rPr lang="en-US" sz="1200">
                <a:solidFill>
                  <a:srgbClr val="000000"/>
                </a:solidFill>
                <a:latin typeface="Arial" panose="020B0604020202020204" pitchFamily="34" charset="0"/>
              </a:rPr>
              <a:t>Policy/</a:t>
            </a:r>
            <a:br>
              <a:rPr lang="en-US" sz="1200">
                <a:solidFill>
                  <a:srgbClr val="000000"/>
                </a:solidFill>
                <a:latin typeface="Arial" panose="020B0604020202020204" pitchFamily="34" charset="0"/>
              </a:rPr>
            </a:br>
            <a:r>
              <a:rPr lang="en-US" sz="1200">
                <a:solidFill>
                  <a:srgbClr val="000000"/>
                </a:solidFill>
                <a:latin typeface="Arial" panose="020B0604020202020204" pitchFamily="34" charset="0"/>
              </a:rPr>
              <a:t>configuration store</a:t>
            </a:r>
          </a:p>
        </p:txBody>
      </p:sp>
      <p:sp>
        <p:nvSpPr>
          <p:cNvPr id="616" name="Freeform 615">
            <a:extLst>
              <a:ext uri="{FF2B5EF4-FFF2-40B4-BE49-F238E27FC236}">
                <a16:creationId xmlns:a16="http://schemas.microsoft.com/office/drawing/2014/main" id="{ED6016A8-C097-F681-823A-1D51945C3D12}"/>
              </a:ext>
            </a:extLst>
          </p:cNvPr>
          <p:cNvSpPr/>
          <p:nvPr/>
        </p:nvSpPr>
        <p:spPr>
          <a:xfrm>
            <a:off x="2994090" y="3981465"/>
            <a:ext cx="180014" cy="240028"/>
          </a:xfrm>
          <a:custGeom>
            <a:avLst/>
            <a:gdLst/>
            <a:ahLst/>
            <a:cxnLst/>
            <a:rect l="l" t="t" r="r" b="b"/>
            <a:pathLst>
              <a:path w="180014" h="240028">
                <a:moveTo>
                  <a:pt x="90009" y="222248"/>
                </a:moveTo>
                <a:cubicBezTo>
                  <a:pt x="130510" y="222248"/>
                  <a:pt x="156392" y="212254"/>
                  <a:pt x="162018" y="206691"/>
                </a:cubicBezTo>
                <a:lnTo>
                  <a:pt x="162018" y="182243"/>
                </a:lnTo>
                <a:cubicBezTo>
                  <a:pt x="144010" y="191133"/>
                  <a:pt x="117009" y="195578"/>
                  <a:pt x="90009" y="195578"/>
                </a:cubicBezTo>
                <a:cubicBezTo>
                  <a:pt x="63009" y="195578"/>
                  <a:pt x="35996" y="191133"/>
                  <a:pt x="18000" y="182243"/>
                </a:cubicBezTo>
                <a:lnTo>
                  <a:pt x="18000" y="206691"/>
                </a:lnTo>
                <a:cubicBezTo>
                  <a:pt x="23626" y="212254"/>
                  <a:pt x="49509" y="222248"/>
                  <a:pt x="90009" y="222248"/>
                </a:cubicBezTo>
                <a:close/>
                <a:moveTo>
                  <a:pt x="90009" y="177798"/>
                </a:moveTo>
                <a:cubicBezTo>
                  <a:pt x="137266" y="177798"/>
                  <a:pt x="162018" y="164464"/>
                  <a:pt x="162018" y="160018"/>
                </a:cubicBezTo>
                <a:lnTo>
                  <a:pt x="162018" y="137793"/>
                </a:lnTo>
                <a:cubicBezTo>
                  <a:pt x="144010" y="146683"/>
                  <a:pt x="117009" y="151128"/>
                  <a:pt x="90009" y="151128"/>
                </a:cubicBezTo>
                <a:cubicBezTo>
                  <a:pt x="63009" y="151128"/>
                  <a:pt x="35996" y="146683"/>
                  <a:pt x="18000" y="137793"/>
                </a:cubicBezTo>
                <a:lnTo>
                  <a:pt x="18000" y="160018"/>
                </a:lnTo>
                <a:cubicBezTo>
                  <a:pt x="18000" y="164464"/>
                  <a:pt x="42752" y="177798"/>
                  <a:pt x="90009" y="177798"/>
                </a:cubicBezTo>
                <a:close/>
                <a:moveTo>
                  <a:pt x="90009" y="133348"/>
                </a:moveTo>
                <a:cubicBezTo>
                  <a:pt x="137266" y="133348"/>
                  <a:pt x="162018" y="120014"/>
                  <a:pt x="162018" y="115568"/>
                </a:cubicBezTo>
                <a:lnTo>
                  <a:pt x="162018" y="93343"/>
                </a:lnTo>
                <a:cubicBezTo>
                  <a:pt x="144010" y="102233"/>
                  <a:pt x="117009" y="106678"/>
                  <a:pt x="90009" y="106678"/>
                </a:cubicBezTo>
                <a:cubicBezTo>
                  <a:pt x="63009" y="106678"/>
                  <a:pt x="35996" y="102233"/>
                  <a:pt x="18000" y="93343"/>
                </a:cubicBezTo>
                <a:lnTo>
                  <a:pt x="18000" y="115568"/>
                </a:lnTo>
                <a:cubicBezTo>
                  <a:pt x="18000" y="120014"/>
                  <a:pt x="42752" y="133348"/>
                  <a:pt x="90009" y="133348"/>
                </a:cubicBezTo>
                <a:close/>
                <a:moveTo>
                  <a:pt x="90009" y="88898"/>
                </a:moveTo>
                <a:cubicBezTo>
                  <a:pt x="137266" y="88898"/>
                  <a:pt x="162018" y="75564"/>
                  <a:pt x="162018" y="71118"/>
                </a:cubicBezTo>
                <a:lnTo>
                  <a:pt x="162018" y="49999"/>
                </a:lnTo>
                <a:cubicBezTo>
                  <a:pt x="145140" y="57783"/>
                  <a:pt x="119257" y="62228"/>
                  <a:pt x="90009" y="62228"/>
                </a:cubicBezTo>
                <a:cubicBezTo>
                  <a:pt x="60761" y="62228"/>
                  <a:pt x="34878" y="57783"/>
                  <a:pt x="18000" y="49999"/>
                </a:cubicBezTo>
                <a:lnTo>
                  <a:pt x="18000" y="71118"/>
                </a:lnTo>
                <a:cubicBezTo>
                  <a:pt x="18000" y="75564"/>
                  <a:pt x="42752" y="88898"/>
                  <a:pt x="90009" y="88898"/>
                </a:cubicBezTo>
                <a:close/>
                <a:moveTo>
                  <a:pt x="90009" y="44448"/>
                </a:moveTo>
                <a:cubicBezTo>
                  <a:pt x="126014" y="44448"/>
                  <a:pt x="150766" y="36676"/>
                  <a:pt x="159770" y="31114"/>
                </a:cubicBezTo>
                <a:cubicBezTo>
                  <a:pt x="150766" y="25551"/>
                  <a:pt x="126014" y="17778"/>
                  <a:pt x="90009" y="17778"/>
                </a:cubicBezTo>
                <a:cubicBezTo>
                  <a:pt x="54005" y="17778"/>
                  <a:pt x="29252" y="25551"/>
                  <a:pt x="20248" y="31114"/>
                </a:cubicBezTo>
                <a:cubicBezTo>
                  <a:pt x="29252" y="36676"/>
                  <a:pt x="54005" y="44448"/>
                  <a:pt x="90009" y="44448"/>
                </a:cubicBezTo>
                <a:close/>
                <a:moveTo>
                  <a:pt x="90009" y="240028"/>
                </a:moveTo>
                <a:cubicBezTo>
                  <a:pt x="40924" y="240028"/>
                  <a:pt x="679" y="225820"/>
                  <a:pt x="0" y="209337"/>
                </a:cubicBezTo>
                <a:lnTo>
                  <a:pt x="0" y="209337"/>
                </a:lnTo>
                <a:lnTo>
                  <a:pt x="0" y="30690"/>
                </a:lnTo>
                <a:lnTo>
                  <a:pt x="0" y="30690"/>
                </a:lnTo>
                <a:cubicBezTo>
                  <a:pt x="675" y="14294"/>
                  <a:pt x="40440" y="170"/>
                  <a:pt x="89121" y="0"/>
                </a:cubicBezTo>
                <a:lnTo>
                  <a:pt x="90897" y="0"/>
                </a:lnTo>
                <a:cubicBezTo>
                  <a:pt x="139997" y="171"/>
                  <a:pt x="180014" y="14538"/>
                  <a:pt x="180014" y="31114"/>
                </a:cubicBezTo>
                <a:lnTo>
                  <a:pt x="180014" y="208914"/>
                </a:lnTo>
                <a:cubicBezTo>
                  <a:pt x="180014" y="225576"/>
                  <a:pt x="139514" y="240028"/>
                  <a:pt x="90009" y="240028"/>
                </a:cubicBezTo>
                <a:close/>
              </a:path>
            </a:pathLst>
          </a:custGeom>
          <a:solidFill>
            <a:srgbClr val="002855"/>
          </a:solidFill>
        </p:spPr>
        <p:txBody>
          <a:bodyPr/>
          <a:lstStyle/>
          <a:p>
            <a:endParaRPr lang="en-US"/>
          </a:p>
        </p:txBody>
      </p:sp>
      <p:sp>
        <p:nvSpPr>
          <p:cNvPr id="617" name="TextBox 616">
            <a:extLst>
              <a:ext uri="{FF2B5EF4-FFF2-40B4-BE49-F238E27FC236}">
                <a16:creationId xmlns:a16="http://schemas.microsoft.com/office/drawing/2014/main" id="{B06A606C-5493-8A1E-F907-D43EFDBCECAF}"/>
              </a:ext>
            </a:extLst>
          </p:cNvPr>
          <p:cNvSpPr txBox="1"/>
          <p:nvPr/>
        </p:nvSpPr>
        <p:spPr>
          <a:xfrm>
            <a:off x="3267704" y="3945928"/>
            <a:ext cx="774700" cy="381000"/>
          </a:xfrm>
          <a:prstGeom prst="rect">
            <a:avLst/>
          </a:prstGeom>
        </p:spPr>
        <p:txBody>
          <a:bodyPr lIns="0" tIns="0" rIns="0" bIns="0" anchor="t"/>
          <a:lstStyle/>
          <a:p>
            <a:pPr marL="0" indent="0" algn="l">
              <a:lnSpc>
                <a:spcPts val="1500"/>
              </a:lnSpc>
            </a:pPr>
            <a:r>
              <a:rPr lang="en-US" sz="1200">
                <a:solidFill>
                  <a:srgbClr val="000000"/>
                </a:solidFill>
                <a:latin typeface="Arial" panose="020B0604020202020204" pitchFamily="34" charset="0"/>
              </a:rPr>
              <a:t>Telemetry store</a:t>
            </a:r>
          </a:p>
        </p:txBody>
      </p:sp>
      <p:sp>
        <p:nvSpPr>
          <p:cNvPr id="618" name="Freeform 617">
            <a:extLst>
              <a:ext uri="{FF2B5EF4-FFF2-40B4-BE49-F238E27FC236}">
                <a16:creationId xmlns:a16="http://schemas.microsoft.com/office/drawing/2014/main" id="{B64CB8EF-7636-02A1-AE0D-34F4E4664764}"/>
              </a:ext>
            </a:extLst>
          </p:cNvPr>
          <p:cNvSpPr/>
          <p:nvPr/>
        </p:nvSpPr>
        <p:spPr>
          <a:xfrm>
            <a:off x="2873038" y="1882216"/>
            <a:ext cx="1536461" cy="2494355"/>
          </a:xfrm>
          <a:custGeom>
            <a:avLst/>
            <a:gdLst/>
            <a:ahLst/>
            <a:cxnLst/>
            <a:rect l="l" t="t" r="r" b="b"/>
            <a:pathLst>
              <a:path w="1453274" h="2778214">
                <a:moveTo>
                  <a:pt x="0" y="2778214"/>
                </a:moveTo>
                <a:lnTo>
                  <a:pt x="1453274" y="2778214"/>
                </a:lnTo>
                <a:lnTo>
                  <a:pt x="1453274" y="0"/>
                </a:lnTo>
                <a:lnTo>
                  <a:pt x="0" y="0"/>
                </a:lnTo>
                <a:close/>
              </a:path>
            </a:pathLst>
          </a:custGeom>
          <a:noFill/>
          <a:ln w="12700" cap="sq">
            <a:solidFill>
              <a:srgbClr val="002855"/>
            </a:solidFill>
          </a:ln>
        </p:spPr>
        <p:txBody>
          <a:bodyPr/>
          <a:lstStyle/>
          <a:p>
            <a:endParaRPr lang="en-US"/>
          </a:p>
        </p:txBody>
      </p:sp>
      <p:sp>
        <p:nvSpPr>
          <p:cNvPr id="620" name="TextBox 619">
            <a:extLst>
              <a:ext uri="{FF2B5EF4-FFF2-40B4-BE49-F238E27FC236}">
                <a16:creationId xmlns:a16="http://schemas.microsoft.com/office/drawing/2014/main" id="{062908FF-58CD-5FDD-B775-797669EF0882}"/>
              </a:ext>
            </a:extLst>
          </p:cNvPr>
          <p:cNvSpPr txBox="1"/>
          <p:nvPr/>
        </p:nvSpPr>
        <p:spPr>
          <a:xfrm>
            <a:off x="7047292" y="1043233"/>
            <a:ext cx="1549400" cy="215900"/>
          </a:xfrm>
          <a:prstGeom prst="rect">
            <a:avLst/>
          </a:prstGeom>
        </p:spPr>
        <p:txBody>
          <a:bodyPr wrap="none" lIns="0" tIns="0" rIns="0" bIns="0" anchor="t"/>
          <a:lstStyle/>
          <a:p>
            <a:r>
              <a:rPr lang="en-US" sz="1200" b="1">
                <a:solidFill>
                  <a:srgbClr val="000000"/>
                </a:solidFill>
                <a:latin typeface="Arial" panose="020B0604020202020204" pitchFamily="34" charset="0"/>
              </a:rPr>
              <a:t>Internal API Clients</a:t>
            </a:r>
          </a:p>
        </p:txBody>
      </p:sp>
      <p:sp>
        <p:nvSpPr>
          <p:cNvPr id="629" name="Rectangle 628">
            <a:extLst>
              <a:ext uri="{FF2B5EF4-FFF2-40B4-BE49-F238E27FC236}">
                <a16:creationId xmlns:a16="http://schemas.microsoft.com/office/drawing/2014/main" id="{25768F90-6BC3-63B7-FA12-025271B3B78B}"/>
              </a:ext>
            </a:extLst>
          </p:cNvPr>
          <p:cNvSpPr/>
          <p:nvPr/>
        </p:nvSpPr>
        <p:spPr>
          <a:xfrm>
            <a:off x="6766157" y="1287910"/>
            <a:ext cx="1973782" cy="940760"/>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44" name="Rectangle 643">
            <a:extLst>
              <a:ext uri="{FF2B5EF4-FFF2-40B4-BE49-F238E27FC236}">
                <a16:creationId xmlns:a16="http://schemas.microsoft.com/office/drawing/2014/main" id="{6574AD14-CF6E-89D9-497A-C9842D4A5842}"/>
              </a:ext>
            </a:extLst>
          </p:cNvPr>
          <p:cNvSpPr/>
          <p:nvPr/>
        </p:nvSpPr>
        <p:spPr>
          <a:xfrm>
            <a:off x="6648938" y="4677633"/>
            <a:ext cx="1692647" cy="678071"/>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45" name="Rectangle 644">
            <a:extLst>
              <a:ext uri="{FF2B5EF4-FFF2-40B4-BE49-F238E27FC236}">
                <a16:creationId xmlns:a16="http://schemas.microsoft.com/office/drawing/2014/main" id="{818D3423-255E-577A-7937-B604571ADD3A}"/>
              </a:ext>
            </a:extLst>
          </p:cNvPr>
          <p:cNvSpPr/>
          <p:nvPr/>
        </p:nvSpPr>
        <p:spPr>
          <a:xfrm>
            <a:off x="5056740" y="4685053"/>
            <a:ext cx="1489777" cy="669830"/>
          </a:xfrm>
          <a:prstGeom prst="rect">
            <a:avLst/>
          </a:prstGeom>
          <a:noFill/>
          <a:ln>
            <a:solidFill>
              <a:srgbClr val="6F787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nvGrpSpPr>
          <p:cNvPr id="647" name="Group 646">
            <a:extLst>
              <a:ext uri="{FF2B5EF4-FFF2-40B4-BE49-F238E27FC236}">
                <a16:creationId xmlns:a16="http://schemas.microsoft.com/office/drawing/2014/main" id="{C8056733-510A-64B5-F9F7-1ADF21836202}"/>
              </a:ext>
            </a:extLst>
          </p:cNvPr>
          <p:cNvGrpSpPr/>
          <p:nvPr/>
        </p:nvGrpSpPr>
        <p:grpSpPr>
          <a:xfrm>
            <a:off x="5114422" y="4904652"/>
            <a:ext cx="1473200" cy="457307"/>
            <a:chOff x="7394290" y="5042044"/>
            <a:chExt cx="1473200" cy="457307"/>
          </a:xfrm>
        </p:grpSpPr>
        <p:sp>
          <p:nvSpPr>
            <p:cNvPr id="569" name="TextBox 568">
              <a:extLst>
                <a:ext uri="{FF2B5EF4-FFF2-40B4-BE49-F238E27FC236}">
                  <a16:creationId xmlns:a16="http://schemas.microsoft.com/office/drawing/2014/main" id="{5D8A45B9-07FD-9B7F-0F97-A54BDD151692}"/>
                </a:ext>
              </a:extLst>
            </p:cNvPr>
            <p:cNvSpPr txBox="1"/>
            <p:nvPr/>
          </p:nvSpPr>
          <p:spPr>
            <a:xfrm>
              <a:off x="7394290" y="5283451"/>
              <a:ext cx="1473200" cy="215900"/>
            </a:xfrm>
            <a:prstGeom prst="rect">
              <a:avLst/>
            </a:prstGeom>
          </p:spPr>
          <p:txBody>
            <a:bodyPr lIns="0" tIns="0" rIns="0" bIns="0" anchor="t"/>
            <a:lstStyle/>
            <a:p>
              <a:pPr marL="0" indent="0" algn="l"/>
              <a:r>
                <a:rPr lang="en-US" sz="1200">
                  <a:solidFill>
                    <a:srgbClr val="000000"/>
                  </a:solidFill>
                  <a:latin typeface="Arial" panose="020B0604020202020204" pitchFamily="34" charset="0"/>
                </a:rPr>
                <a:t>Container Container</a:t>
              </a:r>
            </a:p>
          </p:txBody>
        </p:sp>
        <p:sp>
          <p:nvSpPr>
            <p:cNvPr id="570" name="Freeform 569">
              <a:extLst>
                <a:ext uri="{FF2B5EF4-FFF2-40B4-BE49-F238E27FC236}">
                  <a16:creationId xmlns:a16="http://schemas.microsoft.com/office/drawing/2014/main" id="{1CAD1350-3187-CD51-CF77-3D47EE2447AE}"/>
                </a:ext>
              </a:extLst>
            </p:cNvPr>
            <p:cNvSpPr/>
            <p:nvPr/>
          </p:nvSpPr>
          <p:spPr>
            <a:xfrm>
              <a:off x="7595024" y="5042044"/>
              <a:ext cx="253923" cy="251041"/>
            </a:xfrm>
            <a:custGeom>
              <a:avLst/>
              <a:gdLst/>
              <a:ahLst/>
              <a:cxnLst/>
              <a:rect l="l" t="t" r="r" b="b"/>
              <a:pathLst>
                <a:path w="253923" h="251041">
                  <a:moveTo>
                    <a:pt x="220040" y="230467"/>
                  </a:moveTo>
                  <a:cubicBezTo>
                    <a:pt x="221640" y="230467"/>
                    <a:pt x="224688" y="230085"/>
                    <a:pt x="227317" y="227457"/>
                  </a:cubicBezTo>
                  <a:cubicBezTo>
                    <a:pt x="231330" y="223444"/>
                    <a:pt x="231330" y="216916"/>
                    <a:pt x="227317" y="212915"/>
                  </a:cubicBezTo>
                  <a:cubicBezTo>
                    <a:pt x="227317" y="212903"/>
                    <a:pt x="227317" y="212903"/>
                    <a:pt x="227317" y="212903"/>
                  </a:cubicBezTo>
                  <a:cubicBezTo>
                    <a:pt x="224688" y="210287"/>
                    <a:pt x="221640" y="209893"/>
                    <a:pt x="220040" y="209893"/>
                  </a:cubicBezTo>
                  <a:cubicBezTo>
                    <a:pt x="218452" y="209893"/>
                    <a:pt x="215391" y="210287"/>
                    <a:pt x="212775" y="212915"/>
                  </a:cubicBezTo>
                  <a:cubicBezTo>
                    <a:pt x="208762" y="216916"/>
                    <a:pt x="208762" y="223444"/>
                    <a:pt x="212763" y="227457"/>
                  </a:cubicBezTo>
                  <a:lnTo>
                    <a:pt x="212775" y="227457"/>
                  </a:lnTo>
                  <a:cubicBezTo>
                    <a:pt x="215391" y="230085"/>
                    <a:pt x="218452" y="230467"/>
                    <a:pt x="220040" y="230467"/>
                  </a:cubicBezTo>
                  <a:close/>
                  <a:moveTo>
                    <a:pt x="30911" y="179552"/>
                  </a:moveTo>
                  <a:cubicBezTo>
                    <a:pt x="31800" y="179552"/>
                    <a:pt x="32702" y="179438"/>
                    <a:pt x="33591" y="179197"/>
                  </a:cubicBezTo>
                  <a:cubicBezTo>
                    <a:pt x="39065" y="177737"/>
                    <a:pt x="42329" y="172072"/>
                    <a:pt x="40869" y="166598"/>
                  </a:cubicBezTo>
                  <a:cubicBezTo>
                    <a:pt x="39662" y="162103"/>
                    <a:pt x="35585" y="158966"/>
                    <a:pt x="30950" y="158966"/>
                  </a:cubicBezTo>
                  <a:cubicBezTo>
                    <a:pt x="30061" y="158966"/>
                    <a:pt x="29172" y="159093"/>
                    <a:pt x="28295" y="159321"/>
                  </a:cubicBezTo>
                  <a:lnTo>
                    <a:pt x="28257" y="159321"/>
                  </a:lnTo>
                  <a:cubicBezTo>
                    <a:pt x="22784" y="160794"/>
                    <a:pt x="19520" y="166446"/>
                    <a:pt x="20993" y="171932"/>
                  </a:cubicBezTo>
                  <a:cubicBezTo>
                    <a:pt x="22199" y="176416"/>
                    <a:pt x="26276" y="179552"/>
                    <a:pt x="30911" y="179552"/>
                  </a:cubicBezTo>
                  <a:close/>
                  <a:moveTo>
                    <a:pt x="140030" y="160744"/>
                  </a:moveTo>
                  <a:cubicBezTo>
                    <a:pt x="141846" y="160744"/>
                    <a:pt x="143586" y="160426"/>
                    <a:pt x="145288" y="159982"/>
                  </a:cubicBezTo>
                  <a:cubicBezTo>
                    <a:pt x="148767" y="159055"/>
                    <a:pt x="151980" y="157315"/>
                    <a:pt x="154584" y="154712"/>
                  </a:cubicBezTo>
                  <a:cubicBezTo>
                    <a:pt x="157175" y="152120"/>
                    <a:pt x="158927" y="148907"/>
                    <a:pt x="159842" y="145428"/>
                  </a:cubicBezTo>
                  <a:cubicBezTo>
                    <a:pt x="160286" y="143725"/>
                    <a:pt x="160604" y="141986"/>
                    <a:pt x="160604" y="140170"/>
                  </a:cubicBezTo>
                  <a:cubicBezTo>
                    <a:pt x="160604" y="134671"/>
                    <a:pt x="158458" y="129514"/>
                    <a:pt x="154584" y="125616"/>
                  </a:cubicBezTo>
                  <a:cubicBezTo>
                    <a:pt x="150698" y="121729"/>
                    <a:pt x="145529" y="119596"/>
                    <a:pt x="140030" y="119596"/>
                  </a:cubicBezTo>
                  <a:cubicBezTo>
                    <a:pt x="138188" y="119596"/>
                    <a:pt x="136410" y="119913"/>
                    <a:pt x="134683" y="120383"/>
                  </a:cubicBezTo>
                  <a:cubicBezTo>
                    <a:pt x="131241" y="121310"/>
                    <a:pt x="128066" y="123038"/>
                    <a:pt x="125476" y="125616"/>
                  </a:cubicBezTo>
                  <a:cubicBezTo>
                    <a:pt x="122885" y="128219"/>
                    <a:pt x="121221" y="131356"/>
                    <a:pt x="120306" y="134671"/>
                  </a:cubicBezTo>
                  <a:cubicBezTo>
                    <a:pt x="118402" y="141541"/>
                    <a:pt x="120040" y="149186"/>
                    <a:pt x="125387" y="154609"/>
                  </a:cubicBezTo>
                  <a:cubicBezTo>
                    <a:pt x="125425" y="154635"/>
                    <a:pt x="125450" y="154686"/>
                    <a:pt x="125476" y="154712"/>
                  </a:cubicBezTo>
                  <a:cubicBezTo>
                    <a:pt x="129375" y="158597"/>
                    <a:pt x="134530" y="160744"/>
                    <a:pt x="140030" y="160744"/>
                  </a:cubicBezTo>
                  <a:close/>
                  <a:moveTo>
                    <a:pt x="169341" y="41160"/>
                  </a:moveTo>
                  <a:cubicBezTo>
                    <a:pt x="173977" y="41160"/>
                    <a:pt x="178053" y="38023"/>
                    <a:pt x="179248" y="33528"/>
                  </a:cubicBezTo>
                  <a:cubicBezTo>
                    <a:pt x="180721" y="28054"/>
                    <a:pt x="177456" y="22403"/>
                    <a:pt x="171983" y="20929"/>
                  </a:cubicBezTo>
                  <a:cubicBezTo>
                    <a:pt x="171094" y="20688"/>
                    <a:pt x="170192" y="20574"/>
                    <a:pt x="169303" y="20574"/>
                  </a:cubicBezTo>
                  <a:cubicBezTo>
                    <a:pt x="164668" y="20574"/>
                    <a:pt x="160591" y="23711"/>
                    <a:pt x="159385" y="28207"/>
                  </a:cubicBezTo>
                  <a:cubicBezTo>
                    <a:pt x="159372" y="28219"/>
                    <a:pt x="159385" y="28219"/>
                    <a:pt x="159372" y="28232"/>
                  </a:cubicBezTo>
                  <a:cubicBezTo>
                    <a:pt x="157924" y="33706"/>
                    <a:pt x="161188" y="39344"/>
                    <a:pt x="166649" y="40805"/>
                  </a:cubicBezTo>
                  <a:cubicBezTo>
                    <a:pt x="167551" y="41046"/>
                    <a:pt x="168440" y="41160"/>
                    <a:pt x="169341" y="41160"/>
                  </a:cubicBezTo>
                  <a:close/>
                  <a:moveTo>
                    <a:pt x="220040" y="251041"/>
                  </a:moveTo>
                  <a:cubicBezTo>
                    <a:pt x="218071" y="251041"/>
                    <a:pt x="216090" y="250850"/>
                    <a:pt x="214147" y="250482"/>
                  </a:cubicBezTo>
                  <a:cubicBezTo>
                    <a:pt x="210261" y="249720"/>
                    <a:pt x="206489" y="248221"/>
                    <a:pt x="203060" y="245960"/>
                  </a:cubicBezTo>
                  <a:cubicBezTo>
                    <a:pt x="201358" y="244830"/>
                    <a:pt x="199733" y="243509"/>
                    <a:pt x="198221" y="241999"/>
                  </a:cubicBezTo>
                  <a:cubicBezTo>
                    <a:pt x="188734" y="232512"/>
                    <a:pt x="186829" y="218427"/>
                    <a:pt x="192290" y="206972"/>
                  </a:cubicBezTo>
                  <a:lnTo>
                    <a:pt x="160896" y="175590"/>
                  </a:lnTo>
                  <a:cubicBezTo>
                    <a:pt x="159156" y="176619"/>
                    <a:pt x="157365" y="177558"/>
                    <a:pt x="155511" y="178295"/>
                  </a:cubicBezTo>
                  <a:cubicBezTo>
                    <a:pt x="154280" y="178803"/>
                    <a:pt x="153022" y="179247"/>
                    <a:pt x="151752" y="179629"/>
                  </a:cubicBezTo>
                  <a:cubicBezTo>
                    <a:pt x="147930" y="180759"/>
                    <a:pt x="143979" y="181318"/>
                    <a:pt x="140030" y="181318"/>
                  </a:cubicBezTo>
                  <a:cubicBezTo>
                    <a:pt x="136080" y="181318"/>
                    <a:pt x="132130" y="180759"/>
                    <a:pt x="128321" y="179629"/>
                  </a:cubicBezTo>
                  <a:cubicBezTo>
                    <a:pt x="126644" y="179133"/>
                    <a:pt x="125006" y="178485"/>
                    <a:pt x="123393" y="177761"/>
                  </a:cubicBezTo>
                  <a:cubicBezTo>
                    <a:pt x="121323" y="176860"/>
                    <a:pt x="119303" y="175806"/>
                    <a:pt x="117386" y="174536"/>
                  </a:cubicBezTo>
                  <a:cubicBezTo>
                    <a:pt x="115112" y="173024"/>
                    <a:pt x="112941" y="171272"/>
                    <a:pt x="110934" y="169266"/>
                  </a:cubicBezTo>
                  <a:cubicBezTo>
                    <a:pt x="108203" y="166535"/>
                    <a:pt x="105981" y="163499"/>
                    <a:pt x="104165" y="160286"/>
                  </a:cubicBezTo>
                  <a:lnTo>
                    <a:pt x="61670" y="171678"/>
                  </a:lnTo>
                  <a:cubicBezTo>
                    <a:pt x="61544" y="173291"/>
                    <a:pt x="61315" y="174892"/>
                    <a:pt x="60947" y="176454"/>
                  </a:cubicBezTo>
                  <a:cubicBezTo>
                    <a:pt x="60477" y="178384"/>
                    <a:pt x="59829" y="180264"/>
                    <a:pt x="59016" y="182067"/>
                  </a:cubicBezTo>
                  <a:cubicBezTo>
                    <a:pt x="55320" y="190157"/>
                    <a:pt x="48170" y="196596"/>
                    <a:pt x="38912" y="199072"/>
                  </a:cubicBezTo>
                  <a:cubicBezTo>
                    <a:pt x="37706" y="199403"/>
                    <a:pt x="36487" y="199631"/>
                    <a:pt x="35281" y="199796"/>
                  </a:cubicBezTo>
                  <a:cubicBezTo>
                    <a:pt x="34899" y="199847"/>
                    <a:pt x="34543" y="199885"/>
                    <a:pt x="34175" y="199923"/>
                  </a:cubicBezTo>
                  <a:cubicBezTo>
                    <a:pt x="33299" y="200012"/>
                    <a:pt x="32436" y="200076"/>
                    <a:pt x="31571" y="200089"/>
                  </a:cubicBezTo>
                  <a:cubicBezTo>
                    <a:pt x="31356" y="200101"/>
                    <a:pt x="31127" y="200139"/>
                    <a:pt x="30911" y="200139"/>
                  </a:cubicBezTo>
                  <a:cubicBezTo>
                    <a:pt x="30772" y="200139"/>
                    <a:pt x="30644" y="200101"/>
                    <a:pt x="30518" y="200101"/>
                  </a:cubicBezTo>
                  <a:cubicBezTo>
                    <a:pt x="29045" y="200089"/>
                    <a:pt x="27584" y="199962"/>
                    <a:pt x="26149" y="199733"/>
                  </a:cubicBezTo>
                  <a:cubicBezTo>
                    <a:pt x="25895" y="199707"/>
                    <a:pt x="25641" y="199644"/>
                    <a:pt x="25387" y="199593"/>
                  </a:cubicBezTo>
                  <a:cubicBezTo>
                    <a:pt x="23964" y="199326"/>
                    <a:pt x="22567" y="198996"/>
                    <a:pt x="21196" y="198539"/>
                  </a:cubicBezTo>
                  <a:cubicBezTo>
                    <a:pt x="21133" y="198514"/>
                    <a:pt x="21043" y="198501"/>
                    <a:pt x="20980" y="198476"/>
                  </a:cubicBezTo>
                  <a:cubicBezTo>
                    <a:pt x="19571" y="197993"/>
                    <a:pt x="18224" y="197383"/>
                    <a:pt x="16916" y="196723"/>
                  </a:cubicBezTo>
                  <a:cubicBezTo>
                    <a:pt x="16662" y="196596"/>
                    <a:pt x="16408" y="196469"/>
                    <a:pt x="16167" y="196329"/>
                  </a:cubicBezTo>
                  <a:cubicBezTo>
                    <a:pt x="14910" y="195643"/>
                    <a:pt x="13690" y="194881"/>
                    <a:pt x="12535" y="194030"/>
                  </a:cubicBezTo>
                  <a:cubicBezTo>
                    <a:pt x="12332" y="193865"/>
                    <a:pt x="12128" y="193700"/>
                    <a:pt x="11938" y="193535"/>
                  </a:cubicBezTo>
                  <a:cubicBezTo>
                    <a:pt x="10782" y="192646"/>
                    <a:pt x="9664" y="191668"/>
                    <a:pt x="8636" y="190614"/>
                  </a:cubicBezTo>
                  <a:cubicBezTo>
                    <a:pt x="8610" y="190588"/>
                    <a:pt x="8585" y="190564"/>
                    <a:pt x="8560" y="190538"/>
                  </a:cubicBezTo>
                  <a:cubicBezTo>
                    <a:pt x="7531" y="189446"/>
                    <a:pt x="6603" y="188265"/>
                    <a:pt x="5727" y="187033"/>
                  </a:cubicBezTo>
                  <a:cubicBezTo>
                    <a:pt x="5575" y="186804"/>
                    <a:pt x="5397" y="186576"/>
                    <a:pt x="5244" y="186347"/>
                  </a:cubicBezTo>
                  <a:cubicBezTo>
                    <a:pt x="4432" y="185128"/>
                    <a:pt x="3708" y="183845"/>
                    <a:pt x="3060" y="182486"/>
                  </a:cubicBezTo>
                  <a:cubicBezTo>
                    <a:pt x="2946" y="182232"/>
                    <a:pt x="2845" y="181978"/>
                    <a:pt x="2730" y="181712"/>
                  </a:cubicBezTo>
                  <a:cubicBezTo>
                    <a:pt x="2095" y="180289"/>
                    <a:pt x="1536" y="178816"/>
                    <a:pt x="1118" y="177254"/>
                  </a:cubicBezTo>
                  <a:cubicBezTo>
                    <a:pt x="838" y="176225"/>
                    <a:pt x="622" y="175196"/>
                    <a:pt x="457" y="174168"/>
                  </a:cubicBezTo>
                  <a:cubicBezTo>
                    <a:pt x="127" y="172097"/>
                    <a:pt x="0" y="170053"/>
                    <a:pt x="76" y="168033"/>
                  </a:cubicBezTo>
                  <a:cubicBezTo>
                    <a:pt x="127" y="167018"/>
                    <a:pt x="215" y="166014"/>
                    <a:pt x="356" y="165023"/>
                  </a:cubicBezTo>
                  <a:cubicBezTo>
                    <a:pt x="622" y="163042"/>
                    <a:pt x="1092" y="161100"/>
                    <a:pt x="1739" y="159220"/>
                  </a:cubicBezTo>
                  <a:cubicBezTo>
                    <a:pt x="2717" y="156413"/>
                    <a:pt x="4089" y="153759"/>
                    <a:pt x="5803" y="151346"/>
                  </a:cubicBezTo>
                  <a:cubicBezTo>
                    <a:pt x="9817" y="145707"/>
                    <a:pt x="15735" y="141389"/>
                    <a:pt x="22936" y="139458"/>
                  </a:cubicBezTo>
                  <a:cubicBezTo>
                    <a:pt x="24155" y="139128"/>
                    <a:pt x="25374" y="138913"/>
                    <a:pt x="26581" y="138735"/>
                  </a:cubicBezTo>
                  <a:cubicBezTo>
                    <a:pt x="26949" y="138671"/>
                    <a:pt x="27317" y="138646"/>
                    <a:pt x="27686" y="138608"/>
                  </a:cubicBezTo>
                  <a:cubicBezTo>
                    <a:pt x="28549" y="138519"/>
                    <a:pt x="29426" y="138455"/>
                    <a:pt x="30289" y="138442"/>
                  </a:cubicBezTo>
                  <a:cubicBezTo>
                    <a:pt x="30505" y="138430"/>
                    <a:pt x="30734" y="138392"/>
                    <a:pt x="30950" y="138392"/>
                  </a:cubicBezTo>
                  <a:cubicBezTo>
                    <a:pt x="31076" y="138392"/>
                    <a:pt x="31203" y="138417"/>
                    <a:pt x="31344" y="138430"/>
                  </a:cubicBezTo>
                  <a:cubicBezTo>
                    <a:pt x="32816" y="138442"/>
                    <a:pt x="34277" y="138570"/>
                    <a:pt x="35712" y="138798"/>
                  </a:cubicBezTo>
                  <a:cubicBezTo>
                    <a:pt x="35966" y="138836"/>
                    <a:pt x="36208" y="138887"/>
                    <a:pt x="36461" y="138938"/>
                  </a:cubicBezTo>
                  <a:cubicBezTo>
                    <a:pt x="37884" y="139192"/>
                    <a:pt x="39294" y="139535"/>
                    <a:pt x="40652" y="139992"/>
                  </a:cubicBezTo>
                  <a:cubicBezTo>
                    <a:pt x="40728" y="140017"/>
                    <a:pt x="40805" y="140030"/>
                    <a:pt x="40881" y="140055"/>
                  </a:cubicBezTo>
                  <a:cubicBezTo>
                    <a:pt x="42278" y="140538"/>
                    <a:pt x="43624" y="141135"/>
                    <a:pt x="44945" y="141808"/>
                  </a:cubicBezTo>
                  <a:cubicBezTo>
                    <a:pt x="45186" y="141935"/>
                    <a:pt x="45440" y="142062"/>
                    <a:pt x="45694" y="142189"/>
                  </a:cubicBezTo>
                  <a:cubicBezTo>
                    <a:pt x="46951" y="142888"/>
                    <a:pt x="48158" y="143649"/>
                    <a:pt x="49314" y="144501"/>
                  </a:cubicBezTo>
                  <a:cubicBezTo>
                    <a:pt x="49517" y="144653"/>
                    <a:pt x="49720" y="144831"/>
                    <a:pt x="49923" y="144996"/>
                  </a:cubicBezTo>
                  <a:cubicBezTo>
                    <a:pt x="51079" y="145897"/>
                    <a:pt x="52197" y="146850"/>
                    <a:pt x="53213" y="147917"/>
                  </a:cubicBezTo>
                  <a:cubicBezTo>
                    <a:pt x="53238" y="147942"/>
                    <a:pt x="53276" y="147968"/>
                    <a:pt x="53301" y="148006"/>
                  </a:cubicBezTo>
                  <a:cubicBezTo>
                    <a:pt x="54331" y="149085"/>
                    <a:pt x="55258" y="150254"/>
                    <a:pt x="56121" y="151498"/>
                  </a:cubicBezTo>
                  <a:cubicBezTo>
                    <a:pt x="56197" y="151599"/>
                    <a:pt x="56299" y="151689"/>
                    <a:pt x="56375" y="151803"/>
                  </a:cubicBezTo>
                  <a:lnTo>
                    <a:pt x="98895" y="140398"/>
                  </a:lnTo>
                  <a:cubicBezTo>
                    <a:pt x="98831" y="129794"/>
                    <a:pt x="102844" y="119164"/>
                    <a:pt x="110934" y="111074"/>
                  </a:cubicBezTo>
                  <a:cubicBezTo>
                    <a:pt x="112941" y="109067"/>
                    <a:pt x="115112" y="107302"/>
                    <a:pt x="117386" y="105803"/>
                  </a:cubicBezTo>
                  <a:cubicBezTo>
                    <a:pt x="119303" y="104533"/>
                    <a:pt x="121323" y="103479"/>
                    <a:pt x="123393" y="102578"/>
                  </a:cubicBezTo>
                  <a:cubicBezTo>
                    <a:pt x="125006" y="101854"/>
                    <a:pt x="126644" y="101206"/>
                    <a:pt x="128321" y="100711"/>
                  </a:cubicBezTo>
                  <a:cubicBezTo>
                    <a:pt x="130263" y="100139"/>
                    <a:pt x="132270" y="99720"/>
                    <a:pt x="134277" y="99441"/>
                  </a:cubicBezTo>
                  <a:cubicBezTo>
                    <a:pt x="134480" y="99403"/>
                    <a:pt x="134695" y="99415"/>
                    <a:pt x="134912" y="99390"/>
                  </a:cubicBezTo>
                  <a:cubicBezTo>
                    <a:pt x="136613" y="99174"/>
                    <a:pt x="138315" y="99022"/>
                    <a:pt x="140030" y="99022"/>
                  </a:cubicBezTo>
                  <a:cubicBezTo>
                    <a:pt x="140157" y="99022"/>
                    <a:pt x="140283" y="99034"/>
                    <a:pt x="140411" y="99034"/>
                  </a:cubicBezTo>
                  <a:lnTo>
                    <a:pt x="151853" y="56286"/>
                  </a:lnTo>
                  <a:cubicBezTo>
                    <a:pt x="141389" y="49085"/>
                    <a:pt x="136029" y="35852"/>
                    <a:pt x="139509" y="22885"/>
                  </a:cubicBezTo>
                  <a:cubicBezTo>
                    <a:pt x="139928" y="21323"/>
                    <a:pt x="140487" y="19850"/>
                    <a:pt x="141122" y="18415"/>
                  </a:cubicBezTo>
                  <a:cubicBezTo>
                    <a:pt x="141224" y="18161"/>
                    <a:pt x="141338" y="17894"/>
                    <a:pt x="141452" y="17640"/>
                  </a:cubicBezTo>
                  <a:cubicBezTo>
                    <a:pt x="142100" y="16294"/>
                    <a:pt x="142824" y="15011"/>
                    <a:pt x="143637" y="13779"/>
                  </a:cubicBezTo>
                  <a:cubicBezTo>
                    <a:pt x="143789" y="13550"/>
                    <a:pt x="143954" y="13322"/>
                    <a:pt x="144119" y="13094"/>
                  </a:cubicBezTo>
                  <a:cubicBezTo>
                    <a:pt x="144996" y="11861"/>
                    <a:pt x="145923" y="10680"/>
                    <a:pt x="146951" y="9601"/>
                  </a:cubicBezTo>
                  <a:cubicBezTo>
                    <a:pt x="146977" y="9576"/>
                    <a:pt x="147002" y="9550"/>
                    <a:pt x="147040" y="9512"/>
                  </a:cubicBezTo>
                  <a:cubicBezTo>
                    <a:pt x="148056" y="8458"/>
                    <a:pt x="149161" y="7493"/>
                    <a:pt x="150317" y="6591"/>
                  </a:cubicBezTo>
                  <a:cubicBezTo>
                    <a:pt x="150520" y="6426"/>
                    <a:pt x="150723" y="6261"/>
                    <a:pt x="150926" y="6108"/>
                  </a:cubicBezTo>
                  <a:cubicBezTo>
                    <a:pt x="152082" y="5258"/>
                    <a:pt x="153301" y="4483"/>
                    <a:pt x="154559" y="3797"/>
                  </a:cubicBezTo>
                  <a:cubicBezTo>
                    <a:pt x="154800" y="3657"/>
                    <a:pt x="155054" y="3543"/>
                    <a:pt x="155295" y="3416"/>
                  </a:cubicBezTo>
                  <a:cubicBezTo>
                    <a:pt x="156616" y="2743"/>
                    <a:pt x="157962" y="2133"/>
                    <a:pt x="159372" y="1664"/>
                  </a:cubicBezTo>
                  <a:cubicBezTo>
                    <a:pt x="159436" y="1626"/>
                    <a:pt x="159499" y="1612"/>
                    <a:pt x="159575" y="1600"/>
                  </a:cubicBezTo>
                  <a:cubicBezTo>
                    <a:pt x="160947" y="1143"/>
                    <a:pt x="162357" y="800"/>
                    <a:pt x="163779" y="533"/>
                  </a:cubicBezTo>
                  <a:cubicBezTo>
                    <a:pt x="164033" y="495"/>
                    <a:pt x="164287" y="431"/>
                    <a:pt x="164541" y="394"/>
                  </a:cubicBezTo>
                  <a:cubicBezTo>
                    <a:pt x="165976" y="165"/>
                    <a:pt x="167436" y="51"/>
                    <a:pt x="168910" y="38"/>
                  </a:cubicBezTo>
                  <a:cubicBezTo>
                    <a:pt x="169037" y="38"/>
                    <a:pt x="169164" y="0"/>
                    <a:pt x="169303" y="0"/>
                  </a:cubicBezTo>
                  <a:cubicBezTo>
                    <a:pt x="169519" y="0"/>
                    <a:pt x="169735" y="38"/>
                    <a:pt x="169964" y="38"/>
                  </a:cubicBezTo>
                  <a:cubicBezTo>
                    <a:pt x="170827" y="63"/>
                    <a:pt x="171691" y="114"/>
                    <a:pt x="172554" y="216"/>
                  </a:cubicBezTo>
                  <a:cubicBezTo>
                    <a:pt x="172936" y="254"/>
                    <a:pt x="173291" y="279"/>
                    <a:pt x="173660" y="330"/>
                  </a:cubicBezTo>
                  <a:cubicBezTo>
                    <a:pt x="174878" y="508"/>
                    <a:pt x="176098" y="737"/>
                    <a:pt x="177304" y="1054"/>
                  </a:cubicBezTo>
                  <a:cubicBezTo>
                    <a:pt x="193776" y="5473"/>
                    <a:pt x="203542" y="22390"/>
                    <a:pt x="199136" y="38849"/>
                  </a:cubicBezTo>
                  <a:cubicBezTo>
                    <a:pt x="198704" y="40411"/>
                    <a:pt x="198145" y="41884"/>
                    <a:pt x="197510" y="43320"/>
                  </a:cubicBezTo>
                  <a:cubicBezTo>
                    <a:pt x="197409" y="43573"/>
                    <a:pt x="197294" y="43840"/>
                    <a:pt x="197180" y="44094"/>
                  </a:cubicBezTo>
                  <a:cubicBezTo>
                    <a:pt x="196545" y="45440"/>
                    <a:pt x="195808" y="46723"/>
                    <a:pt x="194996" y="47955"/>
                  </a:cubicBezTo>
                  <a:cubicBezTo>
                    <a:pt x="194843" y="48184"/>
                    <a:pt x="194678" y="48412"/>
                    <a:pt x="194513" y="48628"/>
                  </a:cubicBezTo>
                  <a:cubicBezTo>
                    <a:pt x="193637" y="49873"/>
                    <a:pt x="192710" y="51054"/>
                    <a:pt x="191680" y="52133"/>
                  </a:cubicBezTo>
                  <a:cubicBezTo>
                    <a:pt x="191656" y="52159"/>
                    <a:pt x="191630" y="52184"/>
                    <a:pt x="191604" y="52209"/>
                  </a:cubicBezTo>
                  <a:cubicBezTo>
                    <a:pt x="190576" y="53276"/>
                    <a:pt x="189471" y="54241"/>
                    <a:pt x="188315" y="55143"/>
                  </a:cubicBezTo>
                  <a:cubicBezTo>
                    <a:pt x="188112" y="55308"/>
                    <a:pt x="187908" y="55473"/>
                    <a:pt x="187705" y="55626"/>
                  </a:cubicBezTo>
                  <a:cubicBezTo>
                    <a:pt x="186550" y="56477"/>
                    <a:pt x="185330" y="57251"/>
                    <a:pt x="184086" y="57937"/>
                  </a:cubicBezTo>
                  <a:cubicBezTo>
                    <a:pt x="183832" y="58077"/>
                    <a:pt x="183578" y="58191"/>
                    <a:pt x="183324" y="58318"/>
                  </a:cubicBezTo>
                  <a:cubicBezTo>
                    <a:pt x="182016" y="58991"/>
                    <a:pt x="180670" y="59601"/>
                    <a:pt x="179260" y="60071"/>
                  </a:cubicBezTo>
                  <a:cubicBezTo>
                    <a:pt x="179197" y="60109"/>
                    <a:pt x="179121" y="60122"/>
                    <a:pt x="179044" y="60147"/>
                  </a:cubicBezTo>
                  <a:cubicBezTo>
                    <a:pt x="177685" y="60591"/>
                    <a:pt x="176276" y="60934"/>
                    <a:pt x="174853" y="61201"/>
                  </a:cubicBezTo>
                  <a:cubicBezTo>
                    <a:pt x="174599" y="61239"/>
                    <a:pt x="174345" y="61303"/>
                    <a:pt x="174091" y="61341"/>
                  </a:cubicBezTo>
                  <a:cubicBezTo>
                    <a:pt x="173316" y="61468"/>
                    <a:pt x="172529" y="61544"/>
                    <a:pt x="171729" y="61608"/>
                  </a:cubicBezTo>
                  <a:lnTo>
                    <a:pt x="160274" y="104381"/>
                  </a:lnTo>
                  <a:cubicBezTo>
                    <a:pt x="162255" y="105499"/>
                    <a:pt x="164185" y="106769"/>
                    <a:pt x="166001" y="108242"/>
                  </a:cubicBezTo>
                  <a:cubicBezTo>
                    <a:pt x="167081" y="109131"/>
                    <a:pt x="168122" y="110071"/>
                    <a:pt x="169126" y="111074"/>
                  </a:cubicBezTo>
                  <a:cubicBezTo>
                    <a:pt x="182676" y="124625"/>
                    <a:pt x="184759" y="145263"/>
                    <a:pt x="175450" y="161036"/>
                  </a:cubicBezTo>
                  <a:lnTo>
                    <a:pt x="206832" y="192418"/>
                  </a:lnTo>
                  <a:cubicBezTo>
                    <a:pt x="209194" y="191300"/>
                    <a:pt x="211619" y="190373"/>
                    <a:pt x="214147" y="189878"/>
                  </a:cubicBezTo>
                  <a:cubicBezTo>
                    <a:pt x="216090" y="189503"/>
                    <a:pt x="218065" y="189316"/>
                    <a:pt x="220040" y="189316"/>
                  </a:cubicBezTo>
                  <a:cubicBezTo>
                    <a:pt x="222015" y="189316"/>
                    <a:pt x="223989" y="189503"/>
                    <a:pt x="225933" y="189878"/>
                  </a:cubicBezTo>
                  <a:cubicBezTo>
                    <a:pt x="229831" y="190640"/>
                    <a:pt x="233603" y="192151"/>
                    <a:pt x="237033" y="194399"/>
                  </a:cubicBezTo>
                  <a:cubicBezTo>
                    <a:pt x="238734" y="195542"/>
                    <a:pt x="240360" y="196850"/>
                    <a:pt x="241871" y="198361"/>
                  </a:cubicBezTo>
                  <a:cubicBezTo>
                    <a:pt x="253923" y="210414"/>
                    <a:pt x="253923" y="229946"/>
                    <a:pt x="241871" y="241999"/>
                  </a:cubicBezTo>
                  <a:cubicBezTo>
                    <a:pt x="240360" y="243509"/>
                    <a:pt x="238734" y="244830"/>
                    <a:pt x="237033" y="245960"/>
                  </a:cubicBezTo>
                  <a:cubicBezTo>
                    <a:pt x="233603" y="248221"/>
                    <a:pt x="229831" y="249720"/>
                    <a:pt x="225933" y="250482"/>
                  </a:cubicBezTo>
                  <a:cubicBezTo>
                    <a:pt x="223989" y="250850"/>
                    <a:pt x="222021" y="251041"/>
                    <a:pt x="220040" y="251041"/>
                  </a:cubicBezTo>
                  <a:close/>
                </a:path>
              </a:pathLst>
            </a:custGeom>
            <a:solidFill>
              <a:srgbClr val="002855"/>
            </a:solidFill>
          </p:spPr>
          <p:txBody>
            <a:bodyPr/>
            <a:lstStyle/>
            <a:p>
              <a:endParaRPr lang="en-US"/>
            </a:p>
          </p:txBody>
        </p:sp>
        <p:sp>
          <p:nvSpPr>
            <p:cNvPr id="646" name="Freeform 645">
              <a:extLst>
                <a:ext uri="{FF2B5EF4-FFF2-40B4-BE49-F238E27FC236}">
                  <a16:creationId xmlns:a16="http://schemas.microsoft.com/office/drawing/2014/main" id="{B5636692-DA0D-8E9B-F79F-F2D4A91A9E6E}"/>
                </a:ext>
              </a:extLst>
            </p:cNvPr>
            <p:cNvSpPr/>
            <p:nvPr/>
          </p:nvSpPr>
          <p:spPr>
            <a:xfrm>
              <a:off x="8253609" y="5042044"/>
              <a:ext cx="253923" cy="251041"/>
            </a:xfrm>
            <a:custGeom>
              <a:avLst/>
              <a:gdLst/>
              <a:ahLst/>
              <a:cxnLst/>
              <a:rect l="l" t="t" r="r" b="b"/>
              <a:pathLst>
                <a:path w="253923" h="251041">
                  <a:moveTo>
                    <a:pt x="220040" y="230467"/>
                  </a:moveTo>
                  <a:cubicBezTo>
                    <a:pt x="221640" y="230467"/>
                    <a:pt x="224688" y="230085"/>
                    <a:pt x="227317" y="227457"/>
                  </a:cubicBezTo>
                  <a:cubicBezTo>
                    <a:pt x="231330" y="223444"/>
                    <a:pt x="231330" y="216916"/>
                    <a:pt x="227317" y="212915"/>
                  </a:cubicBezTo>
                  <a:cubicBezTo>
                    <a:pt x="227317" y="212903"/>
                    <a:pt x="227317" y="212903"/>
                    <a:pt x="227317" y="212903"/>
                  </a:cubicBezTo>
                  <a:cubicBezTo>
                    <a:pt x="224688" y="210287"/>
                    <a:pt x="221640" y="209893"/>
                    <a:pt x="220040" y="209893"/>
                  </a:cubicBezTo>
                  <a:cubicBezTo>
                    <a:pt x="218452" y="209893"/>
                    <a:pt x="215391" y="210287"/>
                    <a:pt x="212775" y="212915"/>
                  </a:cubicBezTo>
                  <a:cubicBezTo>
                    <a:pt x="208762" y="216916"/>
                    <a:pt x="208762" y="223444"/>
                    <a:pt x="212763" y="227457"/>
                  </a:cubicBezTo>
                  <a:lnTo>
                    <a:pt x="212775" y="227457"/>
                  </a:lnTo>
                  <a:cubicBezTo>
                    <a:pt x="215391" y="230085"/>
                    <a:pt x="218452" y="230467"/>
                    <a:pt x="220040" y="230467"/>
                  </a:cubicBezTo>
                  <a:close/>
                  <a:moveTo>
                    <a:pt x="30911" y="179552"/>
                  </a:moveTo>
                  <a:cubicBezTo>
                    <a:pt x="31800" y="179552"/>
                    <a:pt x="32702" y="179438"/>
                    <a:pt x="33591" y="179197"/>
                  </a:cubicBezTo>
                  <a:cubicBezTo>
                    <a:pt x="39065" y="177737"/>
                    <a:pt x="42329" y="172072"/>
                    <a:pt x="40869" y="166598"/>
                  </a:cubicBezTo>
                  <a:cubicBezTo>
                    <a:pt x="39662" y="162103"/>
                    <a:pt x="35585" y="158966"/>
                    <a:pt x="30950" y="158966"/>
                  </a:cubicBezTo>
                  <a:cubicBezTo>
                    <a:pt x="30061" y="158966"/>
                    <a:pt x="29172" y="159093"/>
                    <a:pt x="28295" y="159321"/>
                  </a:cubicBezTo>
                  <a:lnTo>
                    <a:pt x="28257" y="159321"/>
                  </a:lnTo>
                  <a:cubicBezTo>
                    <a:pt x="22784" y="160794"/>
                    <a:pt x="19520" y="166446"/>
                    <a:pt x="20993" y="171932"/>
                  </a:cubicBezTo>
                  <a:cubicBezTo>
                    <a:pt x="22199" y="176416"/>
                    <a:pt x="26276" y="179552"/>
                    <a:pt x="30911" y="179552"/>
                  </a:cubicBezTo>
                  <a:close/>
                  <a:moveTo>
                    <a:pt x="140030" y="160744"/>
                  </a:moveTo>
                  <a:cubicBezTo>
                    <a:pt x="141846" y="160744"/>
                    <a:pt x="143586" y="160426"/>
                    <a:pt x="145288" y="159982"/>
                  </a:cubicBezTo>
                  <a:cubicBezTo>
                    <a:pt x="148767" y="159055"/>
                    <a:pt x="151980" y="157315"/>
                    <a:pt x="154584" y="154712"/>
                  </a:cubicBezTo>
                  <a:cubicBezTo>
                    <a:pt x="157175" y="152120"/>
                    <a:pt x="158927" y="148907"/>
                    <a:pt x="159842" y="145428"/>
                  </a:cubicBezTo>
                  <a:cubicBezTo>
                    <a:pt x="160286" y="143725"/>
                    <a:pt x="160604" y="141986"/>
                    <a:pt x="160604" y="140170"/>
                  </a:cubicBezTo>
                  <a:cubicBezTo>
                    <a:pt x="160604" y="134671"/>
                    <a:pt x="158458" y="129514"/>
                    <a:pt x="154584" y="125616"/>
                  </a:cubicBezTo>
                  <a:cubicBezTo>
                    <a:pt x="150698" y="121729"/>
                    <a:pt x="145529" y="119596"/>
                    <a:pt x="140030" y="119596"/>
                  </a:cubicBezTo>
                  <a:cubicBezTo>
                    <a:pt x="138188" y="119596"/>
                    <a:pt x="136410" y="119913"/>
                    <a:pt x="134683" y="120383"/>
                  </a:cubicBezTo>
                  <a:cubicBezTo>
                    <a:pt x="131241" y="121310"/>
                    <a:pt x="128066" y="123038"/>
                    <a:pt x="125476" y="125616"/>
                  </a:cubicBezTo>
                  <a:cubicBezTo>
                    <a:pt x="122885" y="128219"/>
                    <a:pt x="121221" y="131356"/>
                    <a:pt x="120306" y="134671"/>
                  </a:cubicBezTo>
                  <a:cubicBezTo>
                    <a:pt x="118402" y="141541"/>
                    <a:pt x="120040" y="149186"/>
                    <a:pt x="125387" y="154609"/>
                  </a:cubicBezTo>
                  <a:cubicBezTo>
                    <a:pt x="125425" y="154635"/>
                    <a:pt x="125450" y="154686"/>
                    <a:pt x="125476" y="154712"/>
                  </a:cubicBezTo>
                  <a:cubicBezTo>
                    <a:pt x="129375" y="158597"/>
                    <a:pt x="134530" y="160744"/>
                    <a:pt x="140030" y="160744"/>
                  </a:cubicBezTo>
                  <a:close/>
                  <a:moveTo>
                    <a:pt x="169341" y="41160"/>
                  </a:moveTo>
                  <a:cubicBezTo>
                    <a:pt x="173977" y="41160"/>
                    <a:pt x="178053" y="38023"/>
                    <a:pt x="179248" y="33528"/>
                  </a:cubicBezTo>
                  <a:cubicBezTo>
                    <a:pt x="180721" y="28054"/>
                    <a:pt x="177456" y="22403"/>
                    <a:pt x="171983" y="20929"/>
                  </a:cubicBezTo>
                  <a:cubicBezTo>
                    <a:pt x="171094" y="20688"/>
                    <a:pt x="170192" y="20574"/>
                    <a:pt x="169303" y="20574"/>
                  </a:cubicBezTo>
                  <a:cubicBezTo>
                    <a:pt x="164668" y="20574"/>
                    <a:pt x="160591" y="23711"/>
                    <a:pt x="159385" y="28207"/>
                  </a:cubicBezTo>
                  <a:cubicBezTo>
                    <a:pt x="159372" y="28219"/>
                    <a:pt x="159385" y="28219"/>
                    <a:pt x="159372" y="28232"/>
                  </a:cubicBezTo>
                  <a:cubicBezTo>
                    <a:pt x="157924" y="33706"/>
                    <a:pt x="161188" y="39344"/>
                    <a:pt x="166649" y="40805"/>
                  </a:cubicBezTo>
                  <a:cubicBezTo>
                    <a:pt x="167551" y="41046"/>
                    <a:pt x="168440" y="41160"/>
                    <a:pt x="169341" y="41160"/>
                  </a:cubicBezTo>
                  <a:close/>
                  <a:moveTo>
                    <a:pt x="220040" y="251041"/>
                  </a:moveTo>
                  <a:cubicBezTo>
                    <a:pt x="218071" y="251041"/>
                    <a:pt x="216090" y="250850"/>
                    <a:pt x="214147" y="250482"/>
                  </a:cubicBezTo>
                  <a:cubicBezTo>
                    <a:pt x="210261" y="249720"/>
                    <a:pt x="206489" y="248221"/>
                    <a:pt x="203060" y="245960"/>
                  </a:cubicBezTo>
                  <a:cubicBezTo>
                    <a:pt x="201358" y="244830"/>
                    <a:pt x="199733" y="243509"/>
                    <a:pt x="198221" y="241999"/>
                  </a:cubicBezTo>
                  <a:cubicBezTo>
                    <a:pt x="188734" y="232512"/>
                    <a:pt x="186829" y="218427"/>
                    <a:pt x="192290" y="206972"/>
                  </a:cubicBezTo>
                  <a:lnTo>
                    <a:pt x="160896" y="175590"/>
                  </a:lnTo>
                  <a:cubicBezTo>
                    <a:pt x="159156" y="176619"/>
                    <a:pt x="157365" y="177558"/>
                    <a:pt x="155511" y="178295"/>
                  </a:cubicBezTo>
                  <a:cubicBezTo>
                    <a:pt x="154280" y="178803"/>
                    <a:pt x="153022" y="179247"/>
                    <a:pt x="151752" y="179629"/>
                  </a:cubicBezTo>
                  <a:cubicBezTo>
                    <a:pt x="147930" y="180759"/>
                    <a:pt x="143979" y="181318"/>
                    <a:pt x="140030" y="181318"/>
                  </a:cubicBezTo>
                  <a:cubicBezTo>
                    <a:pt x="136080" y="181318"/>
                    <a:pt x="132130" y="180759"/>
                    <a:pt x="128321" y="179629"/>
                  </a:cubicBezTo>
                  <a:cubicBezTo>
                    <a:pt x="126644" y="179133"/>
                    <a:pt x="125006" y="178485"/>
                    <a:pt x="123393" y="177761"/>
                  </a:cubicBezTo>
                  <a:cubicBezTo>
                    <a:pt x="121323" y="176860"/>
                    <a:pt x="119303" y="175806"/>
                    <a:pt x="117386" y="174536"/>
                  </a:cubicBezTo>
                  <a:cubicBezTo>
                    <a:pt x="115112" y="173024"/>
                    <a:pt x="112941" y="171272"/>
                    <a:pt x="110934" y="169266"/>
                  </a:cubicBezTo>
                  <a:cubicBezTo>
                    <a:pt x="108203" y="166535"/>
                    <a:pt x="105981" y="163499"/>
                    <a:pt x="104165" y="160286"/>
                  </a:cubicBezTo>
                  <a:lnTo>
                    <a:pt x="61670" y="171678"/>
                  </a:lnTo>
                  <a:cubicBezTo>
                    <a:pt x="61544" y="173291"/>
                    <a:pt x="61315" y="174892"/>
                    <a:pt x="60947" y="176454"/>
                  </a:cubicBezTo>
                  <a:cubicBezTo>
                    <a:pt x="60477" y="178384"/>
                    <a:pt x="59829" y="180264"/>
                    <a:pt x="59016" y="182067"/>
                  </a:cubicBezTo>
                  <a:cubicBezTo>
                    <a:pt x="55320" y="190157"/>
                    <a:pt x="48170" y="196596"/>
                    <a:pt x="38912" y="199072"/>
                  </a:cubicBezTo>
                  <a:cubicBezTo>
                    <a:pt x="37706" y="199403"/>
                    <a:pt x="36487" y="199631"/>
                    <a:pt x="35281" y="199796"/>
                  </a:cubicBezTo>
                  <a:cubicBezTo>
                    <a:pt x="34899" y="199847"/>
                    <a:pt x="34543" y="199885"/>
                    <a:pt x="34175" y="199923"/>
                  </a:cubicBezTo>
                  <a:cubicBezTo>
                    <a:pt x="33299" y="200012"/>
                    <a:pt x="32436" y="200076"/>
                    <a:pt x="31571" y="200089"/>
                  </a:cubicBezTo>
                  <a:cubicBezTo>
                    <a:pt x="31356" y="200101"/>
                    <a:pt x="31127" y="200139"/>
                    <a:pt x="30911" y="200139"/>
                  </a:cubicBezTo>
                  <a:cubicBezTo>
                    <a:pt x="30772" y="200139"/>
                    <a:pt x="30644" y="200101"/>
                    <a:pt x="30518" y="200101"/>
                  </a:cubicBezTo>
                  <a:cubicBezTo>
                    <a:pt x="29045" y="200089"/>
                    <a:pt x="27584" y="199962"/>
                    <a:pt x="26149" y="199733"/>
                  </a:cubicBezTo>
                  <a:cubicBezTo>
                    <a:pt x="25895" y="199707"/>
                    <a:pt x="25641" y="199644"/>
                    <a:pt x="25387" y="199593"/>
                  </a:cubicBezTo>
                  <a:cubicBezTo>
                    <a:pt x="23964" y="199326"/>
                    <a:pt x="22567" y="198996"/>
                    <a:pt x="21196" y="198539"/>
                  </a:cubicBezTo>
                  <a:cubicBezTo>
                    <a:pt x="21133" y="198514"/>
                    <a:pt x="21043" y="198501"/>
                    <a:pt x="20980" y="198476"/>
                  </a:cubicBezTo>
                  <a:cubicBezTo>
                    <a:pt x="19571" y="197993"/>
                    <a:pt x="18224" y="197383"/>
                    <a:pt x="16916" y="196723"/>
                  </a:cubicBezTo>
                  <a:cubicBezTo>
                    <a:pt x="16662" y="196596"/>
                    <a:pt x="16408" y="196469"/>
                    <a:pt x="16167" y="196329"/>
                  </a:cubicBezTo>
                  <a:cubicBezTo>
                    <a:pt x="14910" y="195643"/>
                    <a:pt x="13690" y="194881"/>
                    <a:pt x="12535" y="194030"/>
                  </a:cubicBezTo>
                  <a:cubicBezTo>
                    <a:pt x="12332" y="193865"/>
                    <a:pt x="12128" y="193700"/>
                    <a:pt x="11938" y="193535"/>
                  </a:cubicBezTo>
                  <a:cubicBezTo>
                    <a:pt x="10782" y="192646"/>
                    <a:pt x="9664" y="191668"/>
                    <a:pt x="8636" y="190614"/>
                  </a:cubicBezTo>
                  <a:cubicBezTo>
                    <a:pt x="8610" y="190588"/>
                    <a:pt x="8585" y="190564"/>
                    <a:pt x="8560" y="190538"/>
                  </a:cubicBezTo>
                  <a:cubicBezTo>
                    <a:pt x="7531" y="189446"/>
                    <a:pt x="6603" y="188265"/>
                    <a:pt x="5727" y="187033"/>
                  </a:cubicBezTo>
                  <a:cubicBezTo>
                    <a:pt x="5575" y="186804"/>
                    <a:pt x="5397" y="186576"/>
                    <a:pt x="5244" y="186347"/>
                  </a:cubicBezTo>
                  <a:cubicBezTo>
                    <a:pt x="4432" y="185128"/>
                    <a:pt x="3708" y="183845"/>
                    <a:pt x="3060" y="182486"/>
                  </a:cubicBezTo>
                  <a:cubicBezTo>
                    <a:pt x="2946" y="182232"/>
                    <a:pt x="2845" y="181978"/>
                    <a:pt x="2730" y="181712"/>
                  </a:cubicBezTo>
                  <a:cubicBezTo>
                    <a:pt x="2095" y="180289"/>
                    <a:pt x="1536" y="178816"/>
                    <a:pt x="1118" y="177254"/>
                  </a:cubicBezTo>
                  <a:cubicBezTo>
                    <a:pt x="838" y="176225"/>
                    <a:pt x="622" y="175196"/>
                    <a:pt x="457" y="174168"/>
                  </a:cubicBezTo>
                  <a:cubicBezTo>
                    <a:pt x="127" y="172097"/>
                    <a:pt x="0" y="170053"/>
                    <a:pt x="76" y="168033"/>
                  </a:cubicBezTo>
                  <a:cubicBezTo>
                    <a:pt x="127" y="167018"/>
                    <a:pt x="215" y="166014"/>
                    <a:pt x="356" y="165023"/>
                  </a:cubicBezTo>
                  <a:cubicBezTo>
                    <a:pt x="622" y="163042"/>
                    <a:pt x="1092" y="161100"/>
                    <a:pt x="1739" y="159220"/>
                  </a:cubicBezTo>
                  <a:cubicBezTo>
                    <a:pt x="2717" y="156413"/>
                    <a:pt x="4089" y="153759"/>
                    <a:pt x="5803" y="151346"/>
                  </a:cubicBezTo>
                  <a:cubicBezTo>
                    <a:pt x="9817" y="145707"/>
                    <a:pt x="15735" y="141389"/>
                    <a:pt x="22936" y="139458"/>
                  </a:cubicBezTo>
                  <a:cubicBezTo>
                    <a:pt x="24155" y="139128"/>
                    <a:pt x="25374" y="138913"/>
                    <a:pt x="26581" y="138735"/>
                  </a:cubicBezTo>
                  <a:cubicBezTo>
                    <a:pt x="26949" y="138671"/>
                    <a:pt x="27317" y="138646"/>
                    <a:pt x="27686" y="138608"/>
                  </a:cubicBezTo>
                  <a:cubicBezTo>
                    <a:pt x="28549" y="138519"/>
                    <a:pt x="29426" y="138455"/>
                    <a:pt x="30289" y="138442"/>
                  </a:cubicBezTo>
                  <a:cubicBezTo>
                    <a:pt x="30505" y="138430"/>
                    <a:pt x="30734" y="138392"/>
                    <a:pt x="30950" y="138392"/>
                  </a:cubicBezTo>
                  <a:cubicBezTo>
                    <a:pt x="31076" y="138392"/>
                    <a:pt x="31203" y="138417"/>
                    <a:pt x="31344" y="138430"/>
                  </a:cubicBezTo>
                  <a:cubicBezTo>
                    <a:pt x="32816" y="138442"/>
                    <a:pt x="34277" y="138570"/>
                    <a:pt x="35712" y="138798"/>
                  </a:cubicBezTo>
                  <a:cubicBezTo>
                    <a:pt x="35966" y="138836"/>
                    <a:pt x="36208" y="138887"/>
                    <a:pt x="36461" y="138938"/>
                  </a:cubicBezTo>
                  <a:cubicBezTo>
                    <a:pt x="37884" y="139192"/>
                    <a:pt x="39294" y="139535"/>
                    <a:pt x="40652" y="139992"/>
                  </a:cubicBezTo>
                  <a:cubicBezTo>
                    <a:pt x="40728" y="140017"/>
                    <a:pt x="40805" y="140030"/>
                    <a:pt x="40881" y="140055"/>
                  </a:cubicBezTo>
                  <a:cubicBezTo>
                    <a:pt x="42278" y="140538"/>
                    <a:pt x="43624" y="141135"/>
                    <a:pt x="44945" y="141808"/>
                  </a:cubicBezTo>
                  <a:cubicBezTo>
                    <a:pt x="45186" y="141935"/>
                    <a:pt x="45440" y="142062"/>
                    <a:pt x="45694" y="142189"/>
                  </a:cubicBezTo>
                  <a:cubicBezTo>
                    <a:pt x="46951" y="142888"/>
                    <a:pt x="48158" y="143649"/>
                    <a:pt x="49314" y="144501"/>
                  </a:cubicBezTo>
                  <a:cubicBezTo>
                    <a:pt x="49517" y="144653"/>
                    <a:pt x="49720" y="144831"/>
                    <a:pt x="49923" y="144996"/>
                  </a:cubicBezTo>
                  <a:cubicBezTo>
                    <a:pt x="51079" y="145897"/>
                    <a:pt x="52197" y="146850"/>
                    <a:pt x="53213" y="147917"/>
                  </a:cubicBezTo>
                  <a:cubicBezTo>
                    <a:pt x="53238" y="147942"/>
                    <a:pt x="53276" y="147968"/>
                    <a:pt x="53301" y="148006"/>
                  </a:cubicBezTo>
                  <a:cubicBezTo>
                    <a:pt x="54331" y="149085"/>
                    <a:pt x="55258" y="150254"/>
                    <a:pt x="56121" y="151498"/>
                  </a:cubicBezTo>
                  <a:cubicBezTo>
                    <a:pt x="56197" y="151599"/>
                    <a:pt x="56299" y="151689"/>
                    <a:pt x="56375" y="151803"/>
                  </a:cubicBezTo>
                  <a:lnTo>
                    <a:pt x="98895" y="140398"/>
                  </a:lnTo>
                  <a:cubicBezTo>
                    <a:pt x="98831" y="129794"/>
                    <a:pt x="102844" y="119164"/>
                    <a:pt x="110934" y="111074"/>
                  </a:cubicBezTo>
                  <a:cubicBezTo>
                    <a:pt x="112941" y="109067"/>
                    <a:pt x="115112" y="107302"/>
                    <a:pt x="117386" y="105803"/>
                  </a:cubicBezTo>
                  <a:cubicBezTo>
                    <a:pt x="119303" y="104533"/>
                    <a:pt x="121323" y="103479"/>
                    <a:pt x="123393" y="102578"/>
                  </a:cubicBezTo>
                  <a:cubicBezTo>
                    <a:pt x="125006" y="101854"/>
                    <a:pt x="126644" y="101206"/>
                    <a:pt x="128321" y="100711"/>
                  </a:cubicBezTo>
                  <a:cubicBezTo>
                    <a:pt x="130263" y="100139"/>
                    <a:pt x="132270" y="99720"/>
                    <a:pt x="134277" y="99441"/>
                  </a:cubicBezTo>
                  <a:cubicBezTo>
                    <a:pt x="134480" y="99403"/>
                    <a:pt x="134695" y="99415"/>
                    <a:pt x="134912" y="99390"/>
                  </a:cubicBezTo>
                  <a:cubicBezTo>
                    <a:pt x="136613" y="99174"/>
                    <a:pt x="138315" y="99022"/>
                    <a:pt x="140030" y="99022"/>
                  </a:cubicBezTo>
                  <a:cubicBezTo>
                    <a:pt x="140157" y="99022"/>
                    <a:pt x="140283" y="99034"/>
                    <a:pt x="140411" y="99034"/>
                  </a:cubicBezTo>
                  <a:lnTo>
                    <a:pt x="151853" y="56286"/>
                  </a:lnTo>
                  <a:cubicBezTo>
                    <a:pt x="141389" y="49085"/>
                    <a:pt x="136029" y="35852"/>
                    <a:pt x="139509" y="22885"/>
                  </a:cubicBezTo>
                  <a:cubicBezTo>
                    <a:pt x="139928" y="21323"/>
                    <a:pt x="140487" y="19850"/>
                    <a:pt x="141122" y="18415"/>
                  </a:cubicBezTo>
                  <a:cubicBezTo>
                    <a:pt x="141224" y="18161"/>
                    <a:pt x="141338" y="17894"/>
                    <a:pt x="141452" y="17640"/>
                  </a:cubicBezTo>
                  <a:cubicBezTo>
                    <a:pt x="142100" y="16294"/>
                    <a:pt x="142824" y="15011"/>
                    <a:pt x="143637" y="13779"/>
                  </a:cubicBezTo>
                  <a:cubicBezTo>
                    <a:pt x="143789" y="13550"/>
                    <a:pt x="143954" y="13322"/>
                    <a:pt x="144119" y="13094"/>
                  </a:cubicBezTo>
                  <a:cubicBezTo>
                    <a:pt x="144996" y="11861"/>
                    <a:pt x="145923" y="10680"/>
                    <a:pt x="146951" y="9601"/>
                  </a:cubicBezTo>
                  <a:cubicBezTo>
                    <a:pt x="146977" y="9576"/>
                    <a:pt x="147002" y="9550"/>
                    <a:pt x="147040" y="9512"/>
                  </a:cubicBezTo>
                  <a:cubicBezTo>
                    <a:pt x="148056" y="8458"/>
                    <a:pt x="149161" y="7493"/>
                    <a:pt x="150317" y="6591"/>
                  </a:cubicBezTo>
                  <a:cubicBezTo>
                    <a:pt x="150520" y="6426"/>
                    <a:pt x="150723" y="6261"/>
                    <a:pt x="150926" y="6108"/>
                  </a:cubicBezTo>
                  <a:cubicBezTo>
                    <a:pt x="152082" y="5258"/>
                    <a:pt x="153301" y="4483"/>
                    <a:pt x="154559" y="3797"/>
                  </a:cubicBezTo>
                  <a:cubicBezTo>
                    <a:pt x="154800" y="3657"/>
                    <a:pt x="155054" y="3543"/>
                    <a:pt x="155295" y="3416"/>
                  </a:cubicBezTo>
                  <a:cubicBezTo>
                    <a:pt x="156616" y="2743"/>
                    <a:pt x="157962" y="2133"/>
                    <a:pt x="159372" y="1664"/>
                  </a:cubicBezTo>
                  <a:cubicBezTo>
                    <a:pt x="159436" y="1626"/>
                    <a:pt x="159499" y="1612"/>
                    <a:pt x="159575" y="1600"/>
                  </a:cubicBezTo>
                  <a:cubicBezTo>
                    <a:pt x="160947" y="1143"/>
                    <a:pt x="162357" y="800"/>
                    <a:pt x="163779" y="533"/>
                  </a:cubicBezTo>
                  <a:cubicBezTo>
                    <a:pt x="164033" y="495"/>
                    <a:pt x="164287" y="431"/>
                    <a:pt x="164541" y="394"/>
                  </a:cubicBezTo>
                  <a:cubicBezTo>
                    <a:pt x="165976" y="165"/>
                    <a:pt x="167436" y="51"/>
                    <a:pt x="168910" y="38"/>
                  </a:cubicBezTo>
                  <a:cubicBezTo>
                    <a:pt x="169037" y="38"/>
                    <a:pt x="169164" y="0"/>
                    <a:pt x="169303" y="0"/>
                  </a:cubicBezTo>
                  <a:cubicBezTo>
                    <a:pt x="169519" y="0"/>
                    <a:pt x="169735" y="38"/>
                    <a:pt x="169964" y="38"/>
                  </a:cubicBezTo>
                  <a:cubicBezTo>
                    <a:pt x="170827" y="63"/>
                    <a:pt x="171691" y="114"/>
                    <a:pt x="172554" y="216"/>
                  </a:cubicBezTo>
                  <a:cubicBezTo>
                    <a:pt x="172936" y="254"/>
                    <a:pt x="173291" y="279"/>
                    <a:pt x="173660" y="330"/>
                  </a:cubicBezTo>
                  <a:cubicBezTo>
                    <a:pt x="174878" y="508"/>
                    <a:pt x="176098" y="737"/>
                    <a:pt x="177304" y="1054"/>
                  </a:cubicBezTo>
                  <a:cubicBezTo>
                    <a:pt x="193776" y="5473"/>
                    <a:pt x="203542" y="22390"/>
                    <a:pt x="199136" y="38849"/>
                  </a:cubicBezTo>
                  <a:cubicBezTo>
                    <a:pt x="198704" y="40411"/>
                    <a:pt x="198145" y="41884"/>
                    <a:pt x="197510" y="43320"/>
                  </a:cubicBezTo>
                  <a:cubicBezTo>
                    <a:pt x="197409" y="43573"/>
                    <a:pt x="197294" y="43840"/>
                    <a:pt x="197180" y="44094"/>
                  </a:cubicBezTo>
                  <a:cubicBezTo>
                    <a:pt x="196545" y="45440"/>
                    <a:pt x="195808" y="46723"/>
                    <a:pt x="194996" y="47955"/>
                  </a:cubicBezTo>
                  <a:cubicBezTo>
                    <a:pt x="194843" y="48184"/>
                    <a:pt x="194678" y="48412"/>
                    <a:pt x="194513" y="48628"/>
                  </a:cubicBezTo>
                  <a:cubicBezTo>
                    <a:pt x="193637" y="49873"/>
                    <a:pt x="192710" y="51054"/>
                    <a:pt x="191680" y="52133"/>
                  </a:cubicBezTo>
                  <a:cubicBezTo>
                    <a:pt x="191656" y="52159"/>
                    <a:pt x="191630" y="52184"/>
                    <a:pt x="191604" y="52209"/>
                  </a:cubicBezTo>
                  <a:cubicBezTo>
                    <a:pt x="190576" y="53276"/>
                    <a:pt x="189471" y="54241"/>
                    <a:pt x="188315" y="55143"/>
                  </a:cubicBezTo>
                  <a:cubicBezTo>
                    <a:pt x="188112" y="55308"/>
                    <a:pt x="187908" y="55473"/>
                    <a:pt x="187705" y="55626"/>
                  </a:cubicBezTo>
                  <a:cubicBezTo>
                    <a:pt x="186550" y="56477"/>
                    <a:pt x="185330" y="57251"/>
                    <a:pt x="184086" y="57937"/>
                  </a:cubicBezTo>
                  <a:cubicBezTo>
                    <a:pt x="183832" y="58077"/>
                    <a:pt x="183578" y="58191"/>
                    <a:pt x="183324" y="58318"/>
                  </a:cubicBezTo>
                  <a:cubicBezTo>
                    <a:pt x="182016" y="58991"/>
                    <a:pt x="180670" y="59601"/>
                    <a:pt x="179260" y="60071"/>
                  </a:cubicBezTo>
                  <a:cubicBezTo>
                    <a:pt x="179197" y="60109"/>
                    <a:pt x="179121" y="60122"/>
                    <a:pt x="179044" y="60147"/>
                  </a:cubicBezTo>
                  <a:cubicBezTo>
                    <a:pt x="177685" y="60591"/>
                    <a:pt x="176276" y="60934"/>
                    <a:pt x="174853" y="61201"/>
                  </a:cubicBezTo>
                  <a:cubicBezTo>
                    <a:pt x="174599" y="61239"/>
                    <a:pt x="174345" y="61303"/>
                    <a:pt x="174091" y="61341"/>
                  </a:cubicBezTo>
                  <a:cubicBezTo>
                    <a:pt x="173316" y="61468"/>
                    <a:pt x="172529" y="61544"/>
                    <a:pt x="171729" y="61608"/>
                  </a:cubicBezTo>
                  <a:lnTo>
                    <a:pt x="160274" y="104381"/>
                  </a:lnTo>
                  <a:cubicBezTo>
                    <a:pt x="162255" y="105499"/>
                    <a:pt x="164185" y="106769"/>
                    <a:pt x="166001" y="108242"/>
                  </a:cubicBezTo>
                  <a:cubicBezTo>
                    <a:pt x="167081" y="109131"/>
                    <a:pt x="168122" y="110071"/>
                    <a:pt x="169126" y="111074"/>
                  </a:cubicBezTo>
                  <a:cubicBezTo>
                    <a:pt x="182676" y="124625"/>
                    <a:pt x="184759" y="145263"/>
                    <a:pt x="175450" y="161036"/>
                  </a:cubicBezTo>
                  <a:lnTo>
                    <a:pt x="206832" y="192418"/>
                  </a:lnTo>
                  <a:cubicBezTo>
                    <a:pt x="209194" y="191300"/>
                    <a:pt x="211619" y="190373"/>
                    <a:pt x="214147" y="189878"/>
                  </a:cubicBezTo>
                  <a:cubicBezTo>
                    <a:pt x="216090" y="189503"/>
                    <a:pt x="218065" y="189316"/>
                    <a:pt x="220040" y="189316"/>
                  </a:cubicBezTo>
                  <a:cubicBezTo>
                    <a:pt x="222015" y="189316"/>
                    <a:pt x="223989" y="189503"/>
                    <a:pt x="225933" y="189878"/>
                  </a:cubicBezTo>
                  <a:cubicBezTo>
                    <a:pt x="229831" y="190640"/>
                    <a:pt x="233603" y="192151"/>
                    <a:pt x="237033" y="194399"/>
                  </a:cubicBezTo>
                  <a:cubicBezTo>
                    <a:pt x="238734" y="195542"/>
                    <a:pt x="240360" y="196850"/>
                    <a:pt x="241871" y="198361"/>
                  </a:cubicBezTo>
                  <a:cubicBezTo>
                    <a:pt x="253923" y="210414"/>
                    <a:pt x="253923" y="229946"/>
                    <a:pt x="241871" y="241999"/>
                  </a:cubicBezTo>
                  <a:cubicBezTo>
                    <a:pt x="240360" y="243509"/>
                    <a:pt x="238734" y="244830"/>
                    <a:pt x="237033" y="245960"/>
                  </a:cubicBezTo>
                  <a:cubicBezTo>
                    <a:pt x="233603" y="248221"/>
                    <a:pt x="229831" y="249720"/>
                    <a:pt x="225933" y="250482"/>
                  </a:cubicBezTo>
                  <a:cubicBezTo>
                    <a:pt x="223989" y="250850"/>
                    <a:pt x="222021" y="251041"/>
                    <a:pt x="220040" y="251041"/>
                  </a:cubicBezTo>
                  <a:close/>
                </a:path>
              </a:pathLst>
            </a:custGeom>
            <a:solidFill>
              <a:srgbClr val="002855"/>
            </a:solidFill>
          </p:spPr>
          <p:txBody>
            <a:bodyPr/>
            <a:lstStyle/>
            <a:p>
              <a:endParaRPr lang="en-US"/>
            </a:p>
          </p:txBody>
        </p:sp>
      </p:grpSp>
      <p:sp>
        <p:nvSpPr>
          <p:cNvPr id="649" name="Rectangle 648">
            <a:extLst>
              <a:ext uri="{FF2B5EF4-FFF2-40B4-BE49-F238E27FC236}">
                <a16:creationId xmlns:a16="http://schemas.microsoft.com/office/drawing/2014/main" id="{6CBD0EB4-9215-174C-075D-496A5E381E25}"/>
              </a:ext>
            </a:extLst>
          </p:cNvPr>
          <p:cNvSpPr/>
          <p:nvPr/>
        </p:nvSpPr>
        <p:spPr>
          <a:xfrm>
            <a:off x="4981327" y="4636235"/>
            <a:ext cx="3422871" cy="795435"/>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0" name="Rectangle 649">
            <a:extLst>
              <a:ext uri="{FF2B5EF4-FFF2-40B4-BE49-F238E27FC236}">
                <a16:creationId xmlns:a16="http://schemas.microsoft.com/office/drawing/2014/main" id="{42410FA9-42D3-BAE5-F11F-512BEA6FFCB9}"/>
              </a:ext>
            </a:extLst>
          </p:cNvPr>
          <p:cNvSpPr/>
          <p:nvPr/>
        </p:nvSpPr>
        <p:spPr>
          <a:xfrm>
            <a:off x="5000371" y="1283651"/>
            <a:ext cx="1681753" cy="940760"/>
          </a:xfrm>
          <a:prstGeom prst="rect">
            <a:avLst/>
          </a:prstGeom>
          <a:solidFill>
            <a:srgbClr val="FFFFFF"/>
          </a:solid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1" name="Rectangle 650">
            <a:extLst>
              <a:ext uri="{FF2B5EF4-FFF2-40B4-BE49-F238E27FC236}">
                <a16:creationId xmlns:a16="http://schemas.microsoft.com/office/drawing/2014/main" id="{79E0BAEE-539F-DD0F-0951-BC5F593CA5BA}"/>
              </a:ext>
            </a:extLst>
          </p:cNvPr>
          <p:cNvSpPr/>
          <p:nvPr/>
        </p:nvSpPr>
        <p:spPr>
          <a:xfrm>
            <a:off x="8836089" y="1286014"/>
            <a:ext cx="1753812" cy="974837"/>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2" name="TextBox 651">
            <a:extLst>
              <a:ext uri="{FF2B5EF4-FFF2-40B4-BE49-F238E27FC236}">
                <a16:creationId xmlns:a16="http://schemas.microsoft.com/office/drawing/2014/main" id="{1E853A93-F621-2F25-8209-573C01E1605B}"/>
              </a:ext>
            </a:extLst>
          </p:cNvPr>
          <p:cNvSpPr txBox="1"/>
          <p:nvPr/>
        </p:nvSpPr>
        <p:spPr>
          <a:xfrm>
            <a:off x="4997117" y="1043233"/>
            <a:ext cx="1549400" cy="215900"/>
          </a:xfrm>
          <a:prstGeom prst="rect">
            <a:avLst/>
          </a:prstGeom>
        </p:spPr>
        <p:txBody>
          <a:bodyPr wrap="none" lIns="0" tIns="0" rIns="0" bIns="0" anchor="t"/>
          <a:lstStyle/>
          <a:p>
            <a:r>
              <a:rPr lang="en-US" sz="1200" b="1">
                <a:solidFill>
                  <a:srgbClr val="000000"/>
                </a:solidFill>
                <a:latin typeface="Arial" panose="020B0604020202020204" pitchFamily="34" charset="0"/>
              </a:rPr>
              <a:t>External API Clients</a:t>
            </a:r>
          </a:p>
        </p:txBody>
      </p:sp>
      <p:sp>
        <p:nvSpPr>
          <p:cNvPr id="653" name="TextBox 652">
            <a:extLst>
              <a:ext uri="{FF2B5EF4-FFF2-40B4-BE49-F238E27FC236}">
                <a16:creationId xmlns:a16="http://schemas.microsoft.com/office/drawing/2014/main" id="{4096366D-7F91-194D-BD02-D4D49C8EBEF1}"/>
              </a:ext>
            </a:extLst>
          </p:cNvPr>
          <p:cNvSpPr txBox="1"/>
          <p:nvPr/>
        </p:nvSpPr>
        <p:spPr>
          <a:xfrm>
            <a:off x="8839636" y="1062242"/>
            <a:ext cx="1549400" cy="215900"/>
          </a:xfrm>
          <a:prstGeom prst="rect">
            <a:avLst/>
          </a:prstGeom>
        </p:spPr>
        <p:txBody>
          <a:bodyPr wrap="none" lIns="0" tIns="0" rIns="0" bIns="0" anchor="t"/>
          <a:lstStyle/>
          <a:p>
            <a:r>
              <a:rPr lang="en-US" sz="1200" b="1">
                <a:solidFill>
                  <a:srgbClr val="000000"/>
                </a:solidFill>
                <a:latin typeface="Arial"/>
                <a:cs typeface="Arial"/>
              </a:rPr>
              <a:t>AI-enabled Apps</a:t>
            </a:r>
            <a:endParaRPr lang="en-US" sz="1200" b="1">
              <a:solidFill>
                <a:srgbClr val="000000"/>
              </a:solidFill>
              <a:latin typeface="Arial" panose="020B0604020202020204" pitchFamily="34" charset="0"/>
            </a:endParaRPr>
          </a:p>
        </p:txBody>
      </p:sp>
      <p:sp>
        <p:nvSpPr>
          <p:cNvPr id="663" name="TextBox 662">
            <a:extLst>
              <a:ext uri="{FF2B5EF4-FFF2-40B4-BE49-F238E27FC236}">
                <a16:creationId xmlns:a16="http://schemas.microsoft.com/office/drawing/2014/main" id="{ED607DDA-54A1-FA4E-5841-D4C55CB9611B}"/>
              </a:ext>
            </a:extLst>
          </p:cNvPr>
          <p:cNvSpPr txBox="1"/>
          <p:nvPr/>
        </p:nvSpPr>
        <p:spPr>
          <a:xfrm>
            <a:off x="1631815" y="7157217"/>
            <a:ext cx="1257300" cy="368300"/>
          </a:xfrm>
          <a:prstGeom prst="rect">
            <a:avLst/>
          </a:prstGeom>
        </p:spPr>
        <p:txBody>
          <a:bodyPr lIns="0" tIns="0" rIns="0" bIns="0" anchor="t"/>
          <a:lstStyle/>
          <a:p>
            <a:pPr marL="0" indent="0" algn="l">
              <a:lnSpc>
                <a:spcPts val="1440"/>
              </a:lnSpc>
            </a:pPr>
            <a:endParaRPr lang="en-US" sz="1200">
              <a:solidFill>
                <a:srgbClr val="000000"/>
              </a:solidFill>
              <a:latin typeface="Arial" panose="020B0604020202020204" pitchFamily="34" charset="0"/>
            </a:endParaRPr>
          </a:p>
        </p:txBody>
      </p:sp>
      <p:grpSp>
        <p:nvGrpSpPr>
          <p:cNvPr id="293" name="Group 292">
            <a:extLst>
              <a:ext uri="{FF2B5EF4-FFF2-40B4-BE49-F238E27FC236}">
                <a16:creationId xmlns:a16="http://schemas.microsoft.com/office/drawing/2014/main" id="{6445EE10-A5FD-A58C-301A-8BD259B1B084}"/>
              </a:ext>
            </a:extLst>
          </p:cNvPr>
          <p:cNvGrpSpPr/>
          <p:nvPr/>
        </p:nvGrpSpPr>
        <p:grpSpPr>
          <a:xfrm>
            <a:off x="5010435" y="2415257"/>
            <a:ext cx="2387893" cy="419029"/>
            <a:chOff x="5040017" y="2556094"/>
            <a:chExt cx="2387893" cy="419029"/>
          </a:xfrm>
        </p:grpSpPr>
        <p:sp>
          <p:nvSpPr>
            <p:cNvPr id="690" name="TextBox 1">
              <a:extLst>
                <a:ext uri="{FF2B5EF4-FFF2-40B4-BE49-F238E27FC236}">
                  <a16:creationId xmlns:a16="http://schemas.microsoft.com/office/drawing/2014/main" id="{2FB43824-C8E3-40A5-AF16-CF083CD61149}"/>
                </a:ext>
              </a:extLst>
            </p:cNvPr>
            <p:cNvSpPr txBox="1"/>
            <p:nvPr/>
          </p:nvSpPr>
          <p:spPr>
            <a:xfrm>
              <a:off x="5092467" y="2594123"/>
              <a:ext cx="1447800" cy="381000"/>
            </a:xfrm>
            <a:prstGeom prst="rect">
              <a:avLst/>
            </a:prstGeom>
          </p:spPr>
          <p:style>
            <a:lnRef idx="0">
              <a:scrgbClr r="0" g="0" b="0"/>
            </a:lnRef>
            <a:fillRef idx="0">
              <a:scrgbClr r="0" g="0" b="0"/>
            </a:fillRef>
            <a:effectRef idx="0">
              <a:scrgbClr r="0" g="0" b="0"/>
            </a:effectRef>
            <a:fontRef idx="major"/>
          </p:style>
          <p:txBody>
            <a:bodyPr lIns="0" tIns="0" rIns="0" bIns="0" anchor="t"/>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lgn="l">
                <a:lnSpc>
                  <a:spcPts val="1500"/>
                </a:lnSpc>
              </a:pPr>
              <a:r>
                <a:rPr lang="en-US" sz="1200" b="1">
                  <a:solidFill>
                    <a:srgbClr val="000000"/>
                  </a:solidFill>
                  <a:latin typeface="Arial" panose="020B0604020202020204" pitchFamily="34" charset="0"/>
                </a:rPr>
                <a:t>Web Application and API Protection</a:t>
              </a:r>
            </a:p>
          </p:txBody>
        </p:sp>
        <p:sp>
          <p:nvSpPr>
            <p:cNvPr id="691" name="Freeform 690">
              <a:extLst>
                <a:ext uri="{FF2B5EF4-FFF2-40B4-BE49-F238E27FC236}">
                  <a16:creationId xmlns:a16="http://schemas.microsoft.com/office/drawing/2014/main" id="{AC6696AA-A40D-26AD-A12D-D3C124C0D7A7}"/>
                </a:ext>
              </a:extLst>
            </p:cNvPr>
            <p:cNvSpPr/>
            <p:nvPr/>
          </p:nvSpPr>
          <p:spPr>
            <a:xfrm>
              <a:off x="6546517" y="2637252"/>
              <a:ext cx="190500" cy="247637"/>
            </a:xfrm>
            <a:custGeom>
              <a:avLst/>
              <a:gdLst/>
              <a:ahLst/>
              <a:cxnLst/>
              <a:rect l="l" t="t" r="r" b="b"/>
              <a:pathLst>
                <a:path w="190500" h="247637">
                  <a:moveTo>
                    <a:pt x="85725" y="200012"/>
                  </a:moveTo>
                  <a:lnTo>
                    <a:pt x="85725" y="173558"/>
                  </a:lnTo>
                  <a:cubicBezTo>
                    <a:pt x="80047" y="170256"/>
                    <a:pt x="76200" y="164185"/>
                    <a:pt x="76200" y="157149"/>
                  </a:cubicBezTo>
                  <a:cubicBezTo>
                    <a:pt x="76200" y="146634"/>
                    <a:pt x="84722" y="138099"/>
                    <a:pt x="95250" y="138099"/>
                  </a:cubicBezTo>
                  <a:cubicBezTo>
                    <a:pt x="105765" y="138099"/>
                    <a:pt x="114300" y="146634"/>
                    <a:pt x="114300" y="157149"/>
                  </a:cubicBezTo>
                  <a:cubicBezTo>
                    <a:pt x="114300" y="164185"/>
                    <a:pt x="110439" y="170256"/>
                    <a:pt x="104775" y="173558"/>
                  </a:cubicBezTo>
                  <a:lnTo>
                    <a:pt x="104775" y="200012"/>
                  </a:lnTo>
                  <a:close/>
                  <a:moveTo>
                    <a:pt x="171450" y="228587"/>
                  </a:moveTo>
                  <a:lnTo>
                    <a:pt x="171450" y="114287"/>
                  </a:lnTo>
                  <a:lnTo>
                    <a:pt x="19050" y="114287"/>
                  </a:lnTo>
                  <a:lnTo>
                    <a:pt x="19050" y="228587"/>
                  </a:lnTo>
                  <a:close/>
                  <a:moveTo>
                    <a:pt x="142875" y="95237"/>
                  </a:moveTo>
                  <a:lnTo>
                    <a:pt x="142875" y="66662"/>
                  </a:lnTo>
                  <a:cubicBezTo>
                    <a:pt x="142875" y="40398"/>
                    <a:pt x="121501" y="19037"/>
                    <a:pt x="95250" y="19037"/>
                  </a:cubicBezTo>
                  <a:cubicBezTo>
                    <a:pt x="68986" y="19037"/>
                    <a:pt x="47625" y="40398"/>
                    <a:pt x="47625" y="66662"/>
                  </a:cubicBezTo>
                  <a:lnTo>
                    <a:pt x="47625" y="95237"/>
                  </a:lnTo>
                  <a:close/>
                  <a:moveTo>
                    <a:pt x="0" y="247637"/>
                  </a:moveTo>
                  <a:lnTo>
                    <a:pt x="0" y="95237"/>
                  </a:lnTo>
                  <a:lnTo>
                    <a:pt x="28575" y="95237"/>
                  </a:lnTo>
                  <a:lnTo>
                    <a:pt x="28575" y="66662"/>
                  </a:lnTo>
                  <a:cubicBezTo>
                    <a:pt x="28575" y="30335"/>
                    <a:pt x="57772" y="703"/>
                    <a:pt x="93933" y="0"/>
                  </a:cubicBezTo>
                  <a:lnTo>
                    <a:pt x="96566" y="0"/>
                  </a:lnTo>
                  <a:cubicBezTo>
                    <a:pt x="132727" y="703"/>
                    <a:pt x="161925" y="30335"/>
                    <a:pt x="161925" y="66662"/>
                  </a:cubicBezTo>
                  <a:lnTo>
                    <a:pt x="161925" y="95237"/>
                  </a:lnTo>
                  <a:lnTo>
                    <a:pt x="190500" y="95237"/>
                  </a:lnTo>
                  <a:lnTo>
                    <a:pt x="190500" y="247637"/>
                  </a:lnTo>
                  <a:close/>
                </a:path>
              </a:pathLst>
            </a:custGeom>
            <a:solidFill>
              <a:srgbClr val="002855"/>
            </a:solidFill>
          </p:spPr>
          <p:style>
            <a:lnRef idx="0">
              <a:scrgbClr r="0" g="0" b="0"/>
            </a:lnRef>
            <a:fillRef idx="0">
              <a:scrgbClr r="0" g="0" b="0"/>
            </a:fillRef>
            <a:effectRef idx="0">
              <a:scrgbClr r="0" g="0" b="0"/>
            </a:effectRef>
            <a:fontRef idx="major"/>
          </p:style>
          <p:txBody>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endParaRPr lang="en-US"/>
            </a:p>
          </p:txBody>
        </p:sp>
        <p:sp>
          <p:nvSpPr>
            <p:cNvPr id="692" name="TextBox 3">
              <a:extLst>
                <a:ext uri="{FF2B5EF4-FFF2-40B4-BE49-F238E27FC236}">
                  <a16:creationId xmlns:a16="http://schemas.microsoft.com/office/drawing/2014/main" id="{994239A0-A492-33A9-040C-ED4D5ED41B4C}"/>
                </a:ext>
              </a:extLst>
            </p:cNvPr>
            <p:cNvSpPr txBox="1"/>
            <p:nvPr/>
          </p:nvSpPr>
          <p:spPr>
            <a:xfrm>
              <a:off x="6810604" y="2668737"/>
              <a:ext cx="550535" cy="184666"/>
            </a:xfrm>
            <a:prstGeom prst="rect">
              <a:avLst/>
            </a:prstGeom>
          </p:spPr>
          <p:style>
            <a:lnRef idx="0">
              <a:scrgbClr r="0" g="0" b="0"/>
            </a:lnRef>
            <a:fillRef idx="0">
              <a:scrgbClr r="0" g="0" b="0"/>
            </a:fillRef>
            <a:effectRef idx="0">
              <a:scrgbClr r="0" g="0" b="0"/>
            </a:effectRef>
            <a:fontRef idx="major"/>
          </p:style>
          <p:txBody>
            <a:bodyPr wrap="none" lIns="0" tIns="0" rIns="0" bIns="0" anchor="t">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r>
                <a:rPr lang="en-US" sz="1200">
                  <a:solidFill>
                    <a:srgbClr val="000000"/>
                  </a:solidFill>
                  <a:latin typeface="Arial" panose="020B0604020202020204" pitchFamily="34" charset="0"/>
                </a:rPr>
                <a:t>(WAAP)</a:t>
              </a:r>
            </a:p>
          </p:txBody>
        </p:sp>
        <p:sp>
          <p:nvSpPr>
            <p:cNvPr id="703" name="Rectangle 702">
              <a:extLst>
                <a:ext uri="{FF2B5EF4-FFF2-40B4-BE49-F238E27FC236}">
                  <a16:creationId xmlns:a16="http://schemas.microsoft.com/office/drawing/2014/main" id="{822446FB-45CF-337A-BEB4-19418791AB7C}"/>
                </a:ext>
              </a:extLst>
            </p:cNvPr>
            <p:cNvSpPr/>
            <p:nvPr/>
          </p:nvSpPr>
          <p:spPr>
            <a:xfrm>
              <a:off x="5040017" y="2556094"/>
              <a:ext cx="2387893" cy="409953"/>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grpSp>
      <p:cxnSp>
        <p:nvCxnSpPr>
          <p:cNvPr id="704" name="Straight Arrow Connector 703">
            <a:extLst>
              <a:ext uri="{FF2B5EF4-FFF2-40B4-BE49-F238E27FC236}">
                <a16:creationId xmlns:a16="http://schemas.microsoft.com/office/drawing/2014/main" id="{20EB812D-1C02-E27E-E3AA-8ECDC9F42E25}"/>
              </a:ext>
            </a:extLst>
          </p:cNvPr>
          <p:cNvCxnSpPr>
            <a:cxnSpLocks/>
          </p:cNvCxnSpPr>
          <p:nvPr/>
        </p:nvCxnSpPr>
        <p:spPr>
          <a:xfrm>
            <a:off x="7561948" y="2406257"/>
            <a:ext cx="0" cy="1554359"/>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708" name="Freeform 707">
            <a:extLst>
              <a:ext uri="{FF2B5EF4-FFF2-40B4-BE49-F238E27FC236}">
                <a16:creationId xmlns:a16="http://schemas.microsoft.com/office/drawing/2014/main" id="{02B2F714-A9D9-C999-28F2-878D9D9D505B}"/>
              </a:ext>
            </a:extLst>
          </p:cNvPr>
          <p:cNvSpPr/>
          <p:nvPr/>
        </p:nvSpPr>
        <p:spPr>
          <a:xfrm>
            <a:off x="2579077" y="1837259"/>
            <a:ext cx="130066" cy="2593544"/>
          </a:xfrm>
          <a:custGeom>
            <a:avLst/>
            <a:gdLst>
              <a:gd name="connsiteX0" fmla="*/ 0 w 199292"/>
              <a:gd name="connsiteY0" fmla="*/ 2485292 h 2485292"/>
              <a:gd name="connsiteX1" fmla="*/ 199292 w 199292"/>
              <a:gd name="connsiteY1" fmla="*/ 2485292 h 2485292"/>
              <a:gd name="connsiteX2" fmla="*/ 199292 w 199292"/>
              <a:gd name="connsiteY2" fmla="*/ 0 h 2485292"/>
              <a:gd name="connsiteX3" fmla="*/ 70338 w 199292"/>
              <a:gd name="connsiteY3" fmla="*/ 0 h 2485292"/>
              <a:gd name="connsiteX0" fmla="*/ 0 w 199292"/>
              <a:gd name="connsiteY0" fmla="*/ 2485292 h 2485292"/>
              <a:gd name="connsiteX1" fmla="*/ 199292 w 199292"/>
              <a:gd name="connsiteY1" fmla="*/ 2485292 h 2485292"/>
              <a:gd name="connsiteX2" fmla="*/ 199292 w 199292"/>
              <a:gd name="connsiteY2" fmla="*/ 0 h 2485292"/>
            </a:gdLst>
            <a:ahLst/>
            <a:cxnLst>
              <a:cxn ang="0">
                <a:pos x="connsiteX0" y="connsiteY0"/>
              </a:cxn>
              <a:cxn ang="0">
                <a:pos x="connsiteX1" y="connsiteY1"/>
              </a:cxn>
              <a:cxn ang="0">
                <a:pos x="connsiteX2" y="connsiteY2"/>
              </a:cxn>
            </a:cxnLst>
            <a:rect l="l" t="t" r="r" b="b"/>
            <a:pathLst>
              <a:path w="199292" h="2485292">
                <a:moveTo>
                  <a:pt x="0" y="2485292"/>
                </a:moveTo>
                <a:lnTo>
                  <a:pt x="199292" y="2485292"/>
                </a:lnTo>
                <a:lnTo>
                  <a:pt x="199292" y="0"/>
                </a:lnTo>
              </a:path>
            </a:pathLst>
          </a:custGeom>
          <a:noFill/>
          <a:ln>
            <a:solidFill>
              <a:srgbClr val="6F7878"/>
            </a:solidFill>
            <a:prstDash val="dash"/>
            <a:tailEnd type="triangle" w="lg"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0" name="Straight Connector 709">
            <a:extLst>
              <a:ext uri="{FF2B5EF4-FFF2-40B4-BE49-F238E27FC236}">
                <a16:creationId xmlns:a16="http://schemas.microsoft.com/office/drawing/2014/main" id="{0FD313AF-CA3B-4614-74ED-AA3DF8C78057}"/>
              </a:ext>
            </a:extLst>
          </p:cNvPr>
          <p:cNvCxnSpPr/>
          <p:nvPr/>
        </p:nvCxnSpPr>
        <p:spPr>
          <a:xfrm>
            <a:off x="2566365" y="2135565"/>
            <a:ext cx="133705" cy="0"/>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712" name="Straight Connector 711">
            <a:extLst>
              <a:ext uri="{FF2B5EF4-FFF2-40B4-BE49-F238E27FC236}">
                <a16:creationId xmlns:a16="http://schemas.microsoft.com/office/drawing/2014/main" id="{1AB7DCD9-F52E-F451-2B79-08F544416E0C}"/>
              </a:ext>
            </a:extLst>
          </p:cNvPr>
          <p:cNvCxnSpPr/>
          <p:nvPr/>
        </p:nvCxnSpPr>
        <p:spPr>
          <a:xfrm>
            <a:off x="2566365" y="3382870"/>
            <a:ext cx="133705" cy="0"/>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4" name="Freeform 3">
            <a:extLst>
              <a:ext uri="{FF2B5EF4-FFF2-40B4-BE49-F238E27FC236}">
                <a16:creationId xmlns:a16="http://schemas.microsoft.com/office/drawing/2014/main" id="{92A59E18-094C-C850-0C77-1BC7A2A5B652}"/>
              </a:ext>
            </a:extLst>
          </p:cNvPr>
          <p:cNvSpPr/>
          <p:nvPr/>
        </p:nvSpPr>
        <p:spPr>
          <a:xfrm>
            <a:off x="2840486" y="5208166"/>
            <a:ext cx="223520" cy="223469"/>
          </a:xfrm>
          <a:custGeom>
            <a:avLst/>
            <a:gdLst/>
            <a:ahLst/>
            <a:cxnLst/>
            <a:rect l="l" t="t" r="r" b="b"/>
            <a:pathLst>
              <a:path w="223520" h="223469">
                <a:moveTo>
                  <a:pt x="113588" y="223469"/>
                </a:moveTo>
                <a:lnTo>
                  <a:pt x="113309" y="206337"/>
                </a:lnTo>
                <a:cubicBezTo>
                  <a:pt x="131686" y="206032"/>
                  <a:pt x="149364" y="200507"/>
                  <a:pt x="164439" y="190334"/>
                </a:cubicBezTo>
                <a:lnTo>
                  <a:pt x="174028" y="204546"/>
                </a:lnTo>
                <a:cubicBezTo>
                  <a:pt x="156365" y="216463"/>
                  <a:pt x="135703" y="222993"/>
                  <a:pt x="114247" y="223469"/>
                </a:cubicBezTo>
                <a:close/>
                <a:moveTo>
                  <a:pt x="90157" y="221424"/>
                </a:moveTo>
                <a:cubicBezTo>
                  <a:pt x="54114" y="214337"/>
                  <a:pt x="23863" y="189877"/>
                  <a:pt x="9220" y="156006"/>
                </a:cubicBezTo>
                <a:lnTo>
                  <a:pt x="24955" y="149199"/>
                </a:lnTo>
                <a:cubicBezTo>
                  <a:pt x="37363" y="177888"/>
                  <a:pt x="62966" y="198602"/>
                  <a:pt x="93459" y="204609"/>
                </a:cubicBezTo>
                <a:lnTo>
                  <a:pt x="90157" y="221424"/>
                </a:lnTo>
                <a:close/>
                <a:moveTo>
                  <a:pt x="43192" y="154241"/>
                </a:moveTo>
                <a:lnTo>
                  <a:pt x="43192" y="107098"/>
                </a:lnTo>
                <a:lnTo>
                  <a:pt x="60337" y="107098"/>
                </a:lnTo>
                <a:lnTo>
                  <a:pt x="60337" y="154241"/>
                </a:lnTo>
                <a:close/>
                <a:moveTo>
                  <a:pt x="163207" y="154241"/>
                </a:moveTo>
                <a:lnTo>
                  <a:pt x="163207" y="98526"/>
                </a:lnTo>
                <a:lnTo>
                  <a:pt x="180352" y="98526"/>
                </a:lnTo>
                <a:lnTo>
                  <a:pt x="180352" y="154241"/>
                </a:lnTo>
                <a:close/>
                <a:moveTo>
                  <a:pt x="192036" y="189369"/>
                </a:moveTo>
                <a:lnTo>
                  <a:pt x="179692" y="177469"/>
                </a:lnTo>
                <a:cubicBezTo>
                  <a:pt x="196900" y="159626"/>
                  <a:pt x="206387" y="136182"/>
                  <a:pt x="206387" y="111467"/>
                </a:cubicBezTo>
                <a:cubicBezTo>
                  <a:pt x="206387" y="105854"/>
                  <a:pt x="205841" y="100190"/>
                  <a:pt x="204736" y="94157"/>
                </a:cubicBezTo>
                <a:lnTo>
                  <a:pt x="221602" y="91046"/>
                </a:lnTo>
                <a:cubicBezTo>
                  <a:pt x="222791" y="97540"/>
                  <a:pt x="223424" y="103703"/>
                  <a:pt x="223519" y="109828"/>
                </a:cubicBezTo>
                <a:lnTo>
                  <a:pt x="223519" y="109828"/>
                </a:lnTo>
                <a:lnTo>
                  <a:pt x="223519" y="113176"/>
                </a:lnTo>
                <a:lnTo>
                  <a:pt x="223519" y="113176"/>
                </a:lnTo>
                <a:cubicBezTo>
                  <a:pt x="223092" y="141730"/>
                  <a:pt x="211947" y="168736"/>
                  <a:pt x="192036" y="189369"/>
                </a:cubicBezTo>
                <a:close/>
                <a:moveTo>
                  <a:pt x="103200" y="154241"/>
                </a:moveTo>
                <a:lnTo>
                  <a:pt x="103200" y="89954"/>
                </a:lnTo>
                <a:lnTo>
                  <a:pt x="120345" y="89954"/>
                </a:lnTo>
                <a:lnTo>
                  <a:pt x="120345" y="154241"/>
                </a:lnTo>
                <a:close/>
                <a:moveTo>
                  <a:pt x="133197" y="154254"/>
                </a:moveTo>
                <a:lnTo>
                  <a:pt x="133197" y="68529"/>
                </a:lnTo>
                <a:lnTo>
                  <a:pt x="150342" y="68529"/>
                </a:lnTo>
                <a:lnTo>
                  <a:pt x="150342" y="154254"/>
                </a:lnTo>
                <a:close/>
                <a:moveTo>
                  <a:pt x="73190" y="154254"/>
                </a:moveTo>
                <a:lnTo>
                  <a:pt x="73190" y="51384"/>
                </a:lnTo>
                <a:lnTo>
                  <a:pt x="90335" y="51384"/>
                </a:lnTo>
                <a:lnTo>
                  <a:pt x="90335" y="154254"/>
                </a:lnTo>
                <a:close/>
                <a:moveTo>
                  <a:pt x="2184" y="133463"/>
                </a:moveTo>
                <a:cubicBezTo>
                  <a:pt x="736" y="126174"/>
                  <a:pt x="0" y="118783"/>
                  <a:pt x="0" y="111467"/>
                </a:cubicBezTo>
                <a:cubicBezTo>
                  <a:pt x="0" y="53898"/>
                  <a:pt x="43002" y="5981"/>
                  <a:pt x="100012" y="0"/>
                </a:cubicBezTo>
                <a:lnTo>
                  <a:pt x="101803" y="17043"/>
                </a:lnTo>
                <a:cubicBezTo>
                  <a:pt x="53543" y="22110"/>
                  <a:pt x="17145" y="62699"/>
                  <a:pt x="17145" y="111467"/>
                </a:cubicBezTo>
                <a:cubicBezTo>
                  <a:pt x="17145" y="117652"/>
                  <a:pt x="17767" y="123938"/>
                  <a:pt x="18999" y="130123"/>
                </a:cubicBezTo>
                <a:lnTo>
                  <a:pt x="2184" y="133463"/>
                </a:lnTo>
                <a:close/>
                <a:moveTo>
                  <a:pt x="199123" y="74980"/>
                </a:moveTo>
                <a:cubicBezTo>
                  <a:pt x="185788" y="42862"/>
                  <a:pt x="156133" y="20662"/>
                  <a:pt x="121729" y="17043"/>
                </a:cubicBezTo>
                <a:lnTo>
                  <a:pt x="123520" y="0"/>
                </a:lnTo>
                <a:cubicBezTo>
                  <a:pt x="164172" y="4267"/>
                  <a:pt x="199212" y="30479"/>
                  <a:pt x="214947" y="68402"/>
                </a:cubicBezTo>
                <a:lnTo>
                  <a:pt x="199123" y="74980"/>
                </a:lnTo>
                <a:close/>
              </a:path>
            </a:pathLst>
          </a:custGeom>
          <a:solidFill>
            <a:srgbClr val="002855"/>
          </a:solidFill>
        </p:spPr>
        <p:txBody>
          <a:bodyPr/>
          <a:lstStyle/>
          <a:p>
            <a:endParaRPr lang="en-US"/>
          </a:p>
        </p:txBody>
      </p:sp>
      <p:sp>
        <p:nvSpPr>
          <p:cNvPr id="5" name="TextBox 4">
            <a:extLst>
              <a:ext uri="{FF2B5EF4-FFF2-40B4-BE49-F238E27FC236}">
                <a16:creationId xmlns:a16="http://schemas.microsoft.com/office/drawing/2014/main" id="{9DFB7431-1B45-61D5-8A1F-E766E87EA15C}"/>
              </a:ext>
            </a:extLst>
          </p:cNvPr>
          <p:cNvSpPr txBox="1"/>
          <p:nvPr/>
        </p:nvSpPr>
        <p:spPr>
          <a:xfrm>
            <a:off x="3135858" y="5216446"/>
            <a:ext cx="635000" cy="215900"/>
          </a:xfrm>
          <a:prstGeom prst="rect">
            <a:avLst/>
          </a:prstGeom>
        </p:spPr>
        <p:txBody>
          <a:bodyPr wrap="none" lIns="0" tIns="0" rIns="0" bIns="0" anchor="t"/>
          <a:lstStyle/>
          <a:p>
            <a:r>
              <a:rPr lang="en-US" sz="1200">
                <a:solidFill>
                  <a:srgbClr val="000000"/>
                </a:solidFill>
                <a:latin typeface="Arial" panose="020B0604020202020204" pitchFamily="34" charset="0"/>
              </a:rPr>
              <a:t>Analytics</a:t>
            </a:r>
          </a:p>
        </p:txBody>
      </p:sp>
      <p:sp>
        <p:nvSpPr>
          <p:cNvPr id="6" name="TextBox 5">
            <a:extLst>
              <a:ext uri="{FF2B5EF4-FFF2-40B4-BE49-F238E27FC236}">
                <a16:creationId xmlns:a16="http://schemas.microsoft.com/office/drawing/2014/main" id="{AE200439-3C32-98A4-50FC-5349DBAF06FB}"/>
              </a:ext>
            </a:extLst>
          </p:cNvPr>
          <p:cNvSpPr txBox="1"/>
          <p:nvPr/>
        </p:nvSpPr>
        <p:spPr>
          <a:xfrm>
            <a:off x="3135858" y="4890005"/>
            <a:ext cx="1384300" cy="215900"/>
          </a:xfrm>
          <a:prstGeom prst="rect">
            <a:avLst/>
          </a:prstGeom>
        </p:spPr>
        <p:txBody>
          <a:bodyPr wrap="none" lIns="0" tIns="0" rIns="0" bIns="0" anchor="t"/>
          <a:lstStyle/>
          <a:p>
            <a:r>
              <a:rPr lang="en-US" sz="1200">
                <a:solidFill>
                  <a:srgbClr val="000000"/>
                </a:solidFill>
                <a:latin typeface="Arial" panose="020B0604020202020204" pitchFamily="34" charset="0"/>
              </a:rPr>
              <a:t>Telemetry collector</a:t>
            </a:r>
          </a:p>
        </p:txBody>
      </p:sp>
      <p:sp>
        <p:nvSpPr>
          <p:cNvPr id="7" name="Freeform 6">
            <a:extLst>
              <a:ext uri="{FF2B5EF4-FFF2-40B4-BE49-F238E27FC236}">
                <a16:creationId xmlns:a16="http://schemas.microsoft.com/office/drawing/2014/main" id="{42EDFDD3-235C-1EE3-EA5D-2611A55EAE96}"/>
              </a:ext>
            </a:extLst>
          </p:cNvPr>
          <p:cNvSpPr/>
          <p:nvPr/>
        </p:nvSpPr>
        <p:spPr>
          <a:xfrm>
            <a:off x="2845464" y="4876792"/>
            <a:ext cx="213576" cy="233228"/>
          </a:xfrm>
          <a:custGeom>
            <a:avLst/>
            <a:gdLst/>
            <a:ahLst/>
            <a:cxnLst/>
            <a:rect l="l" t="t" r="r" b="b"/>
            <a:pathLst>
              <a:path w="213576" h="233228">
                <a:moveTo>
                  <a:pt x="128587" y="198945"/>
                </a:moveTo>
                <a:cubicBezTo>
                  <a:pt x="119113" y="198945"/>
                  <a:pt x="111443" y="191275"/>
                  <a:pt x="111443" y="181800"/>
                </a:cubicBezTo>
                <a:cubicBezTo>
                  <a:pt x="111443" y="172326"/>
                  <a:pt x="119113" y="164655"/>
                  <a:pt x="128587" y="164655"/>
                </a:cubicBezTo>
                <a:cubicBezTo>
                  <a:pt x="138062" y="164655"/>
                  <a:pt x="145732" y="172326"/>
                  <a:pt x="145732" y="181800"/>
                </a:cubicBezTo>
                <a:cubicBezTo>
                  <a:pt x="145732" y="191275"/>
                  <a:pt x="138062" y="198945"/>
                  <a:pt x="128587" y="198945"/>
                </a:cubicBezTo>
                <a:close/>
                <a:moveTo>
                  <a:pt x="51435" y="113220"/>
                </a:moveTo>
                <a:cubicBezTo>
                  <a:pt x="41961" y="113220"/>
                  <a:pt x="34290" y="105549"/>
                  <a:pt x="34290" y="96075"/>
                </a:cubicBezTo>
                <a:cubicBezTo>
                  <a:pt x="34290" y="86601"/>
                  <a:pt x="41961" y="78930"/>
                  <a:pt x="51435" y="78930"/>
                </a:cubicBezTo>
                <a:cubicBezTo>
                  <a:pt x="60909" y="78930"/>
                  <a:pt x="68580" y="86601"/>
                  <a:pt x="68580" y="96075"/>
                </a:cubicBezTo>
                <a:cubicBezTo>
                  <a:pt x="68580" y="105549"/>
                  <a:pt x="60909" y="113220"/>
                  <a:pt x="51435" y="113220"/>
                </a:cubicBezTo>
                <a:close/>
                <a:moveTo>
                  <a:pt x="8572" y="233228"/>
                </a:moveTo>
                <a:lnTo>
                  <a:pt x="8572" y="216090"/>
                </a:lnTo>
                <a:lnTo>
                  <a:pt x="128587" y="216090"/>
                </a:lnTo>
                <a:cubicBezTo>
                  <a:pt x="147498" y="216090"/>
                  <a:pt x="162878" y="200711"/>
                  <a:pt x="162878" y="181800"/>
                </a:cubicBezTo>
                <a:cubicBezTo>
                  <a:pt x="162878" y="162890"/>
                  <a:pt x="147498" y="147510"/>
                  <a:pt x="128587" y="147510"/>
                </a:cubicBezTo>
                <a:lnTo>
                  <a:pt x="51435" y="147510"/>
                </a:lnTo>
                <a:cubicBezTo>
                  <a:pt x="23076" y="147510"/>
                  <a:pt x="0" y="124434"/>
                  <a:pt x="0" y="96075"/>
                </a:cubicBezTo>
                <a:cubicBezTo>
                  <a:pt x="0" y="67716"/>
                  <a:pt x="23076" y="44641"/>
                  <a:pt x="51435" y="44641"/>
                </a:cubicBezTo>
                <a:lnTo>
                  <a:pt x="180759" y="44641"/>
                </a:lnTo>
                <a:lnTo>
                  <a:pt x="148247" y="12129"/>
                </a:lnTo>
                <a:lnTo>
                  <a:pt x="160363" y="0"/>
                </a:lnTo>
                <a:lnTo>
                  <a:pt x="213576" y="53213"/>
                </a:lnTo>
                <a:lnTo>
                  <a:pt x="160363" y="106426"/>
                </a:lnTo>
                <a:lnTo>
                  <a:pt x="148247" y="94297"/>
                </a:lnTo>
                <a:lnTo>
                  <a:pt x="180759" y="61785"/>
                </a:lnTo>
                <a:lnTo>
                  <a:pt x="51435" y="61785"/>
                </a:lnTo>
                <a:cubicBezTo>
                  <a:pt x="32525" y="61785"/>
                  <a:pt x="17145" y="77165"/>
                  <a:pt x="17145" y="96075"/>
                </a:cubicBezTo>
                <a:cubicBezTo>
                  <a:pt x="17145" y="114986"/>
                  <a:pt x="32525" y="130366"/>
                  <a:pt x="51435" y="130366"/>
                </a:cubicBezTo>
                <a:lnTo>
                  <a:pt x="128587" y="130366"/>
                </a:lnTo>
                <a:cubicBezTo>
                  <a:pt x="156947" y="130366"/>
                  <a:pt x="180022" y="153441"/>
                  <a:pt x="180022" y="181800"/>
                </a:cubicBezTo>
                <a:cubicBezTo>
                  <a:pt x="180022" y="209861"/>
                  <a:pt x="157430" y="232749"/>
                  <a:pt x="129482" y="233228"/>
                </a:cubicBezTo>
                <a:close/>
              </a:path>
            </a:pathLst>
          </a:custGeom>
          <a:solidFill>
            <a:srgbClr val="002855"/>
          </a:solidFill>
        </p:spPr>
        <p:txBody>
          <a:bodyPr/>
          <a:lstStyle/>
          <a:p>
            <a:endParaRPr lang="en-US"/>
          </a:p>
        </p:txBody>
      </p:sp>
      <p:sp>
        <p:nvSpPr>
          <p:cNvPr id="8" name="Rectangle 7">
            <a:extLst>
              <a:ext uri="{FF2B5EF4-FFF2-40B4-BE49-F238E27FC236}">
                <a16:creationId xmlns:a16="http://schemas.microsoft.com/office/drawing/2014/main" id="{6942ED0C-CD3F-E50C-0FB0-6F6809F70257}"/>
              </a:ext>
            </a:extLst>
          </p:cNvPr>
          <p:cNvSpPr/>
          <p:nvPr/>
        </p:nvSpPr>
        <p:spPr>
          <a:xfrm>
            <a:off x="2786116" y="4828746"/>
            <a:ext cx="2019773" cy="664005"/>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TextBox 8">
            <a:extLst>
              <a:ext uri="{FF2B5EF4-FFF2-40B4-BE49-F238E27FC236}">
                <a16:creationId xmlns:a16="http://schemas.microsoft.com/office/drawing/2014/main" id="{7E1533D4-F440-601D-500F-76A0180C56B5}"/>
              </a:ext>
            </a:extLst>
          </p:cNvPr>
          <p:cNvSpPr txBox="1"/>
          <p:nvPr/>
        </p:nvSpPr>
        <p:spPr>
          <a:xfrm>
            <a:off x="9281500" y="1364978"/>
            <a:ext cx="938940" cy="815608"/>
          </a:xfrm>
          <a:prstGeom prst="rect">
            <a:avLst/>
          </a:prstGeom>
        </p:spPr>
        <p:txBody>
          <a:bodyPr wrap="square" lIns="0" tIns="0" rIns="0" bIns="0" anchor="t">
            <a:spAutoFit/>
          </a:bodyPr>
          <a:lstStyle/>
          <a:p>
            <a:pPr>
              <a:spcAft>
                <a:spcPts val="200"/>
              </a:spcAft>
            </a:pPr>
            <a:r>
              <a:rPr lang="en-US" sz="1200">
                <a:solidFill>
                  <a:srgbClr val="000000"/>
                </a:solidFill>
                <a:latin typeface="Arial"/>
                <a:cs typeface="Arial"/>
              </a:rPr>
              <a:t>AI Agent</a:t>
            </a:r>
          </a:p>
          <a:p>
            <a:pPr>
              <a:spcAft>
                <a:spcPts val="200"/>
              </a:spcAft>
            </a:pPr>
            <a:r>
              <a:rPr lang="en-US" sz="1200">
                <a:cs typeface="Arial"/>
              </a:rPr>
              <a:t>AI Application</a:t>
            </a:r>
          </a:p>
          <a:p>
            <a:pPr>
              <a:spcAft>
                <a:spcPts val="200"/>
              </a:spcAft>
            </a:pPr>
            <a:r>
              <a:rPr lang="en-US" sz="1200">
                <a:cs typeface="Arial"/>
              </a:rPr>
              <a:t>Chatbot</a:t>
            </a:r>
          </a:p>
          <a:p>
            <a:pPr>
              <a:spcAft>
                <a:spcPts val="200"/>
              </a:spcAft>
            </a:pPr>
            <a:r>
              <a:rPr lang="en-US" sz="1200">
                <a:cs typeface="Arial"/>
              </a:rPr>
              <a:t>AI Assistance</a:t>
            </a:r>
          </a:p>
        </p:txBody>
      </p:sp>
      <p:sp>
        <p:nvSpPr>
          <p:cNvPr id="11" name="TextBox 10">
            <a:extLst>
              <a:ext uri="{FF2B5EF4-FFF2-40B4-BE49-F238E27FC236}">
                <a16:creationId xmlns:a16="http://schemas.microsoft.com/office/drawing/2014/main" id="{61D5CE1E-E733-14BD-6982-C56E6BBE8D81}"/>
              </a:ext>
            </a:extLst>
          </p:cNvPr>
          <p:cNvSpPr txBox="1"/>
          <p:nvPr/>
        </p:nvSpPr>
        <p:spPr>
          <a:xfrm>
            <a:off x="10036224" y="4385879"/>
            <a:ext cx="667285" cy="307594"/>
          </a:xfrm>
          <a:prstGeom prst="rect">
            <a:avLst/>
          </a:prstGeom>
        </p:spPr>
        <p:txBody>
          <a:bodyPr wrap="none" lIns="0" tIns="0" rIns="0" bIns="0" anchor="t"/>
          <a:lstStyle/>
          <a:p>
            <a:r>
              <a:rPr lang="en-US" sz="1200" b="1">
                <a:solidFill>
                  <a:srgbClr val="000000"/>
                </a:solidFill>
                <a:latin typeface="Arial"/>
                <a:cs typeface="Arial"/>
              </a:rPr>
              <a:t>Model </a:t>
            </a:r>
            <a:br>
              <a:rPr lang="en-US" sz="1200" b="1">
                <a:solidFill>
                  <a:srgbClr val="000000"/>
                </a:solidFill>
                <a:latin typeface="Arial"/>
                <a:cs typeface="Arial"/>
              </a:rPr>
            </a:br>
            <a:r>
              <a:rPr lang="en-US" sz="1200" b="1">
                <a:solidFill>
                  <a:srgbClr val="000000"/>
                </a:solidFill>
                <a:latin typeface="Arial"/>
                <a:cs typeface="Arial"/>
              </a:rPr>
              <a:t>Services</a:t>
            </a:r>
            <a:endParaRPr lang="en-US" sz="1200" b="1">
              <a:solidFill>
                <a:srgbClr val="000000"/>
              </a:solidFill>
              <a:latin typeface="Arial" panose="020B0604020202020204" pitchFamily="34" charset="0"/>
              <a:cs typeface="Arial"/>
            </a:endParaRPr>
          </a:p>
        </p:txBody>
      </p:sp>
      <p:sp>
        <p:nvSpPr>
          <p:cNvPr id="26" name="TextBox 25">
            <a:extLst>
              <a:ext uri="{FF2B5EF4-FFF2-40B4-BE49-F238E27FC236}">
                <a16:creationId xmlns:a16="http://schemas.microsoft.com/office/drawing/2014/main" id="{EC8D90DB-5971-8011-2D19-B51475ED425F}"/>
              </a:ext>
            </a:extLst>
          </p:cNvPr>
          <p:cNvSpPr txBox="1"/>
          <p:nvPr/>
        </p:nvSpPr>
        <p:spPr>
          <a:xfrm>
            <a:off x="9654088" y="4857805"/>
            <a:ext cx="1083998" cy="437666"/>
          </a:xfrm>
          <a:prstGeom prst="rect">
            <a:avLst/>
          </a:prstGeom>
        </p:spPr>
        <p:txBody>
          <a:bodyPr lIns="0" tIns="0" rIns="0" bIns="0" anchor="t"/>
          <a:lstStyle/>
          <a:p>
            <a:pPr algn="ctr"/>
            <a:r>
              <a:rPr lang="en-US" sz="1200">
                <a:solidFill>
                  <a:srgbClr val="000000"/>
                </a:solidFill>
                <a:latin typeface="Arial"/>
                <a:cs typeface="Arial"/>
              </a:rPr>
              <a:t>Remote/local</a:t>
            </a:r>
            <a:endParaRPr lang="en-US" sz="1200">
              <a:cs typeface="Arial"/>
            </a:endParaRPr>
          </a:p>
          <a:p>
            <a:pPr algn="ctr"/>
            <a:r>
              <a:rPr lang="en-US" sz="1200">
                <a:solidFill>
                  <a:srgbClr val="000000"/>
                </a:solidFill>
                <a:latin typeface="Arial"/>
                <a:cs typeface="Arial"/>
              </a:rPr>
              <a:t>LLMs</a:t>
            </a:r>
            <a:endParaRPr lang="en-US" sz="1200"/>
          </a:p>
        </p:txBody>
      </p:sp>
      <p:sp>
        <p:nvSpPr>
          <p:cNvPr id="35" name="TextBox 34">
            <a:extLst>
              <a:ext uri="{FF2B5EF4-FFF2-40B4-BE49-F238E27FC236}">
                <a16:creationId xmlns:a16="http://schemas.microsoft.com/office/drawing/2014/main" id="{FA8CC959-FF71-876B-B868-9AA2D37FD9D7}"/>
              </a:ext>
            </a:extLst>
          </p:cNvPr>
          <p:cNvSpPr txBox="1"/>
          <p:nvPr/>
        </p:nvSpPr>
        <p:spPr>
          <a:xfrm>
            <a:off x="8186552" y="3618454"/>
            <a:ext cx="1106774" cy="258408"/>
          </a:xfrm>
          <a:prstGeom prst="rect">
            <a:avLst/>
          </a:prstGeom>
          <a:ln>
            <a:solidFill>
              <a:srgbClr val="6F7878"/>
            </a:solidFill>
          </a:ln>
        </p:spPr>
        <p:style>
          <a:lnRef idx="2">
            <a:schemeClr val="dk1"/>
          </a:lnRef>
          <a:fillRef idx="1">
            <a:schemeClr val="lt1"/>
          </a:fillRef>
          <a:effectRef idx="0">
            <a:schemeClr val="dk1"/>
          </a:effectRef>
          <a:fontRef idx="minor">
            <a:schemeClr val="dk1"/>
          </a:fontRef>
        </p:style>
        <p:txBody>
          <a:bodyPr lIns="0" tIns="0" rIns="0" bIns="0" anchor="t"/>
          <a:lstStyle/>
          <a:p>
            <a:pPr algn="ctr">
              <a:lnSpc>
                <a:spcPts val="2028"/>
              </a:lnSpc>
            </a:pPr>
            <a:r>
              <a:rPr lang="en-US" sz="1200">
                <a:solidFill>
                  <a:srgbClr val="000000"/>
                </a:solidFill>
                <a:latin typeface="Arial"/>
                <a:cs typeface="Arial"/>
              </a:rPr>
              <a:t>MCP Servers</a:t>
            </a:r>
            <a:endParaRPr lang="en-US">
              <a:cs typeface="Arial"/>
            </a:endParaRPr>
          </a:p>
        </p:txBody>
      </p:sp>
      <p:grpSp>
        <p:nvGrpSpPr>
          <p:cNvPr id="36" name="Group 35">
            <a:extLst>
              <a:ext uri="{FF2B5EF4-FFF2-40B4-BE49-F238E27FC236}">
                <a16:creationId xmlns:a16="http://schemas.microsoft.com/office/drawing/2014/main" id="{E3CF8983-28E8-7D67-95BC-2DF3A9C6946A}"/>
              </a:ext>
            </a:extLst>
          </p:cNvPr>
          <p:cNvGrpSpPr/>
          <p:nvPr/>
        </p:nvGrpSpPr>
        <p:grpSpPr>
          <a:xfrm>
            <a:off x="6819982" y="1338274"/>
            <a:ext cx="1886483" cy="804431"/>
            <a:chOff x="5035198" y="1346793"/>
            <a:chExt cx="1886483" cy="804431"/>
          </a:xfrm>
        </p:grpSpPr>
        <p:sp>
          <p:nvSpPr>
            <p:cNvPr id="726" name="TextBox 725">
              <a:extLst>
                <a:ext uri="{FF2B5EF4-FFF2-40B4-BE49-F238E27FC236}">
                  <a16:creationId xmlns:a16="http://schemas.microsoft.com/office/drawing/2014/main" id="{C4927474-4FE1-5343-7E3A-00E0A44FEDE2}"/>
                </a:ext>
              </a:extLst>
            </p:cNvPr>
            <p:cNvSpPr txBox="1"/>
            <p:nvPr/>
          </p:nvSpPr>
          <p:spPr>
            <a:xfrm>
              <a:off x="5349666" y="1361264"/>
              <a:ext cx="1572015" cy="789960"/>
            </a:xfrm>
            <a:prstGeom prst="rect">
              <a:avLst/>
            </a:prstGeom>
          </p:spPr>
          <p:txBody>
            <a:bodyPr wrap="square" lIns="0" tIns="0" rIns="0" bIns="0" anchor="t">
              <a:spAutoFit/>
            </a:bodyPr>
            <a:lstStyle/>
            <a:p>
              <a:pPr marL="0" indent="0" algn="l">
                <a:spcAft>
                  <a:spcPts val="200"/>
                </a:spcAft>
              </a:pPr>
              <a:r>
                <a:rPr lang="en-US" sz="1200">
                  <a:solidFill>
                    <a:srgbClr val="000000"/>
                  </a:solidFill>
                  <a:latin typeface="Arial" panose="020B0604020202020204" pitchFamily="34" charset="0"/>
                </a:rPr>
                <a:t>Multigrained services</a:t>
              </a:r>
            </a:p>
            <a:p>
              <a:pPr marL="0" indent="0" algn="l">
                <a:spcAft>
                  <a:spcPts val="200"/>
                </a:spcAft>
              </a:pPr>
              <a:r>
                <a:rPr lang="en-US" sz="1200">
                  <a:solidFill>
                    <a:srgbClr val="000000"/>
                  </a:solidFill>
                  <a:latin typeface="Arial" panose="020B0604020202020204" pitchFamily="34" charset="0"/>
                </a:rPr>
                <a:t>Legacy monolithic applications</a:t>
              </a:r>
            </a:p>
            <a:p>
              <a:pPr marL="0" indent="0" algn="l">
                <a:spcAft>
                  <a:spcPts val="200"/>
                </a:spcAft>
              </a:pPr>
              <a:r>
                <a:rPr lang="en-US" sz="1200">
                  <a:solidFill>
                    <a:srgbClr val="000000"/>
                  </a:solidFill>
                  <a:latin typeface="Arial" panose="020B0604020202020204" pitchFamily="34" charset="0"/>
                </a:rPr>
                <a:t>Enterprise applications</a:t>
              </a:r>
            </a:p>
          </p:txBody>
        </p:sp>
        <p:pic>
          <p:nvPicPr>
            <p:cNvPr id="20" name="object 4">
              <a:extLst>
                <a:ext uri="{FF2B5EF4-FFF2-40B4-BE49-F238E27FC236}">
                  <a16:creationId xmlns:a16="http://schemas.microsoft.com/office/drawing/2014/main" id="{149C1514-C6F3-A7CE-E7C1-CC9D3763FA2B}"/>
                </a:ext>
              </a:extLst>
            </p:cNvPr>
            <p:cNvPicPr/>
            <p:nvPr/>
          </p:nvPicPr>
          <p:blipFill>
            <a:blip r:embed="rId3" cstate="print"/>
            <a:stretch>
              <a:fillRect/>
            </a:stretch>
          </p:blipFill>
          <p:spPr>
            <a:xfrm>
              <a:off x="5044410" y="1936009"/>
              <a:ext cx="228600" cy="206667"/>
            </a:xfrm>
            <a:prstGeom prst="rect">
              <a:avLst/>
            </a:prstGeom>
          </p:spPr>
        </p:pic>
        <p:pic>
          <p:nvPicPr>
            <p:cNvPr id="21" name="object 172">
              <a:extLst>
                <a:ext uri="{FF2B5EF4-FFF2-40B4-BE49-F238E27FC236}">
                  <a16:creationId xmlns:a16="http://schemas.microsoft.com/office/drawing/2014/main" id="{D01E23D5-57B8-DB5E-77D5-2F33745B86EB}"/>
                </a:ext>
              </a:extLst>
            </p:cNvPr>
            <p:cNvPicPr/>
            <p:nvPr/>
          </p:nvPicPr>
          <p:blipFill>
            <a:blip r:embed="rId4" cstate="print"/>
            <a:stretch>
              <a:fillRect/>
            </a:stretch>
          </p:blipFill>
          <p:spPr>
            <a:xfrm>
              <a:off x="5035198" y="1346793"/>
              <a:ext cx="247027" cy="223837"/>
            </a:xfrm>
            <a:prstGeom prst="rect">
              <a:avLst/>
            </a:prstGeom>
          </p:spPr>
        </p:pic>
        <p:sp>
          <p:nvSpPr>
            <p:cNvPr id="22" name="object 173">
              <a:extLst>
                <a:ext uri="{FF2B5EF4-FFF2-40B4-BE49-F238E27FC236}">
                  <a16:creationId xmlns:a16="http://schemas.microsoft.com/office/drawing/2014/main" id="{FDC89C69-1068-149A-ED4A-72E87CE69123}"/>
                </a:ext>
              </a:extLst>
            </p:cNvPr>
            <p:cNvSpPr/>
            <p:nvPr/>
          </p:nvSpPr>
          <p:spPr>
            <a:xfrm>
              <a:off x="5063468" y="1666191"/>
              <a:ext cx="190500" cy="190500"/>
            </a:xfrm>
            <a:custGeom>
              <a:avLst/>
              <a:gdLst/>
              <a:ahLst/>
              <a:cxnLst/>
              <a:rect l="l" t="t" r="r" b="b"/>
              <a:pathLst>
                <a:path w="190500" h="190500">
                  <a:moveTo>
                    <a:pt x="47612" y="142875"/>
                  </a:moveTo>
                  <a:lnTo>
                    <a:pt x="0" y="142875"/>
                  </a:lnTo>
                  <a:lnTo>
                    <a:pt x="0" y="190500"/>
                  </a:lnTo>
                  <a:lnTo>
                    <a:pt x="47612" y="190500"/>
                  </a:lnTo>
                  <a:lnTo>
                    <a:pt x="47612" y="142875"/>
                  </a:lnTo>
                  <a:close/>
                </a:path>
                <a:path w="190500" h="190500">
                  <a:moveTo>
                    <a:pt x="47612" y="71437"/>
                  </a:moveTo>
                  <a:lnTo>
                    <a:pt x="0" y="71437"/>
                  </a:lnTo>
                  <a:lnTo>
                    <a:pt x="0" y="119062"/>
                  </a:lnTo>
                  <a:lnTo>
                    <a:pt x="47612" y="119062"/>
                  </a:lnTo>
                  <a:lnTo>
                    <a:pt x="47612" y="71437"/>
                  </a:lnTo>
                  <a:close/>
                </a:path>
                <a:path w="190500" h="190500">
                  <a:moveTo>
                    <a:pt x="47612" y="0"/>
                  </a:moveTo>
                  <a:lnTo>
                    <a:pt x="0" y="0"/>
                  </a:lnTo>
                  <a:lnTo>
                    <a:pt x="0" y="47625"/>
                  </a:lnTo>
                  <a:lnTo>
                    <a:pt x="47612" y="47625"/>
                  </a:lnTo>
                  <a:lnTo>
                    <a:pt x="47612" y="0"/>
                  </a:lnTo>
                  <a:close/>
                </a:path>
                <a:path w="190500" h="190500">
                  <a:moveTo>
                    <a:pt x="119049" y="142875"/>
                  </a:moveTo>
                  <a:lnTo>
                    <a:pt x="71437" y="142875"/>
                  </a:lnTo>
                  <a:lnTo>
                    <a:pt x="71437" y="190500"/>
                  </a:lnTo>
                  <a:lnTo>
                    <a:pt x="119049" y="190500"/>
                  </a:lnTo>
                  <a:lnTo>
                    <a:pt x="119049" y="142875"/>
                  </a:lnTo>
                  <a:close/>
                </a:path>
                <a:path w="190500" h="190500">
                  <a:moveTo>
                    <a:pt x="119049" y="71437"/>
                  </a:moveTo>
                  <a:lnTo>
                    <a:pt x="71437" y="71437"/>
                  </a:lnTo>
                  <a:lnTo>
                    <a:pt x="71437" y="119062"/>
                  </a:lnTo>
                  <a:lnTo>
                    <a:pt x="119049" y="119062"/>
                  </a:lnTo>
                  <a:lnTo>
                    <a:pt x="119049" y="71437"/>
                  </a:lnTo>
                  <a:close/>
                </a:path>
                <a:path w="190500" h="190500">
                  <a:moveTo>
                    <a:pt x="119049" y="0"/>
                  </a:moveTo>
                  <a:lnTo>
                    <a:pt x="71437" y="0"/>
                  </a:lnTo>
                  <a:lnTo>
                    <a:pt x="71437" y="47625"/>
                  </a:lnTo>
                  <a:lnTo>
                    <a:pt x="119049" y="47625"/>
                  </a:lnTo>
                  <a:lnTo>
                    <a:pt x="119049" y="0"/>
                  </a:lnTo>
                  <a:close/>
                </a:path>
                <a:path w="190500" h="190500">
                  <a:moveTo>
                    <a:pt x="190487" y="142875"/>
                  </a:moveTo>
                  <a:lnTo>
                    <a:pt x="142875" y="142875"/>
                  </a:lnTo>
                  <a:lnTo>
                    <a:pt x="142875" y="190500"/>
                  </a:lnTo>
                  <a:lnTo>
                    <a:pt x="190487" y="190500"/>
                  </a:lnTo>
                  <a:lnTo>
                    <a:pt x="190487" y="142875"/>
                  </a:lnTo>
                  <a:close/>
                </a:path>
                <a:path w="190500" h="190500">
                  <a:moveTo>
                    <a:pt x="190487" y="71437"/>
                  </a:moveTo>
                  <a:lnTo>
                    <a:pt x="142875" y="71437"/>
                  </a:lnTo>
                  <a:lnTo>
                    <a:pt x="142875" y="119062"/>
                  </a:lnTo>
                  <a:lnTo>
                    <a:pt x="190487" y="119062"/>
                  </a:lnTo>
                  <a:lnTo>
                    <a:pt x="190487" y="71437"/>
                  </a:lnTo>
                  <a:close/>
                </a:path>
                <a:path w="190500" h="190500">
                  <a:moveTo>
                    <a:pt x="190487" y="0"/>
                  </a:moveTo>
                  <a:lnTo>
                    <a:pt x="142875" y="0"/>
                  </a:lnTo>
                  <a:lnTo>
                    <a:pt x="142875" y="47625"/>
                  </a:lnTo>
                  <a:lnTo>
                    <a:pt x="190487" y="47625"/>
                  </a:lnTo>
                  <a:lnTo>
                    <a:pt x="190487" y="0"/>
                  </a:lnTo>
                  <a:close/>
                </a:path>
              </a:pathLst>
            </a:custGeom>
            <a:solidFill>
              <a:srgbClr val="002856"/>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grpSp>
      <p:sp>
        <p:nvSpPr>
          <p:cNvPr id="668" name="Freeform 667">
            <a:extLst>
              <a:ext uri="{FF2B5EF4-FFF2-40B4-BE49-F238E27FC236}">
                <a16:creationId xmlns:a16="http://schemas.microsoft.com/office/drawing/2014/main" id="{0C2671F6-4E6F-4D10-1C81-3E627DE14D40}"/>
              </a:ext>
            </a:extLst>
          </p:cNvPr>
          <p:cNvSpPr/>
          <p:nvPr/>
        </p:nvSpPr>
        <p:spPr>
          <a:xfrm>
            <a:off x="5177479" y="4011356"/>
            <a:ext cx="0" cy="0"/>
          </a:xfrm>
          <a:custGeom>
            <a:avLst/>
            <a:gdLst/>
            <a:ahLst/>
            <a:cxnLst/>
            <a:rect l="l" t="t" r="r" b="b"/>
            <a:pathLst>
              <a:path>
                <a:moveTo>
                  <a:pt x="0" y="0"/>
                </a:moveTo>
              </a:path>
            </a:pathLst>
          </a:custGeom>
          <a:noFill/>
          <a:ln w="19050" cap="sq">
            <a:solidFill>
              <a:srgbClr val="FF5309"/>
            </a:solidFill>
          </a:ln>
        </p:spPr>
        <p:txBody>
          <a:bodyPr/>
          <a:lstStyle/>
          <a:p>
            <a:endParaRPr lang="en-US"/>
          </a:p>
        </p:txBody>
      </p:sp>
      <p:grpSp>
        <p:nvGrpSpPr>
          <p:cNvPr id="469" name="Group 468">
            <a:extLst>
              <a:ext uri="{FF2B5EF4-FFF2-40B4-BE49-F238E27FC236}">
                <a16:creationId xmlns:a16="http://schemas.microsoft.com/office/drawing/2014/main" id="{EE1E29DE-28A0-0156-2FAD-7A3F0DA1B873}"/>
              </a:ext>
            </a:extLst>
          </p:cNvPr>
          <p:cNvGrpSpPr/>
          <p:nvPr/>
        </p:nvGrpSpPr>
        <p:grpSpPr>
          <a:xfrm>
            <a:off x="4997117" y="3144334"/>
            <a:ext cx="2736970" cy="1369494"/>
            <a:chOff x="4997117" y="3144334"/>
            <a:chExt cx="2736970" cy="1369494"/>
          </a:xfrm>
        </p:grpSpPr>
        <p:sp>
          <p:nvSpPr>
            <p:cNvPr id="16" name="Rectangle 15">
              <a:extLst>
                <a:ext uri="{FF2B5EF4-FFF2-40B4-BE49-F238E27FC236}">
                  <a16:creationId xmlns:a16="http://schemas.microsoft.com/office/drawing/2014/main" id="{72825E83-339B-A455-844F-9F90C78FBFAA}"/>
                </a:ext>
              </a:extLst>
            </p:cNvPr>
            <p:cNvSpPr/>
            <p:nvPr/>
          </p:nvSpPr>
          <p:spPr>
            <a:xfrm>
              <a:off x="4997117" y="3144334"/>
              <a:ext cx="2736970" cy="1369494"/>
            </a:xfrm>
            <a:prstGeom prst="rect">
              <a:avLst/>
            </a:prstGeom>
            <a:noFill/>
            <a:ln>
              <a:solidFill>
                <a:srgbClr val="6F787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658" name="Freeform 657">
              <a:extLst>
                <a:ext uri="{FF2B5EF4-FFF2-40B4-BE49-F238E27FC236}">
                  <a16:creationId xmlns:a16="http://schemas.microsoft.com/office/drawing/2014/main" id="{975F55F2-DB9B-8F93-4504-F2D4093AE3B2}"/>
                </a:ext>
              </a:extLst>
            </p:cNvPr>
            <p:cNvSpPr/>
            <p:nvPr/>
          </p:nvSpPr>
          <p:spPr>
            <a:xfrm>
              <a:off x="5059438" y="3973491"/>
              <a:ext cx="1347948" cy="445835"/>
            </a:xfrm>
            <a:custGeom>
              <a:avLst/>
              <a:gdLst/>
              <a:ahLst/>
              <a:cxnLst/>
              <a:rect l="l" t="t" r="r" b="b"/>
              <a:pathLst>
                <a:path w="1656270" h="466192">
                  <a:moveTo>
                    <a:pt x="0" y="466191"/>
                  </a:moveTo>
                  <a:lnTo>
                    <a:pt x="1656270" y="466191"/>
                  </a:lnTo>
                  <a:lnTo>
                    <a:pt x="1656270" y="0"/>
                  </a:lnTo>
                  <a:lnTo>
                    <a:pt x="0" y="0"/>
                  </a:lnTo>
                  <a:close/>
                </a:path>
              </a:pathLst>
            </a:custGeom>
            <a:solidFill>
              <a:srgbClr val="002855"/>
            </a:solidFill>
          </p:spPr>
          <p:txBody>
            <a:bodyPr/>
            <a:lstStyle/>
            <a:p>
              <a:endParaRPr lang="en-US"/>
            </a:p>
          </p:txBody>
        </p:sp>
        <p:sp>
          <p:nvSpPr>
            <p:cNvPr id="659" name="TextBox 658">
              <a:extLst>
                <a:ext uri="{FF2B5EF4-FFF2-40B4-BE49-F238E27FC236}">
                  <a16:creationId xmlns:a16="http://schemas.microsoft.com/office/drawing/2014/main" id="{6031E2EC-F723-FBC6-4344-5311D5B51C6E}"/>
                </a:ext>
              </a:extLst>
            </p:cNvPr>
            <p:cNvSpPr txBox="1"/>
            <p:nvPr/>
          </p:nvSpPr>
          <p:spPr>
            <a:xfrm>
              <a:off x="5069819" y="4023725"/>
              <a:ext cx="1337568" cy="371640"/>
            </a:xfrm>
            <a:prstGeom prst="rect">
              <a:avLst/>
            </a:prstGeom>
          </p:spPr>
          <p:txBody>
            <a:bodyPr lIns="0" tIns="0" rIns="0" bIns="0" anchor="t">
              <a:spAutoFit/>
            </a:bodyPr>
            <a:lstStyle/>
            <a:p>
              <a:pPr algn="ctr">
                <a:lnSpc>
                  <a:spcPts val="1500"/>
                </a:lnSpc>
              </a:pPr>
              <a:r>
                <a:rPr lang="en-US" sz="1200" b="1">
                  <a:solidFill>
                    <a:srgbClr val="FFFEFF"/>
                  </a:solidFill>
                  <a:latin typeface="Arial" panose="020B0604020202020204" pitchFamily="34" charset="0"/>
                </a:rPr>
                <a:t>Ingress </a:t>
              </a:r>
              <a:br>
                <a:rPr lang="en-US" sz="1200" b="1">
                  <a:solidFill>
                    <a:srgbClr val="FFFEFF"/>
                  </a:solidFill>
                  <a:latin typeface="Arial" panose="020B0604020202020204" pitchFamily="34" charset="0"/>
                </a:rPr>
              </a:br>
              <a:r>
                <a:rPr lang="en-US" sz="1200" b="1">
                  <a:solidFill>
                    <a:srgbClr val="FFFEFF"/>
                  </a:solidFill>
                  <a:latin typeface="Arial" panose="020B0604020202020204" pitchFamily="34" charset="0"/>
                </a:rPr>
                <a:t>Gateway</a:t>
              </a:r>
              <a:r>
                <a:rPr lang="en-US" sz="1200" b="1" baseline="30000">
                  <a:solidFill>
                    <a:srgbClr val="FFFEFF"/>
                  </a:solidFill>
                  <a:cs typeface="Arial"/>
                </a:rPr>
                <a:t>a</a:t>
              </a:r>
              <a:endParaRPr lang="en-US" sz="1200" b="1">
                <a:solidFill>
                  <a:srgbClr val="FFFEFF"/>
                </a:solidFill>
                <a:latin typeface="Arial" panose="020B0604020202020204" pitchFamily="34" charset="0"/>
              </a:endParaRPr>
            </a:p>
          </p:txBody>
        </p:sp>
        <p:sp>
          <p:nvSpPr>
            <p:cNvPr id="14" name="Freeform 640">
              <a:extLst>
                <a:ext uri="{FF2B5EF4-FFF2-40B4-BE49-F238E27FC236}">
                  <a16:creationId xmlns:a16="http://schemas.microsoft.com/office/drawing/2014/main" id="{419D48C9-F338-8E92-DF12-1AEE3365E58D}"/>
                </a:ext>
              </a:extLst>
            </p:cNvPr>
            <p:cNvSpPr/>
            <p:nvPr/>
          </p:nvSpPr>
          <p:spPr>
            <a:xfrm>
              <a:off x="6462841" y="3965751"/>
              <a:ext cx="1181927" cy="461665"/>
            </a:xfrm>
            <a:custGeom>
              <a:avLst/>
              <a:gdLst/>
              <a:ahLst/>
              <a:cxnLst/>
              <a:rect l="l" t="t" r="r" b="b"/>
              <a:pathLst>
                <a:path w="1689011" h="466192">
                  <a:moveTo>
                    <a:pt x="0" y="466191"/>
                  </a:moveTo>
                  <a:lnTo>
                    <a:pt x="1689011" y="466191"/>
                  </a:lnTo>
                  <a:lnTo>
                    <a:pt x="1689011" y="0"/>
                  </a:lnTo>
                  <a:lnTo>
                    <a:pt x="0" y="0"/>
                  </a:lnTo>
                  <a:close/>
                </a:path>
              </a:pathLst>
            </a:custGeom>
            <a:solidFill>
              <a:srgbClr val="002855"/>
            </a:solidFill>
          </p:spPr>
          <p:txBody>
            <a:bodyPr wrap="square" lIns="72000" tIns="45720" rIns="72000" bIns="45720" anchor="t">
              <a:spAutoFit/>
            </a:bodyPr>
            <a:lstStyle/>
            <a:p>
              <a:pPr algn="ctr"/>
              <a:r>
                <a:rPr lang="en-US" sz="1200" b="1">
                  <a:solidFill>
                    <a:schemeClr val="bg1"/>
                  </a:solidFill>
                  <a:cs typeface="Arial"/>
                </a:rPr>
                <a:t>Lightweight API Gateway</a:t>
              </a:r>
              <a:r>
                <a:rPr lang="en-US" sz="1200" b="1" baseline="30000">
                  <a:solidFill>
                    <a:srgbClr val="FFFEFF"/>
                  </a:solidFill>
                  <a:cs typeface="Arial"/>
                </a:rPr>
                <a:t>a</a:t>
              </a:r>
              <a:endParaRPr lang="en-US" sz="1200" b="1">
                <a:solidFill>
                  <a:schemeClr val="bg1"/>
                </a:solidFill>
                <a:cs typeface="Arial"/>
              </a:endParaRPr>
            </a:p>
          </p:txBody>
        </p:sp>
        <p:sp>
          <p:nvSpPr>
            <p:cNvPr id="28" name="Freeform 27">
              <a:extLst>
                <a:ext uri="{FF2B5EF4-FFF2-40B4-BE49-F238E27FC236}">
                  <a16:creationId xmlns:a16="http://schemas.microsoft.com/office/drawing/2014/main" id="{33B05BF4-0DE0-8622-B197-582EE57AF867}"/>
                </a:ext>
              </a:extLst>
            </p:cNvPr>
            <p:cNvSpPr/>
            <p:nvPr/>
          </p:nvSpPr>
          <p:spPr>
            <a:xfrm>
              <a:off x="5070533" y="3288383"/>
              <a:ext cx="2390813" cy="353647"/>
            </a:xfrm>
            <a:custGeom>
              <a:avLst/>
              <a:gdLst/>
              <a:ahLst/>
              <a:cxnLst/>
              <a:rect l="l" t="t" r="r" b="b"/>
              <a:pathLst>
                <a:path w="1656270" h="466192">
                  <a:moveTo>
                    <a:pt x="0" y="466191"/>
                  </a:moveTo>
                  <a:lnTo>
                    <a:pt x="1656270" y="466191"/>
                  </a:lnTo>
                  <a:lnTo>
                    <a:pt x="1656270" y="0"/>
                  </a:lnTo>
                  <a:lnTo>
                    <a:pt x="0" y="0"/>
                  </a:lnTo>
                  <a:close/>
                </a:path>
              </a:pathLst>
            </a:custGeom>
            <a:solidFill>
              <a:srgbClr val="002855"/>
            </a:solidFill>
          </p:spPr>
          <p:txBody>
            <a:bodyPr/>
            <a:lstStyle/>
            <a:p>
              <a:endParaRPr lang="en-US"/>
            </a:p>
          </p:txBody>
        </p:sp>
        <p:sp>
          <p:nvSpPr>
            <p:cNvPr id="32" name="TextBox 31">
              <a:extLst>
                <a:ext uri="{FF2B5EF4-FFF2-40B4-BE49-F238E27FC236}">
                  <a16:creationId xmlns:a16="http://schemas.microsoft.com/office/drawing/2014/main" id="{0C0F2154-5654-ED99-1C5B-39FCC1131EB6}"/>
                </a:ext>
              </a:extLst>
            </p:cNvPr>
            <p:cNvSpPr txBox="1"/>
            <p:nvPr/>
          </p:nvSpPr>
          <p:spPr>
            <a:xfrm>
              <a:off x="5313717" y="3373660"/>
              <a:ext cx="1893097" cy="184666"/>
            </a:xfrm>
            <a:prstGeom prst="rect">
              <a:avLst/>
            </a:prstGeom>
          </p:spPr>
          <p:txBody>
            <a:bodyPr wrap="square" lIns="0" tIns="0" rIns="0" bIns="0" anchor="t">
              <a:spAutoFit/>
            </a:bodyPr>
            <a:lstStyle/>
            <a:p>
              <a:pPr marL="0" indent="0" algn="ctr">
                <a:lnSpc>
                  <a:spcPts val="1500"/>
                </a:lnSpc>
              </a:pPr>
              <a:r>
                <a:rPr lang="en-US" sz="1200" b="1">
                  <a:solidFill>
                    <a:srgbClr val="FFFEFF"/>
                  </a:solidFill>
                  <a:latin typeface="Arial"/>
                  <a:cs typeface="Arial"/>
                </a:rPr>
                <a:t>Enterprise API Gateway</a:t>
              </a:r>
              <a:r>
                <a:rPr lang="en-US" sz="1200" b="1" baseline="30000">
                  <a:solidFill>
                    <a:srgbClr val="FFFEFF"/>
                  </a:solidFill>
                  <a:latin typeface="Arial"/>
                  <a:cs typeface="Arial"/>
                </a:rPr>
                <a:t>a</a:t>
              </a:r>
              <a:r>
                <a:rPr lang="en-US" sz="1200" b="1">
                  <a:solidFill>
                    <a:srgbClr val="FFFEFF"/>
                  </a:solidFill>
                  <a:latin typeface="Arial"/>
                  <a:cs typeface="Arial"/>
                </a:rPr>
                <a:t> </a:t>
              </a:r>
            </a:p>
          </p:txBody>
        </p:sp>
      </p:grpSp>
      <p:cxnSp>
        <p:nvCxnSpPr>
          <p:cNvPr id="635" name="Straight Arrow Connector 634">
            <a:extLst>
              <a:ext uri="{FF2B5EF4-FFF2-40B4-BE49-F238E27FC236}">
                <a16:creationId xmlns:a16="http://schemas.microsoft.com/office/drawing/2014/main" id="{3B081BEC-9C1E-2F5D-46FE-2CFC706331F1}"/>
              </a:ext>
            </a:extLst>
          </p:cNvPr>
          <p:cNvCxnSpPr>
            <a:cxnSpLocks/>
          </p:cNvCxnSpPr>
          <p:nvPr/>
        </p:nvCxnSpPr>
        <p:spPr>
          <a:xfrm>
            <a:off x="8003275" y="3195122"/>
            <a:ext cx="0" cy="1439751"/>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292" name="Rectangle 291">
            <a:extLst>
              <a:ext uri="{FF2B5EF4-FFF2-40B4-BE49-F238E27FC236}">
                <a16:creationId xmlns:a16="http://schemas.microsoft.com/office/drawing/2014/main" id="{028F5151-DA08-DD61-B665-9D4660C38D8B}"/>
              </a:ext>
            </a:extLst>
          </p:cNvPr>
          <p:cNvSpPr/>
          <p:nvPr/>
        </p:nvSpPr>
        <p:spPr>
          <a:xfrm>
            <a:off x="9636071" y="4214462"/>
            <a:ext cx="1100433" cy="1217208"/>
          </a:xfrm>
          <a:prstGeom prst="rect">
            <a:avLst/>
          </a:prstGeom>
          <a:noFill/>
          <a:ln>
            <a:solidFill>
              <a:srgbClr val="6F787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440" name="object 262">
            <a:extLst>
              <a:ext uri="{FF2B5EF4-FFF2-40B4-BE49-F238E27FC236}">
                <a16:creationId xmlns:a16="http://schemas.microsoft.com/office/drawing/2014/main" id="{68AE57A8-DCCC-4366-DDB9-68A6F9CA3BA6}"/>
              </a:ext>
            </a:extLst>
          </p:cNvPr>
          <p:cNvSpPr/>
          <p:nvPr/>
        </p:nvSpPr>
        <p:spPr>
          <a:xfrm>
            <a:off x="6646878" y="9407115"/>
            <a:ext cx="125095" cy="67310"/>
          </a:xfrm>
          <a:custGeom>
            <a:avLst/>
            <a:gdLst/>
            <a:ahLst/>
            <a:cxnLst/>
            <a:rect l="l" t="t" r="r" b="b"/>
            <a:pathLst>
              <a:path w="125095" h="67310">
                <a:moveTo>
                  <a:pt x="124968" y="0"/>
                </a:moveTo>
                <a:lnTo>
                  <a:pt x="0" y="0"/>
                </a:lnTo>
                <a:lnTo>
                  <a:pt x="62484" y="67208"/>
                </a:lnTo>
                <a:lnTo>
                  <a:pt x="124968" y="0"/>
                </a:lnTo>
                <a:close/>
              </a:path>
            </a:pathLst>
          </a:custGeom>
          <a:solidFill>
            <a:srgbClr val="FEC10D"/>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A26DB899-6FF5-30A4-AB64-735673EFF10A}"/>
              </a:ext>
            </a:extLst>
          </p:cNvPr>
          <p:cNvSpPr txBox="1"/>
          <p:nvPr/>
        </p:nvSpPr>
        <p:spPr>
          <a:xfrm>
            <a:off x="8752427" y="4961448"/>
            <a:ext cx="723914" cy="318177"/>
          </a:xfrm>
          <a:prstGeom prst="rect">
            <a:avLst/>
          </a:prstGeom>
        </p:spPr>
        <p:txBody>
          <a:bodyPr wrap="none" lIns="0" tIns="0" rIns="0" bIns="0" anchor="t"/>
          <a:lstStyle/>
          <a:p>
            <a:r>
              <a:rPr lang="en-US" sz="1200" dirty="0">
                <a:solidFill>
                  <a:srgbClr val="000000"/>
                </a:solidFill>
                <a:latin typeface="Arial"/>
                <a:cs typeface="Arial"/>
              </a:rPr>
              <a:t>Knowledge </a:t>
            </a:r>
            <a:br>
              <a:rPr lang="en-US" sz="1200" dirty="0">
                <a:solidFill>
                  <a:srgbClr val="000000"/>
                </a:solidFill>
                <a:latin typeface="Arial"/>
                <a:cs typeface="Arial"/>
              </a:rPr>
            </a:br>
            <a:r>
              <a:rPr lang="en-US" sz="1200" dirty="0">
                <a:solidFill>
                  <a:srgbClr val="000000"/>
                </a:solidFill>
                <a:latin typeface="Arial"/>
                <a:cs typeface="Arial"/>
              </a:rPr>
              <a:t>base</a:t>
            </a:r>
            <a:endParaRPr lang="en-US" sz="1200" dirty="0">
              <a:solidFill>
                <a:srgbClr val="000000"/>
              </a:solidFill>
              <a:latin typeface="Arial" panose="020B0604020202020204" pitchFamily="34" charset="0"/>
              <a:cs typeface="Arial"/>
            </a:endParaRPr>
          </a:p>
        </p:txBody>
      </p:sp>
      <p:sp>
        <p:nvSpPr>
          <p:cNvPr id="23" name="Rectangle 22">
            <a:extLst>
              <a:ext uri="{FF2B5EF4-FFF2-40B4-BE49-F238E27FC236}">
                <a16:creationId xmlns:a16="http://schemas.microsoft.com/office/drawing/2014/main" id="{BFA1A75B-88E6-CB78-2A10-BC011A53479E}"/>
              </a:ext>
            </a:extLst>
          </p:cNvPr>
          <p:cNvSpPr/>
          <p:nvPr/>
        </p:nvSpPr>
        <p:spPr>
          <a:xfrm>
            <a:off x="8479610" y="4849459"/>
            <a:ext cx="1091997" cy="582212"/>
          </a:xfrm>
          <a:prstGeom prst="rect">
            <a:avLst/>
          </a:prstGeom>
          <a:noFill/>
          <a:ln>
            <a:solidFill>
              <a:srgbClr val="6F787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cxnSp>
        <p:nvCxnSpPr>
          <p:cNvPr id="24" name="Straight Arrow Connector 23">
            <a:extLst>
              <a:ext uri="{FF2B5EF4-FFF2-40B4-BE49-F238E27FC236}">
                <a16:creationId xmlns:a16="http://schemas.microsoft.com/office/drawing/2014/main" id="{D71F7F05-359E-74EE-B858-133C8E99F356}"/>
              </a:ext>
            </a:extLst>
          </p:cNvPr>
          <p:cNvCxnSpPr>
            <a:cxnSpLocks/>
          </p:cNvCxnSpPr>
          <p:nvPr/>
        </p:nvCxnSpPr>
        <p:spPr>
          <a:xfrm flipH="1">
            <a:off x="5914122" y="3763785"/>
            <a:ext cx="1647826" cy="0"/>
          </a:xfrm>
          <a:prstGeom prst="straightConnector1">
            <a:avLst/>
          </a:prstGeom>
          <a:ln w="12700">
            <a:solidFill>
              <a:srgbClr val="FF540A"/>
            </a:solidFill>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CC6D40B-E732-FF82-F328-90DFD134B73C}"/>
              </a:ext>
            </a:extLst>
          </p:cNvPr>
          <p:cNvCxnSpPr>
            <a:cxnSpLocks/>
          </p:cNvCxnSpPr>
          <p:nvPr/>
        </p:nvCxnSpPr>
        <p:spPr>
          <a:xfrm>
            <a:off x="4409499" y="2996184"/>
            <a:ext cx="3480233" cy="0"/>
          </a:xfrm>
          <a:prstGeom prst="straightConnector1">
            <a:avLst/>
          </a:prstGeom>
          <a:ln w="12700">
            <a:solidFill>
              <a:srgbClr val="009AD7"/>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97B5A13-5CE7-830F-254C-A98CC7B881BE}"/>
              </a:ext>
            </a:extLst>
          </p:cNvPr>
          <p:cNvCxnSpPr/>
          <p:nvPr/>
        </p:nvCxnSpPr>
        <p:spPr>
          <a:xfrm>
            <a:off x="4409499" y="3914215"/>
            <a:ext cx="590872" cy="0"/>
          </a:xfrm>
          <a:prstGeom prst="straightConnector1">
            <a:avLst/>
          </a:prstGeom>
          <a:ln w="12700">
            <a:solidFill>
              <a:srgbClr val="009AD7"/>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40A9D476-4F9D-BE49-6A9C-03A09432EEAC}"/>
              </a:ext>
            </a:extLst>
          </p:cNvPr>
          <p:cNvCxnSpPr>
            <a:cxnSpLocks/>
          </p:cNvCxnSpPr>
          <p:nvPr/>
        </p:nvCxnSpPr>
        <p:spPr>
          <a:xfrm>
            <a:off x="6315941" y="2817724"/>
            <a:ext cx="0" cy="446083"/>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285" name="Rectangle 284">
            <a:extLst>
              <a:ext uri="{FF2B5EF4-FFF2-40B4-BE49-F238E27FC236}">
                <a16:creationId xmlns:a16="http://schemas.microsoft.com/office/drawing/2014/main" id="{06883B90-F136-F2A3-9BA4-C8956D5921EA}"/>
              </a:ext>
            </a:extLst>
          </p:cNvPr>
          <p:cNvSpPr/>
          <p:nvPr/>
        </p:nvSpPr>
        <p:spPr>
          <a:xfrm>
            <a:off x="8623307" y="4208880"/>
            <a:ext cx="944282" cy="531619"/>
          </a:xfrm>
          <a:prstGeom prst="rect">
            <a:avLst/>
          </a:prstGeom>
          <a:solidFill>
            <a:schemeClr val="bg1"/>
          </a:solidFill>
          <a:ln>
            <a:solidFill>
              <a:srgbClr val="6F7878"/>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30" name="TextBox 29">
            <a:extLst>
              <a:ext uri="{FF2B5EF4-FFF2-40B4-BE49-F238E27FC236}">
                <a16:creationId xmlns:a16="http://schemas.microsoft.com/office/drawing/2014/main" id="{9ECF333A-F50D-1C5F-0895-B579B030AE79}"/>
              </a:ext>
            </a:extLst>
          </p:cNvPr>
          <p:cNvSpPr txBox="1"/>
          <p:nvPr/>
        </p:nvSpPr>
        <p:spPr>
          <a:xfrm>
            <a:off x="9015102" y="4307825"/>
            <a:ext cx="576592" cy="370464"/>
          </a:xfrm>
          <a:prstGeom prst="rect">
            <a:avLst/>
          </a:prstGeom>
        </p:spPr>
        <p:txBody>
          <a:bodyPr wrap="none" lIns="0" tIns="0" rIns="0" bIns="0" anchor="t"/>
          <a:lstStyle/>
          <a:p>
            <a:r>
              <a:rPr lang="en-US" sz="1200">
                <a:solidFill>
                  <a:srgbClr val="000000"/>
                </a:solidFill>
                <a:latin typeface="Arial"/>
                <a:cs typeface="Arial"/>
              </a:rPr>
              <a:t>AI </a:t>
            </a:r>
            <a:br>
              <a:rPr lang="en-US" sz="1200" dirty="0">
                <a:latin typeface="Arial"/>
                <a:cs typeface="Arial"/>
              </a:rPr>
            </a:br>
            <a:r>
              <a:rPr lang="en-US" sz="1200">
                <a:solidFill>
                  <a:srgbClr val="000000"/>
                </a:solidFill>
                <a:latin typeface="Arial"/>
                <a:cs typeface="Arial"/>
              </a:rPr>
              <a:t>Agents</a:t>
            </a:r>
            <a:endParaRPr lang="en-US" sz="1200">
              <a:solidFill>
                <a:srgbClr val="000000"/>
              </a:solidFill>
              <a:latin typeface="Arial" panose="020B0604020202020204" pitchFamily="34" charset="0"/>
              <a:cs typeface="Arial"/>
            </a:endParaRPr>
          </a:p>
        </p:txBody>
      </p:sp>
      <p:cxnSp>
        <p:nvCxnSpPr>
          <p:cNvPr id="300" name="Straight Arrow Connector 299">
            <a:extLst>
              <a:ext uri="{FF2B5EF4-FFF2-40B4-BE49-F238E27FC236}">
                <a16:creationId xmlns:a16="http://schemas.microsoft.com/office/drawing/2014/main" id="{954363F5-57F7-BF45-B7CB-6919162CB9FF}"/>
              </a:ext>
            </a:extLst>
          </p:cNvPr>
          <p:cNvCxnSpPr>
            <a:cxnSpLocks/>
          </p:cNvCxnSpPr>
          <p:nvPr/>
        </p:nvCxnSpPr>
        <p:spPr>
          <a:xfrm>
            <a:off x="5702988" y="3709688"/>
            <a:ext cx="0" cy="250778"/>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03" name="Straight Arrow Connector 302">
            <a:extLst>
              <a:ext uri="{FF2B5EF4-FFF2-40B4-BE49-F238E27FC236}">
                <a16:creationId xmlns:a16="http://schemas.microsoft.com/office/drawing/2014/main" id="{2FADA064-2D9A-177B-2304-AFFB7133C948}"/>
              </a:ext>
            </a:extLst>
          </p:cNvPr>
          <p:cNvCxnSpPr>
            <a:cxnSpLocks/>
          </p:cNvCxnSpPr>
          <p:nvPr/>
        </p:nvCxnSpPr>
        <p:spPr>
          <a:xfrm>
            <a:off x="7088875" y="3641902"/>
            <a:ext cx="0" cy="323326"/>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04" name="Straight Arrow Connector 303">
            <a:extLst>
              <a:ext uri="{FF2B5EF4-FFF2-40B4-BE49-F238E27FC236}">
                <a16:creationId xmlns:a16="http://schemas.microsoft.com/office/drawing/2014/main" id="{C1A6F938-159F-72ED-EFDF-1D56A11E989A}"/>
              </a:ext>
            </a:extLst>
          </p:cNvPr>
          <p:cNvCxnSpPr>
            <a:cxnSpLocks/>
          </p:cNvCxnSpPr>
          <p:nvPr/>
        </p:nvCxnSpPr>
        <p:spPr>
          <a:xfrm>
            <a:off x="5910819" y="3758697"/>
            <a:ext cx="0" cy="193480"/>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09" name="Straight Arrow Connector 308">
            <a:extLst>
              <a:ext uri="{FF2B5EF4-FFF2-40B4-BE49-F238E27FC236}">
                <a16:creationId xmlns:a16="http://schemas.microsoft.com/office/drawing/2014/main" id="{4182A4C7-A160-64F5-AD2D-AA8C181959A9}"/>
              </a:ext>
            </a:extLst>
          </p:cNvPr>
          <p:cNvCxnSpPr>
            <a:cxnSpLocks/>
          </p:cNvCxnSpPr>
          <p:nvPr/>
        </p:nvCxnSpPr>
        <p:spPr>
          <a:xfrm flipH="1">
            <a:off x="4409499" y="3699611"/>
            <a:ext cx="590872" cy="0"/>
          </a:xfrm>
          <a:prstGeom prst="straightConnector1">
            <a:avLst/>
          </a:prstGeom>
          <a:ln w="12700">
            <a:solidFill>
              <a:srgbClr val="FEC10D"/>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32" name="Straight Arrow Connector 731">
            <a:extLst>
              <a:ext uri="{FF2B5EF4-FFF2-40B4-BE49-F238E27FC236}">
                <a16:creationId xmlns:a16="http://schemas.microsoft.com/office/drawing/2014/main" id="{5BF55AE9-C52E-D063-5D7E-76DF446617FE}"/>
              </a:ext>
            </a:extLst>
          </p:cNvPr>
          <p:cNvCxnSpPr>
            <a:cxnSpLocks/>
          </p:cNvCxnSpPr>
          <p:nvPr/>
        </p:nvCxnSpPr>
        <p:spPr>
          <a:xfrm flipH="1">
            <a:off x="4409499" y="3084112"/>
            <a:ext cx="3480233" cy="0"/>
          </a:xfrm>
          <a:prstGeom prst="straightConnector1">
            <a:avLst/>
          </a:prstGeom>
          <a:ln w="12700">
            <a:solidFill>
              <a:srgbClr val="FEC10D"/>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725" name="TextBox 724">
            <a:extLst>
              <a:ext uri="{FF2B5EF4-FFF2-40B4-BE49-F238E27FC236}">
                <a16:creationId xmlns:a16="http://schemas.microsoft.com/office/drawing/2014/main" id="{DDCA38AA-8F14-B449-52C8-BBFD1FCF4BFE}"/>
              </a:ext>
            </a:extLst>
          </p:cNvPr>
          <p:cNvSpPr txBox="1"/>
          <p:nvPr/>
        </p:nvSpPr>
        <p:spPr>
          <a:xfrm>
            <a:off x="5377637" y="1312301"/>
            <a:ext cx="1168400" cy="848053"/>
          </a:xfrm>
          <a:prstGeom prst="rect">
            <a:avLst/>
          </a:prstGeom>
        </p:spPr>
        <p:txBody>
          <a:bodyPr lIns="0" tIns="0" rIns="0" bIns="0" anchor="t">
            <a:spAutoFit/>
          </a:bodyPr>
          <a:lstStyle/>
          <a:p>
            <a:pPr marL="0" indent="0" algn="l">
              <a:lnSpc>
                <a:spcPct val="150000"/>
              </a:lnSpc>
              <a:spcAft>
                <a:spcPts val="200"/>
              </a:spcAft>
            </a:pPr>
            <a:r>
              <a:rPr lang="en-US" sz="1200">
                <a:solidFill>
                  <a:srgbClr val="000000"/>
                </a:solidFill>
                <a:latin typeface="Arial"/>
                <a:cs typeface="Arial"/>
              </a:rPr>
              <a:t>Partner services</a:t>
            </a:r>
            <a:endParaRPr lang="en-US" sz="1200">
              <a:solidFill>
                <a:srgbClr val="000000"/>
              </a:solidFill>
              <a:latin typeface="Arial" panose="020B0604020202020204" pitchFamily="34" charset="0"/>
              <a:cs typeface="Arial"/>
            </a:endParaRPr>
          </a:p>
          <a:p>
            <a:pPr marL="0" indent="0" algn="l">
              <a:lnSpc>
                <a:spcPct val="150000"/>
              </a:lnSpc>
              <a:spcAft>
                <a:spcPts val="200"/>
              </a:spcAft>
            </a:pPr>
            <a:r>
              <a:rPr lang="en-US" sz="1200">
                <a:solidFill>
                  <a:srgbClr val="000000"/>
                </a:solidFill>
                <a:latin typeface="Arial"/>
                <a:cs typeface="Arial"/>
              </a:rPr>
              <a:t>Mobile app</a:t>
            </a:r>
          </a:p>
          <a:p>
            <a:pPr marL="0" indent="0" algn="l">
              <a:lnSpc>
                <a:spcPct val="150000"/>
              </a:lnSpc>
              <a:spcAft>
                <a:spcPts val="200"/>
              </a:spcAft>
            </a:pPr>
            <a:r>
              <a:rPr lang="en-US" sz="1200">
                <a:solidFill>
                  <a:srgbClr val="000000"/>
                </a:solidFill>
                <a:latin typeface="Arial"/>
                <a:cs typeface="Arial"/>
              </a:rPr>
              <a:t>Web app</a:t>
            </a:r>
          </a:p>
        </p:txBody>
      </p:sp>
      <p:pic>
        <p:nvPicPr>
          <p:cNvPr id="437" name="object 170">
            <a:extLst>
              <a:ext uri="{FF2B5EF4-FFF2-40B4-BE49-F238E27FC236}">
                <a16:creationId xmlns:a16="http://schemas.microsoft.com/office/drawing/2014/main" id="{2C7043B8-DC30-322F-AD26-B2C112136CB8}"/>
              </a:ext>
            </a:extLst>
          </p:cNvPr>
          <p:cNvPicPr/>
          <p:nvPr/>
        </p:nvPicPr>
        <p:blipFill>
          <a:blip r:embed="rId5" cstate="print"/>
          <a:stretch>
            <a:fillRect/>
          </a:stretch>
        </p:blipFill>
        <p:spPr>
          <a:xfrm>
            <a:off x="5135467" y="1673527"/>
            <a:ext cx="115275" cy="199810"/>
          </a:xfrm>
          <a:prstGeom prst="rect">
            <a:avLst/>
          </a:prstGeom>
        </p:spPr>
      </p:pic>
      <p:sp>
        <p:nvSpPr>
          <p:cNvPr id="439" name="object 186">
            <a:extLst>
              <a:ext uri="{FF2B5EF4-FFF2-40B4-BE49-F238E27FC236}">
                <a16:creationId xmlns:a16="http://schemas.microsoft.com/office/drawing/2014/main" id="{17D1FA22-EB0E-18D8-E3DD-9C5470EB35C1}"/>
              </a:ext>
            </a:extLst>
          </p:cNvPr>
          <p:cNvSpPr/>
          <p:nvPr/>
        </p:nvSpPr>
        <p:spPr>
          <a:xfrm>
            <a:off x="5085514" y="1977416"/>
            <a:ext cx="215180" cy="153700"/>
          </a:xfrm>
          <a:custGeom>
            <a:avLst/>
            <a:gdLst/>
            <a:ahLst/>
            <a:cxnLst/>
            <a:rect l="l" t="t" r="r" b="b"/>
            <a:pathLst>
              <a:path w="266700" h="190500">
                <a:moveTo>
                  <a:pt x="104787" y="95402"/>
                </a:moveTo>
                <a:lnTo>
                  <a:pt x="38100" y="95402"/>
                </a:lnTo>
                <a:lnTo>
                  <a:pt x="38100" y="152552"/>
                </a:lnTo>
                <a:lnTo>
                  <a:pt x="104787" y="152552"/>
                </a:lnTo>
                <a:lnTo>
                  <a:pt x="104787" y="95402"/>
                </a:lnTo>
                <a:close/>
              </a:path>
              <a:path w="266700" h="190500">
                <a:moveTo>
                  <a:pt x="228600" y="95402"/>
                </a:moveTo>
                <a:lnTo>
                  <a:pt x="123825" y="95402"/>
                </a:lnTo>
                <a:lnTo>
                  <a:pt x="123825" y="152552"/>
                </a:lnTo>
                <a:lnTo>
                  <a:pt x="228600" y="152552"/>
                </a:lnTo>
                <a:lnTo>
                  <a:pt x="228600" y="95402"/>
                </a:lnTo>
                <a:close/>
              </a:path>
              <a:path w="266700" h="190500">
                <a:moveTo>
                  <a:pt x="228600" y="57315"/>
                </a:moveTo>
                <a:lnTo>
                  <a:pt x="38100" y="57315"/>
                </a:lnTo>
                <a:lnTo>
                  <a:pt x="38100" y="76365"/>
                </a:lnTo>
                <a:lnTo>
                  <a:pt x="228600" y="76365"/>
                </a:lnTo>
                <a:lnTo>
                  <a:pt x="228600" y="57315"/>
                </a:lnTo>
                <a:close/>
              </a:path>
              <a:path w="266700" h="190500">
                <a:moveTo>
                  <a:pt x="228600" y="28740"/>
                </a:moveTo>
                <a:lnTo>
                  <a:pt x="209550" y="28740"/>
                </a:lnTo>
                <a:lnTo>
                  <a:pt x="209550" y="47790"/>
                </a:lnTo>
                <a:lnTo>
                  <a:pt x="228600" y="47790"/>
                </a:lnTo>
                <a:lnTo>
                  <a:pt x="228600" y="28740"/>
                </a:lnTo>
                <a:close/>
              </a:path>
              <a:path w="266700" h="190500">
                <a:moveTo>
                  <a:pt x="266700" y="0"/>
                </a:moveTo>
                <a:lnTo>
                  <a:pt x="0" y="0"/>
                </a:lnTo>
                <a:lnTo>
                  <a:pt x="0" y="19050"/>
                </a:lnTo>
                <a:lnTo>
                  <a:pt x="0" y="171450"/>
                </a:lnTo>
                <a:lnTo>
                  <a:pt x="0" y="190500"/>
                </a:lnTo>
                <a:lnTo>
                  <a:pt x="266700" y="190500"/>
                </a:lnTo>
                <a:lnTo>
                  <a:pt x="266700" y="171615"/>
                </a:lnTo>
                <a:lnTo>
                  <a:pt x="266700" y="171450"/>
                </a:lnTo>
                <a:lnTo>
                  <a:pt x="266700" y="19215"/>
                </a:lnTo>
                <a:lnTo>
                  <a:pt x="247662" y="19215"/>
                </a:lnTo>
                <a:lnTo>
                  <a:pt x="247662" y="171450"/>
                </a:lnTo>
                <a:lnTo>
                  <a:pt x="19062" y="171450"/>
                </a:lnTo>
                <a:lnTo>
                  <a:pt x="19062" y="19050"/>
                </a:lnTo>
                <a:lnTo>
                  <a:pt x="266700" y="19050"/>
                </a:lnTo>
                <a:lnTo>
                  <a:pt x="266700" y="0"/>
                </a:lnTo>
                <a:close/>
              </a:path>
            </a:pathLst>
          </a:custGeom>
          <a:solidFill>
            <a:srgbClr val="002856"/>
          </a:solidFill>
        </p:spPr>
        <p:txBody>
          <a:bodyPr wrap="square" lIns="0" tIns="0" rIns="0" bIns="0" rtlCol="0">
            <a:noAutofit/>
          </a:bodyPr>
          <a:lstStyle/>
          <a:p>
            <a:endParaRPr>
              <a:latin typeface="Arial" panose="020B0604020202020204" pitchFamily="34" charset="0"/>
              <a:cs typeface="Arial" panose="020B0604020202020204" pitchFamily="34" charset="0"/>
            </a:endParaRPr>
          </a:p>
        </p:txBody>
      </p:sp>
      <p:pic>
        <p:nvPicPr>
          <p:cNvPr id="770" name="Picture 769">
            <a:extLst>
              <a:ext uri="{FF2B5EF4-FFF2-40B4-BE49-F238E27FC236}">
                <a16:creationId xmlns:a16="http://schemas.microsoft.com/office/drawing/2014/main" id="{B79D504F-1368-A4FC-F9A1-35C2842E3CE2}"/>
              </a:ext>
            </a:extLst>
          </p:cNvPr>
          <p:cNvPicPr>
            <a:picLocks noChangeAspect="1"/>
          </p:cNvPicPr>
          <p:nvPr/>
        </p:nvPicPr>
        <p:blipFill>
          <a:blip r:embed="rId6"/>
          <a:stretch>
            <a:fillRect/>
          </a:stretch>
        </p:blipFill>
        <p:spPr>
          <a:xfrm>
            <a:off x="8948587" y="1994925"/>
            <a:ext cx="303383" cy="226633"/>
          </a:xfrm>
          <a:prstGeom prst="rect">
            <a:avLst/>
          </a:prstGeom>
        </p:spPr>
      </p:pic>
      <p:pic>
        <p:nvPicPr>
          <p:cNvPr id="772" name="Picture 771">
            <a:extLst>
              <a:ext uri="{FF2B5EF4-FFF2-40B4-BE49-F238E27FC236}">
                <a16:creationId xmlns:a16="http://schemas.microsoft.com/office/drawing/2014/main" id="{980776E5-D4C3-DA9A-E5AE-82FACE0AF9A0}"/>
              </a:ext>
            </a:extLst>
          </p:cNvPr>
          <p:cNvPicPr>
            <a:picLocks noChangeAspect="1"/>
          </p:cNvPicPr>
          <p:nvPr/>
        </p:nvPicPr>
        <p:blipFill>
          <a:blip r:embed="rId7"/>
          <a:stretch>
            <a:fillRect/>
          </a:stretch>
        </p:blipFill>
        <p:spPr>
          <a:xfrm>
            <a:off x="8960880" y="1548547"/>
            <a:ext cx="278797" cy="216842"/>
          </a:xfrm>
          <a:prstGeom prst="rect">
            <a:avLst/>
          </a:prstGeom>
        </p:spPr>
      </p:pic>
      <p:pic>
        <p:nvPicPr>
          <p:cNvPr id="774" name="Picture 773">
            <a:extLst>
              <a:ext uri="{FF2B5EF4-FFF2-40B4-BE49-F238E27FC236}">
                <a16:creationId xmlns:a16="http://schemas.microsoft.com/office/drawing/2014/main" id="{9A881A8D-D842-D9B5-EDF0-F83AD4264DA9}"/>
              </a:ext>
            </a:extLst>
          </p:cNvPr>
          <p:cNvPicPr>
            <a:picLocks noChangeAspect="1"/>
          </p:cNvPicPr>
          <p:nvPr/>
        </p:nvPicPr>
        <p:blipFill>
          <a:blip r:embed="rId8"/>
          <a:stretch>
            <a:fillRect/>
          </a:stretch>
        </p:blipFill>
        <p:spPr>
          <a:xfrm>
            <a:off x="8967231" y="1336527"/>
            <a:ext cx="266094" cy="206962"/>
          </a:xfrm>
          <a:prstGeom prst="rect">
            <a:avLst/>
          </a:prstGeom>
        </p:spPr>
      </p:pic>
      <p:pic>
        <p:nvPicPr>
          <p:cNvPr id="776" name="Picture 775">
            <a:extLst>
              <a:ext uri="{FF2B5EF4-FFF2-40B4-BE49-F238E27FC236}">
                <a16:creationId xmlns:a16="http://schemas.microsoft.com/office/drawing/2014/main" id="{AD15CD54-FA39-29A4-B788-8BF08D53885A}"/>
              </a:ext>
            </a:extLst>
          </p:cNvPr>
          <p:cNvPicPr>
            <a:picLocks noChangeAspect="1"/>
          </p:cNvPicPr>
          <p:nvPr/>
        </p:nvPicPr>
        <p:blipFill>
          <a:blip r:embed="rId9"/>
          <a:stretch>
            <a:fillRect/>
          </a:stretch>
        </p:blipFill>
        <p:spPr>
          <a:xfrm>
            <a:off x="8943584" y="1746186"/>
            <a:ext cx="282195" cy="219485"/>
          </a:xfrm>
          <a:prstGeom prst="rect">
            <a:avLst/>
          </a:prstGeom>
        </p:spPr>
      </p:pic>
      <p:pic>
        <p:nvPicPr>
          <p:cNvPr id="17" name="Picture 16">
            <a:extLst>
              <a:ext uri="{FF2B5EF4-FFF2-40B4-BE49-F238E27FC236}">
                <a16:creationId xmlns:a16="http://schemas.microsoft.com/office/drawing/2014/main" id="{194CBED8-A310-2C4C-C6BF-8DF9BFADC7DA}"/>
              </a:ext>
            </a:extLst>
          </p:cNvPr>
          <p:cNvPicPr>
            <a:picLocks noChangeAspect="1"/>
          </p:cNvPicPr>
          <p:nvPr/>
        </p:nvPicPr>
        <p:blipFill>
          <a:blip r:embed="rId8"/>
          <a:stretch>
            <a:fillRect/>
          </a:stretch>
        </p:blipFill>
        <p:spPr>
          <a:xfrm>
            <a:off x="8639761" y="4383167"/>
            <a:ext cx="325373" cy="253068"/>
          </a:xfrm>
          <a:prstGeom prst="rect">
            <a:avLst/>
          </a:prstGeom>
        </p:spPr>
      </p:pic>
      <p:cxnSp>
        <p:nvCxnSpPr>
          <p:cNvPr id="31" name="Straight Arrow Connector 30">
            <a:extLst>
              <a:ext uri="{FF2B5EF4-FFF2-40B4-BE49-F238E27FC236}">
                <a16:creationId xmlns:a16="http://schemas.microsoft.com/office/drawing/2014/main" id="{2C693980-D2DD-AA5A-47BE-5DDC649DD877}"/>
              </a:ext>
            </a:extLst>
          </p:cNvPr>
          <p:cNvCxnSpPr>
            <a:cxnSpLocks/>
          </p:cNvCxnSpPr>
          <p:nvPr/>
        </p:nvCxnSpPr>
        <p:spPr>
          <a:xfrm>
            <a:off x="4702629" y="2875190"/>
            <a:ext cx="3187103" cy="0"/>
          </a:xfrm>
          <a:prstGeom prst="straightConnector1">
            <a:avLst/>
          </a:prstGeom>
          <a:ln w="12700">
            <a:solidFill>
              <a:srgbClr val="6F7878"/>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93A8FB79-EEA5-CD10-81B4-F1E705388F98}"/>
              </a:ext>
            </a:extLst>
          </p:cNvPr>
          <p:cNvCxnSpPr>
            <a:cxnSpLocks/>
          </p:cNvCxnSpPr>
          <p:nvPr/>
        </p:nvCxnSpPr>
        <p:spPr>
          <a:xfrm flipV="1">
            <a:off x="4700685" y="1403429"/>
            <a:ext cx="0" cy="2173480"/>
          </a:xfrm>
          <a:prstGeom prst="straightConnector1">
            <a:avLst/>
          </a:prstGeom>
          <a:ln w="12700">
            <a:solidFill>
              <a:srgbClr val="6F7878"/>
            </a:solidFill>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C4D336E0-A913-C152-CF3B-68E18584DC25}"/>
              </a:ext>
            </a:extLst>
          </p:cNvPr>
          <p:cNvCxnSpPr>
            <a:cxnSpLocks/>
            <a:stCxn id="583" idx="3"/>
          </p:cNvCxnSpPr>
          <p:nvPr/>
        </p:nvCxnSpPr>
        <p:spPr>
          <a:xfrm>
            <a:off x="3667027" y="1403430"/>
            <a:ext cx="1035602" cy="0"/>
          </a:xfrm>
          <a:prstGeom prst="straightConnector1">
            <a:avLst/>
          </a:prstGeom>
          <a:ln w="12700">
            <a:solidFill>
              <a:srgbClr val="6F7878"/>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59E3EA7-54AD-EA47-0AE8-ADC0BB955CA1}"/>
              </a:ext>
            </a:extLst>
          </p:cNvPr>
          <p:cNvCxnSpPr>
            <a:cxnSpLocks/>
          </p:cNvCxnSpPr>
          <p:nvPr/>
        </p:nvCxnSpPr>
        <p:spPr>
          <a:xfrm>
            <a:off x="4702629" y="3573459"/>
            <a:ext cx="294488" cy="0"/>
          </a:xfrm>
          <a:prstGeom prst="straightConnector1">
            <a:avLst/>
          </a:prstGeom>
          <a:ln w="12700">
            <a:solidFill>
              <a:srgbClr val="6F7878"/>
            </a:solidFill>
            <a:headEnd w="lg" len="med"/>
            <a:tailEnd type="triangle" w="lg" len="med"/>
          </a:ln>
        </p:spPr>
        <p:style>
          <a:lnRef idx="1">
            <a:schemeClr val="accent1"/>
          </a:lnRef>
          <a:fillRef idx="0">
            <a:schemeClr val="accent1"/>
          </a:fillRef>
          <a:effectRef idx="0">
            <a:schemeClr val="accent1"/>
          </a:effectRef>
          <a:fontRef idx="minor">
            <a:schemeClr val="tx1"/>
          </a:fontRef>
        </p:style>
      </p:cxnSp>
      <p:sp>
        <p:nvSpPr>
          <p:cNvPr id="43" name="Freeform 42">
            <a:extLst>
              <a:ext uri="{FF2B5EF4-FFF2-40B4-BE49-F238E27FC236}">
                <a16:creationId xmlns:a16="http://schemas.microsoft.com/office/drawing/2014/main" id="{562EA0C2-468C-57CF-66EE-E3D63DF649AA}"/>
              </a:ext>
            </a:extLst>
          </p:cNvPr>
          <p:cNvSpPr/>
          <p:nvPr/>
        </p:nvSpPr>
        <p:spPr>
          <a:xfrm>
            <a:off x="1446520" y="2528913"/>
            <a:ext cx="228597" cy="228594"/>
          </a:xfrm>
          <a:custGeom>
            <a:avLst/>
            <a:gdLst/>
            <a:ahLst/>
            <a:cxnLst/>
            <a:rect l="l" t="t" r="r" b="b"/>
            <a:pathLst>
              <a:path w="228597" h="228594">
                <a:moveTo>
                  <a:pt x="85725" y="176207"/>
                </a:moveTo>
                <a:lnTo>
                  <a:pt x="33337" y="142869"/>
                </a:lnTo>
                <a:lnTo>
                  <a:pt x="85725" y="109532"/>
                </a:lnTo>
                <a:lnTo>
                  <a:pt x="85725" y="128582"/>
                </a:lnTo>
                <a:lnTo>
                  <a:pt x="61912" y="142869"/>
                </a:lnTo>
                <a:lnTo>
                  <a:pt x="85725" y="157157"/>
                </a:lnTo>
                <a:lnTo>
                  <a:pt x="85725" y="176207"/>
                </a:lnTo>
                <a:close/>
                <a:moveTo>
                  <a:pt x="142875" y="176207"/>
                </a:moveTo>
                <a:lnTo>
                  <a:pt x="142875" y="157157"/>
                </a:lnTo>
                <a:lnTo>
                  <a:pt x="166688" y="142869"/>
                </a:lnTo>
                <a:lnTo>
                  <a:pt x="142875" y="128582"/>
                </a:lnTo>
                <a:lnTo>
                  <a:pt x="142875" y="109532"/>
                </a:lnTo>
                <a:lnTo>
                  <a:pt x="195263" y="142869"/>
                </a:lnTo>
                <a:lnTo>
                  <a:pt x="142875" y="176207"/>
                </a:lnTo>
                <a:close/>
                <a:moveTo>
                  <a:pt x="90487" y="195257"/>
                </a:moveTo>
                <a:lnTo>
                  <a:pt x="123825" y="80957"/>
                </a:lnTo>
                <a:lnTo>
                  <a:pt x="142875" y="80957"/>
                </a:lnTo>
                <a:lnTo>
                  <a:pt x="109537" y="195257"/>
                </a:lnTo>
                <a:close/>
                <a:moveTo>
                  <a:pt x="209550" y="209544"/>
                </a:moveTo>
                <a:lnTo>
                  <a:pt x="209550" y="66669"/>
                </a:lnTo>
                <a:lnTo>
                  <a:pt x="19050" y="66669"/>
                </a:lnTo>
                <a:lnTo>
                  <a:pt x="19050" y="209544"/>
                </a:lnTo>
                <a:close/>
                <a:moveTo>
                  <a:pt x="38100" y="42857"/>
                </a:moveTo>
                <a:cubicBezTo>
                  <a:pt x="32842" y="42857"/>
                  <a:pt x="28575" y="38590"/>
                  <a:pt x="28575" y="33332"/>
                </a:cubicBezTo>
                <a:cubicBezTo>
                  <a:pt x="28575" y="28074"/>
                  <a:pt x="32842" y="23807"/>
                  <a:pt x="38100" y="23807"/>
                </a:cubicBezTo>
                <a:cubicBezTo>
                  <a:pt x="43358" y="23807"/>
                  <a:pt x="47625" y="28074"/>
                  <a:pt x="47625" y="33332"/>
                </a:cubicBezTo>
                <a:cubicBezTo>
                  <a:pt x="47625" y="38590"/>
                  <a:pt x="43358" y="42857"/>
                  <a:pt x="38100" y="42857"/>
                </a:cubicBezTo>
                <a:close/>
                <a:moveTo>
                  <a:pt x="66675" y="42857"/>
                </a:moveTo>
                <a:cubicBezTo>
                  <a:pt x="61417" y="42857"/>
                  <a:pt x="57150" y="38590"/>
                  <a:pt x="57150" y="33332"/>
                </a:cubicBezTo>
                <a:cubicBezTo>
                  <a:pt x="57150" y="28074"/>
                  <a:pt x="61417" y="23807"/>
                  <a:pt x="66675" y="23807"/>
                </a:cubicBezTo>
                <a:cubicBezTo>
                  <a:pt x="71933" y="23807"/>
                  <a:pt x="76200" y="28074"/>
                  <a:pt x="76200" y="33332"/>
                </a:cubicBezTo>
                <a:cubicBezTo>
                  <a:pt x="76200" y="38590"/>
                  <a:pt x="71933" y="42857"/>
                  <a:pt x="66675" y="42857"/>
                </a:cubicBezTo>
                <a:close/>
                <a:moveTo>
                  <a:pt x="95250" y="42857"/>
                </a:moveTo>
                <a:cubicBezTo>
                  <a:pt x="89992" y="42857"/>
                  <a:pt x="85725" y="38590"/>
                  <a:pt x="85725" y="33332"/>
                </a:cubicBezTo>
                <a:cubicBezTo>
                  <a:pt x="85725" y="28074"/>
                  <a:pt x="89992" y="23807"/>
                  <a:pt x="95250" y="23807"/>
                </a:cubicBezTo>
                <a:cubicBezTo>
                  <a:pt x="100508" y="23807"/>
                  <a:pt x="104775" y="28074"/>
                  <a:pt x="104775" y="33332"/>
                </a:cubicBezTo>
                <a:cubicBezTo>
                  <a:pt x="104775" y="38590"/>
                  <a:pt x="100508" y="42857"/>
                  <a:pt x="95250" y="42857"/>
                </a:cubicBezTo>
                <a:close/>
                <a:moveTo>
                  <a:pt x="209550" y="47619"/>
                </a:moveTo>
                <a:lnTo>
                  <a:pt x="209550" y="19044"/>
                </a:lnTo>
                <a:lnTo>
                  <a:pt x="19050" y="19044"/>
                </a:lnTo>
                <a:lnTo>
                  <a:pt x="19050" y="47619"/>
                </a:lnTo>
                <a:close/>
                <a:moveTo>
                  <a:pt x="0" y="228594"/>
                </a:moveTo>
                <a:lnTo>
                  <a:pt x="0" y="0"/>
                </a:lnTo>
                <a:lnTo>
                  <a:pt x="228597" y="0"/>
                </a:lnTo>
                <a:lnTo>
                  <a:pt x="228597" y="228594"/>
                </a:lnTo>
                <a:close/>
              </a:path>
            </a:pathLst>
          </a:custGeom>
          <a:solidFill>
            <a:srgbClr val="002855"/>
          </a:solidFill>
        </p:spPr>
        <p:txBody>
          <a:bodyPr/>
          <a:lstStyle/>
          <a:p>
            <a:endParaRPr lang="en-US"/>
          </a:p>
        </p:txBody>
      </p:sp>
      <p:sp>
        <p:nvSpPr>
          <p:cNvPr id="40" name="TextBox 39">
            <a:extLst>
              <a:ext uri="{FF2B5EF4-FFF2-40B4-BE49-F238E27FC236}">
                <a16:creationId xmlns:a16="http://schemas.microsoft.com/office/drawing/2014/main" id="{8846DFD0-FAA4-3577-B27D-8A6AEBB980AF}"/>
              </a:ext>
            </a:extLst>
          </p:cNvPr>
          <p:cNvSpPr txBox="1"/>
          <p:nvPr/>
        </p:nvSpPr>
        <p:spPr>
          <a:xfrm>
            <a:off x="6950480" y="5095266"/>
            <a:ext cx="1215666" cy="276999"/>
          </a:xfrm>
          <a:prstGeom prst="rect">
            <a:avLst/>
          </a:prstGeom>
          <a:noFill/>
        </p:spPr>
        <p:txBody>
          <a:bodyPr wrap="square">
            <a:spAutoFit/>
          </a:bodyPr>
          <a:lstStyle/>
          <a:p>
            <a:pPr>
              <a:buNone/>
            </a:pPr>
            <a:r>
              <a:rPr lang="en-IN" sz="1200">
                <a:effectLst/>
                <a:latin typeface="Helvetica" pitchFamily="2" charset="0"/>
              </a:rPr>
              <a:t>Event brokers</a:t>
            </a:r>
          </a:p>
        </p:txBody>
      </p:sp>
      <p:pic>
        <p:nvPicPr>
          <p:cNvPr id="42" name="Graphic 41">
            <a:extLst>
              <a:ext uri="{FF2B5EF4-FFF2-40B4-BE49-F238E27FC236}">
                <a16:creationId xmlns:a16="http://schemas.microsoft.com/office/drawing/2014/main" id="{DC5D54B0-DE2E-BAEF-A9F0-7D168764EA9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91921" y="5072748"/>
            <a:ext cx="313853" cy="244108"/>
          </a:xfrm>
          <a:prstGeom prst="rect">
            <a:avLst/>
          </a:prstGeom>
        </p:spPr>
      </p:pic>
      <p:cxnSp>
        <p:nvCxnSpPr>
          <p:cNvPr id="62" name="Straight Arrow Connector 61">
            <a:extLst>
              <a:ext uri="{FF2B5EF4-FFF2-40B4-BE49-F238E27FC236}">
                <a16:creationId xmlns:a16="http://schemas.microsoft.com/office/drawing/2014/main" id="{DF7853F7-2634-579B-BBD3-A730E1DDB38F}"/>
              </a:ext>
            </a:extLst>
          </p:cNvPr>
          <p:cNvCxnSpPr>
            <a:cxnSpLocks/>
          </p:cNvCxnSpPr>
          <p:nvPr/>
        </p:nvCxnSpPr>
        <p:spPr>
          <a:xfrm>
            <a:off x="9045679" y="3885219"/>
            <a:ext cx="0" cy="323661"/>
          </a:xfrm>
          <a:prstGeom prst="straightConnector1">
            <a:avLst/>
          </a:prstGeom>
          <a:ln w="12700">
            <a:solidFill>
              <a:srgbClr val="FF540A"/>
            </a:solidFill>
            <a:headEnd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448" name="Straight Arrow Connector 447">
            <a:extLst>
              <a:ext uri="{FF2B5EF4-FFF2-40B4-BE49-F238E27FC236}">
                <a16:creationId xmlns:a16="http://schemas.microsoft.com/office/drawing/2014/main" id="{6FEE0CB5-A543-F959-6563-BBEC91ECC550}"/>
              </a:ext>
            </a:extLst>
          </p:cNvPr>
          <p:cNvCxnSpPr>
            <a:cxnSpLocks/>
          </p:cNvCxnSpPr>
          <p:nvPr/>
        </p:nvCxnSpPr>
        <p:spPr>
          <a:xfrm flipH="1">
            <a:off x="5706723" y="3715510"/>
            <a:ext cx="1383796" cy="0"/>
          </a:xfrm>
          <a:prstGeom prst="straightConnector1">
            <a:avLst/>
          </a:prstGeom>
          <a:ln w="12700">
            <a:solidFill>
              <a:srgbClr val="FF540A"/>
            </a:solidFill>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54" name="Straight Arrow Connector 453">
            <a:extLst>
              <a:ext uri="{FF2B5EF4-FFF2-40B4-BE49-F238E27FC236}">
                <a16:creationId xmlns:a16="http://schemas.microsoft.com/office/drawing/2014/main" id="{E84902DB-4ED7-255E-A475-DE20C49767F8}"/>
              </a:ext>
            </a:extLst>
          </p:cNvPr>
          <p:cNvCxnSpPr>
            <a:cxnSpLocks/>
          </p:cNvCxnSpPr>
          <p:nvPr/>
        </p:nvCxnSpPr>
        <p:spPr>
          <a:xfrm flipH="1">
            <a:off x="7556500" y="2406257"/>
            <a:ext cx="1376182" cy="0"/>
          </a:xfrm>
          <a:prstGeom prst="straightConnector1">
            <a:avLst/>
          </a:prstGeom>
          <a:ln w="12700">
            <a:solidFill>
              <a:srgbClr val="FF540A"/>
            </a:solidFill>
            <a:headEnd w="lg" len="med"/>
            <a:tailEnd type="none" w="lg" len="med"/>
          </a:ln>
        </p:spPr>
        <p:style>
          <a:lnRef idx="1">
            <a:schemeClr val="accent1"/>
          </a:lnRef>
          <a:fillRef idx="0">
            <a:schemeClr val="accent1"/>
          </a:fillRef>
          <a:effectRef idx="0">
            <a:schemeClr val="accent1"/>
          </a:effectRef>
          <a:fontRef idx="minor">
            <a:schemeClr val="tx1"/>
          </a:fontRef>
        </p:style>
      </p:cxnSp>
      <p:pic>
        <p:nvPicPr>
          <p:cNvPr id="464" name="Graphic 463">
            <a:extLst>
              <a:ext uri="{FF2B5EF4-FFF2-40B4-BE49-F238E27FC236}">
                <a16:creationId xmlns:a16="http://schemas.microsoft.com/office/drawing/2014/main" id="{6FBB96DC-7687-359E-DDD2-6BEB3650520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28181" y="4997394"/>
            <a:ext cx="358134" cy="278549"/>
          </a:xfrm>
          <a:prstGeom prst="rect">
            <a:avLst/>
          </a:prstGeom>
        </p:spPr>
      </p:pic>
      <p:pic>
        <p:nvPicPr>
          <p:cNvPr id="480" name="Graphic 479">
            <a:extLst>
              <a:ext uri="{FF2B5EF4-FFF2-40B4-BE49-F238E27FC236}">
                <a16:creationId xmlns:a16="http://schemas.microsoft.com/office/drawing/2014/main" id="{F67F66D2-6B34-318A-077E-0053CE3A61D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713454" y="4414857"/>
            <a:ext cx="283311" cy="220353"/>
          </a:xfrm>
          <a:prstGeom prst="rect">
            <a:avLst/>
          </a:prstGeom>
        </p:spPr>
      </p:pic>
      <p:pic>
        <p:nvPicPr>
          <p:cNvPr id="49" name="Graphic 48">
            <a:extLst>
              <a:ext uri="{FF2B5EF4-FFF2-40B4-BE49-F238E27FC236}">
                <a16:creationId xmlns:a16="http://schemas.microsoft.com/office/drawing/2014/main" id="{220599A6-1806-A9A7-80E6-18ECEF7DECBD}"/>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036490" y="1348674"/>
            <a:ext cx="313229" cy="243623"/>
          </a:xfrm>
          <a:prstGeom prst="rect">
            <a:avLst/>
          </a:prstGeom>
        </p:spPr>
      </p:pic>
      <p:grpSp>
        <p:nvGrpSpPr>
          <p:cNvPr id="470" name="Group 469">
            <a:extLst>
              <a:ext uri="{FF2B5EF4-FFF2-40B4-BE49-F238E27FC236}">
                <a16:creationId xmlns:a16="http://schemas.microsoft.com/office/drawing/2014/main" id="{B7B9A75C-1469-9027-0E0C-76BB517A3383}"/>
              </a:ext>
            </a:extLst>
          </p:cNvPr>
          <p:cNvGrpSpPr/>
          <p:nvPr/>
        </p:nvGrpSpPr>
        <p:grpSpPr>
          <a:xfrm>
            <a:off x="7883612" y="2531129"/>
            <a:ext cx="2736966" cy="813963"/>
            <a:chOff x="7883612" y="2459890"/>
            <a:chExt cx="2736966" cy="813963"/>
          </a:xfrm>
        </p:grpSpPr>
        <p:sp>
          <p:nvSpPr>
            <p:cNvPr id="642" name="Rectangle 641">
              <a:extLst>
                <a:ext uri="{FF2B5EF4-FFF2-40B4-BE49-F238E27FC236}">
                  <a16:creationId xmlns:a16="http://schemas.microsoft.com/office/drawing/2014/main" id="{60E86B72-1FC5-C8FD-0794-77B7CE9F8947}"/>
                </a:ext>
              </a:extLst>
            </p:cNvPr>
            <p:cNvSpPr/>
            <p:nvPr/>
          </p:nvSpPr>
          <p:spPr>
            <a:xfrm>
              <a:off x="7889732" y="2459890"/>
              <a:ext cx="2720539" cy="813963"/>
            </a:xfrm>
            <a:prstGeom prst="rect">
              <a:avLst/>
            </a:prstGeom>
            <a:noFill/>
            <a:ln>
              <a:solidFill>
                <a:srgbClr val="0028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0" name="Freeform 640">
              <a:extLst>
                <a:ext uri="{FF2B5EF4-FFF2-40B4-BE49-F238E27FC236}">
                  <a16:creationId xmlns:a16="http://schemas.microsoft.com/office/drawing/2014/main" id="{980EC311-727F-9F76-CC5F-5FD9665BF04E}"/>
                </a:ext>
              </a:extLst>
            </p:cNvPr>
            <p:cNvSpPr/>
            <p:nvPr/>
          </p:nvSpPr>
          <p:spPr>
            <a:xfrm>
              <a:off x="8852361" y="2752702"/>
              <a:ext cx="837289" cy="462366"/>
            </a:xfrm>
            <a:custGeom>
              <a:avLst/>
              <a:gdLst/>
              <a:ahLst/>
              <a:cxnLst/>
              <a:rect l="l" t="t" r="r" b="b"/>
              <a:pathLst>
                <a:path w="1689011" h="466192">
                  <a:moveTo>
                    <a:pt x="0" y="466191"/>
                  </a:moveTo>
                  <a:lnTo>
                    <a:pt x="1689011" y="466191"/>
                  </a:lnTo>
                  <a:lnTo>
                    <a:pt x="1689011" y="0"/>
                  </a:lnTo>
                  <a:lnTo>
                    <a:pt x="0" y="0"/>
                  </a:lnTo>
                  <a:close/>
                </a:path>
              </a:pathLst>
            </a:custGeom>
            <a:solidFill>
              <a:srgbClr val="002855"/>
            </a:solidFill>
          </p:spPr>
          <p:txBody>
            <a:bodyPr lIns="91440" tIns="45720" rIns="91440" bIns="45720" anchor="t"/>
            <a:lstStyle/>
            <a:p>
              <a:pPr algn="ctr"/>
              <a:r>
                <a:rPr lang="en-US" sz="1200" b="1">
                  <a:solidFill>
                    <a:schemeClr val="bg1"/>
                  </a:solidFill>
                  <a:cs typeface="Arial"/>
                </a:rPr>
                <a:t>Agent Gateway</a:t>
              </a:r>
            </a:p>
          </p:txBody>
        </p:sp>
        <p:sp>
          <p:nvSpPr>
            <p:cNvPr id="12" name="Freeform 640">
              <a:extLst>
                <a:ext uri="{FF2B5EF4-FFF2-40B4-BE49-F238E27FC236}">
                  <a16:creationId xmlns:a16="http://schemas.microsoft.com/office/drawing/2014/main" id="{8498BDBF-2CD2-F742-14E2-5AB6E5CDD89F}"/>
                </a:ext>
              </a:extLst>
            </p:cNvPr>
            <p:cNvSpPr/>
            <p:nvPr/>
          </p:nvSpPr>
          <p:spPr>
            <a:xfrm>
              <a:off x="9760185" y="2751349"/>
              <a:ext cx="815350" cy="465319"/>
            </a:xfrm>
            <a:custGeom>
              <a:avLst/>
              <a:gdLst/>
              <a:ahLst/>
              <a:cxnLst/>
              <a:rect l="l" t="t" r="r" b="b"/>
              <a:pathLst>
                <a:path w="1689011" h="466192">
                  <a:moveTo>
                    <a:pt x="0" y="466191"/>
                  </a:moveTo>
                  <a:lnTo>
                    <a:pt x="1689011" y="466191"/>
                  </a:lnTo>
                  <a:lnTo>
                    <a:pt x="1689011" y="0"/>
                  </a:lnTo>
                  <a:lnTo>
                    <a:pt x="0" y="0"/>
                  </a:lnTo>
                  <a:close/>
                </a:path>
              </a:pathLst>
            </a:custGeom>
            <a:solidFill>
              <a:srgbClr val="002855"/>
            </a:solidFill>
          </p:spPr>
          <p:txBody>
            <a:bodyPr lIns="91440" tIns="45720" rIns="91440" bIns="45720" anchor="t"/>
            <a:lstStyle/>
            <a:p>
              <a:pPr algn="ctr"/>
              <a:r>
                <a:rPr lang="en-US" sz="1200" b="1">
                  <a:solidFill>
                    <a:schemeClr val="bg1"/>
                  </a:solidFill>
                  <a:cs typeface="Arial"/>
                </a:rPr>
                <a:t>LLM</a:t>
              </a:r>
            </a:p>
            <a:p>
              <a:pPr algn="ctr"/>
              <a:r>
                <a:rPr lang="en-US" sz="1200" b="1">
                  <a:solidFill>
                    <a:schemeClr val="bg1"/>
                  </a:solidFill>
                  <a:cs typeface="Arial"/>
                </a:rPr>
                <a:t>Gateway</a:t>
              </a:r>
            </a:p>
          </p:txBody>
        </p:sp>
        <p:sp>
          <p:nvSpPr>
            <p:cNvPr id="13" name="Freeform 640">
              <a:extLst>
                <a:ext uri="{FF2B5EF4-FFF2-40B4-BE49-F238E27FC236}">
                  <a16:creationId xmlns:a16="http://schemas.microsoft.com/office/drawing/2014/main" id="{616AA898-F669-6A13-FE1D-43A2D542E1ED}"/>
                </a:ext>
              </a:extLst>
            </p:cNvPr>
            <p:cNvSpPr/>
            <p:nvPr/>
          </p:nvSpPr>
          <p:spPr>
            <a:xfrm>
              <a:off x="7934152" y="2755450"/>
              <a:ext cx="847673" cy="456365"/>
            </a:xfrm>
            <a:custGeom>
              <a:avLst/>
              <a:gdLst/>
              <a:ahLst/>
              <a:cxnLst/>
              <a:rect l="l" t="t" r="r" b="b"/>
              <a:pathLst>
                <a:path w="1689011" h="466192">
                  <a:moveTo>
                    <a:pt x="0" y="466191"/>
                  </a:moveTo>
                  <a:lnTo>
                    <a:pt x="1689011" y="466191"/>
                  </a:lnTo>
                  <a:lnTo>
                    <a:pt x="1689011" y="0"/>
                  </a:lnTo>
                  <a:lnTo>
                    <a:pt x="0" y="0"/>
                  </a:lnTo>
                  <a:close/>
                </a:path>
              </a:pathLst>
            </a:custGeom>
            <a:solidFill>
              <a:srgbClr val="002855"/>
            </a:solidFill>
          </p:spPr>
          <p:txBody>
            <a:bodyPr lIns="91440" tIns="45720" rIns="91440" bIns="45720" anchor="t"/>
            <a:lstStyle/>
            <a:p>
              <a:pPr algn="ctr"/>
              <a:r>
                <a:rPr lang="en-US" sz="1200" b="1">
                  <a:solidFill>
                    <a:schemeClr val="bg1"/>
                  </a:solidFill>
                  <a:cs typeface="Arial"/>
                </a:rPr>
                <a:t>MCP Gateway</a:t>
              </a:r>
            </a:p>
          </p:txBody>
        </p:sp>
        <p:sp>
          <p:nvSpPr>
            <p:cNvPr id="38" name="TextBox 37">
              <a:extLst>
                <a:ext uri="{FF2B5EF4-FFF2-40B4-BE49-F238E27FC236}">
                  <a16:creationId xmlns:a16="http://schemas.microsoft.com/office/drawing/2014/main" id="{F93A6398-ACA0-D57C-2F05-FD6BE387CBCD}"/>
                </a:ext>
              </a:extLst>
            </p:cNvPr>
            <p:cNvSpPr txBox="1"/>
            <p:nvPr/>
          </p:nvSpPr>
          <p:spPr>
            <a:xfrm>
              <a:off x="7883612" y="2460617"/>
              <a:ext cx="2736966" cy="241735"/>
            </a:xfrm>
            <a:prstGeom prst="rect">
              <a:avLst/>
            </a:prstGeom>
            <a:solidFill>
              <a:srgbClr val="002856"/>
            </a:solidFill>
          </p:spPr>
          <p:txBody>
            <a:bodyPr wrap="square" lIns="36000" tIns="36000" rIns="36000" bIns="36000">
              <a:noAutofit/>
            </a:bodyPr>
            <a:lstStyle/>
            <a:p>
              <a:pPr algn="ctr">
                <a:buNone/>
              </a:pPr>
              <a:r>
                <a:rPr lang="en-IN" sz="1200" b="1">
                  <a:solidFill>
                    <a:schemeClr val="bg1"/>
                  </a:solidFill>
                  <a:effectLst/>
                </a:rPr>
                <a:t>AI-Ready Gateways</a:t>
              </a:r>
              <a:r>
                <a:rPr lang="en-IN" sz="1200" b="1" baseline="30000">
                  <a:solidFill>
                    <a:schemeClr val="bg1"/>
                  </a:solidFill>
                  <a:effectLst/>
                </a:rPr>
                <a:t>a</a:t>
              </a:r>
            </a:p>
          </p:txBody>
        </p:sp>
      </p:grpSp>
      <p:cxnSp>
        <p:nvCxnSpPr>
          <p:cNvPr id="47" name="Straight Arrow Connector 46">
            <a:extLst>
              <a:ext uri="{FF2B5EF4-FFF2-40B4-BE49-F238E27FC236}">
                <a16:creationId xmlns:a16="http://schemas.microsoft.com/office/drawing/2014/main" id="{7545EC71-8C6B-CB37-A3B1-153A0C8DD7D4}"/>
              </a:ext>
            </a:extLst>
          </p:cNvPr>
          <p:cNvCxnSpPr>
            <a:cxnSpLocks/>
          </p:cNvCxnSpPr>
          <p:nvPr/>
        </p:nvCxnSpPr>
        <p:spPr>
          <a:xfrm flipH="1">
            <a:off x="8400470" y="2357007"/>
            <a:ext cx="716537" cy="0"/>
          </a:xfrm>
          <a:prstGeom prst="straightConnector1">
            <a:avLst/>
          </a:prstGeom>
          <a:ln w="12700">
            <a:solidFill>
              <a:srgbClr val="FF540A"/>
            </a:solidFill>
            <a:headEnd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0CEE714-D204-2C8D-1F36-A304F5E00D8E}"/>
              </a:ext>
            </a:extLst>
          </p:cNvPr>
          <p:cNvCxnSpPr>
            <a:cxnSpLocks/>
          </p:cNvCxnSpPr>
          <p:nvPr/>
        </p:nvCxnSpPr>
        <p:spPr>
          <a:xfrm>
            <a:off x="9109477" y="2271930"/>
            <a:ext cx="0" cy="85122"/>
          </a:xfrm>
          <a:prstGeom prst="straightConnector1">
            <a:avLst/>
          </a:prstGeom>
          <a:ln w="12700">
            <a:solidFill>
              <a:srgbClr val="FF540A"/>
            </a:solidFill>
            <a:headEnd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75681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Arial figure master">
  <a:themeElements>
    <a:clrScheme name="2020 Gartner Theme-001">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6"/>
      </a:hlink>
      <a:folHlink>
        <a:srgbClr val="0045B5"/>
      </a:folHlink>
    </a:clrScheme>
    <a:fontScheme name="Custom 2">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l">
          <a:defRPr sz="1400" dirty="0" smtClean="0"/>
        </a:defPPr>
      </a:lstStyle>
    </a:txDef>
  </a:objectDefaults>
  <a:extraClrSchemeLst/>
  <a:custClrLst>
    <a:custClr name="GBlue">
      <a:srgbClr val="002856"/>
    </a:custClr>
    <a:custClr name="Sky">
      <a:srgbClr val="009AD7"/>
    </a:custClr>
    <a:custClr name="Surf">
      <a:srgbClr val="06C4B0"/>
    </a:custClr>
    <a:custClr name="Tangerine">
      <a:srgbClr val="FF540A"/>
    </a:custClr>
    <a:custClr name="Lemon">
      <a:srgbClr val="FEC10D"/>
    </a:custClr>
    <a:custClr name="Rose">
      <a:srgbClr val="E81159"/>
    </a:custClr>
    <a:custClr name="White">
      <a:srgbClr val="FFFFFF"/>
    </a:custClr>
    <a:custClr name="Steel">
      <a:srgbClr val="6F7878"/>
    </a:custClr>
    <a:custClr name="Black">
      <a:srgbClr val="000000"/>
    </a:custClr>
    <a:custClr name="Error Red">
      <a:srgbClr val="DE0A01"/>
    </a:custClr>
    <a:custClr name="GBlue Tint1">
      <a:srgbClr val="6A80A3"/>
    </a:custClr>
    <a:custClr name="Sky Tint1">
      <a:srgbClr val="49C5F4"/>
    </a:custClr>
    <a:custClr name="Surf Tint1">
      <a:srgbClr val="4EDCCA"/>
    </a:custClr>
    <a:custClr name="Tangerine Tint1">
      <a:srgbClr val="FF986C"/>
    </a:custClr>
    <a:custClr name="Lemon Tint1">
      <a:srgbClr val="FEDA6E"/>
    </a:custClr>
    <a:custClr name="Rose Tint1">
      <a:srgbClr val="F4729D"/>
    </a:custClr>
    <a:custClr name="White">
      <a:srgbClr val="FFFFFF"/>
    </a:custClr>
    <a:custClr name="Steel Tint1">
      <a:srgbClr val="979D9D"/>
    </a:custClr>
    <a:custClr name="White">
      <a:srgbClr val="FFFFFF"/>
    </a:custClr>
    <a:custClr name="Warning Yellow">
      <a:srgbClr val="F5AB23"/>
    </a:custClr>
    <a:custClr name="GBlue Tint2">
      <a:srgbClr val="A1B3CA"/>
    </a:custClr>
    <a:custClr name="Sky Tint2">
      <a:srgbClr val="91DCF8"/>
    </a:custClr>
    <a:custClr name="Surf Tint2">
      <a:srgbClr val="95EADF"/>
    </a:custClr>
    <a:custClr name="Tangerine Tint2">
      <a:srgbClr val="FBC9A6"/>
    </a:custClr>
    <a:custClr name="Lemon Tint2">
      <a:srgbClr val="FFEDB3"/>
    </a:custClr>
    <a:custClr name="Rose Tint2">
      <a:srgbClr val="F9C1D2"/>
    </a:custClr>
    <a:custClr name="White">
      <a:srgbClr val="FFFFFF"/>
    </a:custClr>
    <a:custClr name="Steel Tint2">
      <a:srgbClr val="BDBDBD"/>
    </a:custClr>
    <a:custClr name="White">
      <a:srgbClr val="FFFFFF"/>
    </a:custClr>
    <a:custClr name="Success Green">
      <a:srgbClr val="00A76D"/>
    </a:custClr>
    <a:custClr name="GBlue Tint3">
      <a:srgbClr val="D0DEEA"/>
    </a:custClr>
    <a:custClr name="Sky Dark1">
      <a:srgbClr val="0073A1"/>
    </a:custClr>
    <a:custClr name="Surf Dark1">
      <a:srgbClr val="048D7F"/>
    </a:custClr>
    <a:custClr name="Tangerine Dark1">
      <a:srgbClr val="BF3F07"/>
    </a:custClr>
    <a:custClr name="Lemon Dark1">
      <a:srgbClr val="BE910A"/>
    </a:custClr>
    <a:custClr name="Rose Dark1">
      <a:srgbClr val="AE0D43"/>
    </a:custClr>
    <a:custClr name="White">
      <a:srgbClr val="FFFFFF"/>
    </a:custClr>
    <a:custClr name="Steel Tint3">
      <a:srgbClr val="D3D3D3"/>
    </a:custClr>
    <a:custClr name="White">
      <a:srgbClr val="FFFFFF"/>
    </a:custClr>
    <a:custClr name="Background Gray">
      <a:srgbClr val="F4F4F4"/>
    </a:custClr>
    <a:custClr name="GBlue Dark1">
      <a:srgbClr val="355578"/>
    </a:custClr>
    <a:custClr name="Sky Dark2">
      <a:srgbClr val="004D6B"/>
    </a:custClr>
    <a:custClr name="Surf Dark2">
      <a:srgbClr val="036258"/>
    </a:custClr>
    <a:custClr name="Tangerine Dark2">
      <a:srgbClr val="7F2A05"/>
    </a:custClr>
    <a:custClr name="Lemon Dark2">
      <a:srgbClr val="7F6006"/>
    </a:custClr>
    <a:custClr name="Rose Dark2">
      <a:srgbClr val="74082C"/>
    </a:custClr>
    <a:custClr name="White">
      <a:srgbClr val="FFFFFF"/>
    </a:custClr>
    <a:custClr name="Steel Dark">
      <a:srgbClr val="535A5A"/>
    </a:custClr>
    <a:custClr name="White">
      <a:srgbClr val="FFFFFF"/>
    </a:custClr>
    <a:custClr name="White">
      <a:srgbClr val="FFFFFF"/>
    </a:custClr>
  </a:custClrLst>
  <a:extLst>
    <a:ext uri="{05A4C25C-085E-4340-85A3-A5531E510DB2}">
      <thm15:themeFamily xmlns:thm15="http://schemas.microsoft.com/office/thememl/2012/main" name="Figure_Template_Only.potx" id="{824FED9B-759A-474D-BADB-EAB676595268}" vid="{E379E7F0-0361-174B-8E41-CDCB91EFC6C1}"/>
    </a:ext>
  </a:extLst>
</a:theme>
</file>

<file path=ppt/theme/theme2.xml><?xml version="1.0" encoding="utf-8"?>
<a:theme xmlns:a="http://schemas.openxmlformats.org/drawingml/2006/main" name="Office Theme">
  <a:themeElements>
    <a:clrScheme name="2020 Gartner Theme-001">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7"/>
      </a:hlink>
      <a:folHlink>
        <a:srgbClr val="0045B5"/>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2020 Gartner Theme-001">
      <a:dk1>
        <a:sysClr val="windowText" lastClr="000000"/>
      </a:dk1>
      <a:lt1>
        <a:sysClr val="window" lastClr="FFFFFF"/>
      </a:lt1>
      <a:dk2>
        <a:srgbClr val="002856"/>
      </a:dk2>
      <a:lt2>
        <a:srgbClr val="FFFFFF"/>
      </a:lt2>
      <a:accent1>
        <a:srgbClr val="002856"/>
      </a:accent1>
      <a:accent2>
        <a:srgbClr val="6F7878"/>
      </a:accent2>
      <a:accent3>
        <a:srgbClr val="979D9D"/>
      </a:accent3>
      <a:accent4>
        <a:srgbClr val="009AD7"/>
      </a:accent4>
      <a:accent5>
        <a:srgbClr val="FF540A"/>
      </a:accent5>
      <a:accent6>
        <a:srgbClr val="FEC10D"/>
      </a:accent6>
      <a:hlink>
        <a:srgbClr val="0052D7"/>
      </a:hlink>
      <a:folHlink>
        <a:srgbClr val="0045B5"/>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4B3776E7E53E479473D5DF4700D08F" ma:contentTypeVersion="18" ma:contentTypeDescription="Create a new document." ma:contentTypeScope="" ma:versionID="5825498d49e946a8e200f54f8dd5b154">
  <xsd:schema xmlns:xsd="http://www.w3.org/2001/XMLSchema" xmlns:xs="http://www.w3.org/2001/XMLSchema" xmlns:p="http://schemas.microsoft.com/office/2006/metadata/properties" xmlns:ns2="84d9e63b-c772-4092-8b0a-87e805c5ce5c" xmlns:ns3="ff322c05-a114-43cf-a07c-75857023d852" targetNamespace="http://schemas.microsoft.com/office/2006/metadata/properties" ma:root="true" ma:fieldsID="55e91387ea179fb4d987070488c4466f" ns2:_="" ns3:_="">
    <xsd:import namespace="84d9e63b-c772-4092-8b0a-87e805c5ce5c"/>
    <xsd:import namespace="ff322c05-a114-43cf-a07c-75857023d8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Done" minOccurs="0"/>
                <xsd:element ref="ns2:MediaServiceDateTaken" minOccurs="0"/>
                <xsd:element ref="ns2:MediaServiceGenerationTime" minOccurs="0"/>
                <xsd:element ref="ns2:MediaServiceEventHashCode" minOccurs="0"/>
                <xsd:element ref="ns2:MediaLengthInSeconds" minOccurs="0"/>
                <xsd:element ref="ns3:TaxCatchAll" minOccurs="0"/>
                <xsd:element ref="ns2:MediaServiceOCR" minOccurs="0"/>
                <xsd:element ref="ns2:lcf76f155ced4ddcb4097134ff3c332f" minOccurs="0"/>
                <xsd:element ref="ns3:_dlc_DocId" minOccurs="0"/>
                <xsd:element ref="ns3:_dlc_DocIdUrl" minOccurs="0"/>
                <xsd:element ref="ns3:_dlc_DocIdPersistId" minOccurs="0"/>
                <xsd:element ref="ns2:Thumbnail" minOccurs="0"/>
                <xsd:element ref="ns2:MediaServiceLocation" minOccurs="0"/>
                <xsd:element ref="ns2:MediaServiceBillingMetadata" minOccurs="0"/>
                <xsd:element ref="ns2:Published_x003f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d9e63b-c772-4092-8b0a-87e805c5ce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Done" ma:index="11" nillable="true" ma:displayName="Done" ma:default="1" ma:format="Dropdown" ma:internalName="Done">
      <xsd:simpleType>
        <xsd:restriction base="dms:Boolean"/>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CR" ma:index="17" nillable="true" ma:displayName="Extracted Text" ma:internalName="MediaServiceOCR" ma:readOnly="true">
      <xsd:simpleType>
        <xsd:restriction base="dms:Note">
          <xsd:maxLength value="255"/>
        </xsd:restrictio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8af5e99b-f45a-473e-9035-af188538fb08" ma:termSetId="09814cd3-568e-fe90-9814-8d621ff8fb84" ma:anchorId="fba54fb3-c3e1-fe81-a776-ca4b69148c4d" ma:open="true" ma:isKeyword="false">
      <xsd:complexType>
        <xsd:sequence>
          <xsd:element ref="pc:Terms" minOccurs="0" maxOccurs="1"/>
        </xsd:sequence>
      </xsd:complexType>
    </xsd:element>
    <xsd:element name="Thumbnail" ma:index="23" nillable="true" ma:displayName="Thumbnail" ma:format="Thumbnail" ma:internalName="Thumbnail">
      <xsd:simpleType>
        <xsd:restriction base="dms:Unknown"/>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Published_x003f_" ma:index="26" nillable="true" ma:displayName="Published?" ma:default="0" ma:description="Indicate that content has been finalized and the project folder can be archived." ma:format="Dropdown" ma:internalName="Published_x003f_">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ff322c05-a114-43cf-a07c-75857023d852"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6e9b9cee-f526-46b6-befc-32ca15a803c6}" ma:internalName="TaxCatchAll" ma:showField="CatchAllData" ma:web="ff322c05-a114-43cf-a07c-75857023d852">
      <xsd:complexType>
        <xsd:complexContent>
          <xsd:extension base="dms:MultiChoiceLookup">
            <xsd:sequence>
              <xsd:element name="Value" type="dms:Lookup" maxOccurs="unbounded" minOccurs="0" nillable="true"/>
            </xsd:sequence>
          </xsd:extension>
        </xsd:complexContent>
      </xsd:complexType>
    </xsd:element>
    <xsd:element name="_dlc_DocId" ma:index="20" nillable="true" ma:displayName="Document ID Value" ma:description="The value of the document ID assigned to this item." ma:indexed="true" ma:internalName="_dlc_DocId" ma:readOnly="true">
      <xsd:simpleType>
        <xsd:restriction base="dms:Text"/>
      </xsd:simpleType>
    </xsd:element>
    <xsd:element name="_dlc_DocIdUrl" ma:index="2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2"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84d9e63b-c772-4092-8b0a-87e805c5ce5c">
      <Terms xmlns="http://schemas.microsoft.com/office/infopath/2007/PartnerControls"/>
    </lcf76f155ced4ddcb4097134ff3c332f>
    <TaxCatchAll xmlns="ff322c05-a114-43cf-a07c-75857023d852" xsi:nil="true"/>
    <Published_x003f_ xmlns="84d9e63b-c772-4092-8b0a-87e805c5ce5c">false</Published_x003f_>
    <Done xmlns="84d9e63b-c772-4092-8b0a-87e805c5ce5c">true</Done>
    <Thumbnail xmlns="84d9e63b-c772-4092-8b0a-87e805c5ce5c" xsi:nil="true"/>
    <_dlc_DocId xmlns="ff322c05-a114-43cf-a07c-75857023d852">42TKT5YKTHNZ-621850279-23478</_dlc_DocId>
    <_dlc_DocIdUrl xmlns="ff322c05-a114-43cf-a07c-75857023d852">
      <Url>https://gartner365.sharepoint.com/sites/RAStudioCollaboration/_layouts/15/DocIdRedir.aspx?ID=42TKT5YKTHNZ-621850279-23478</Url>
      <Description>42TKT5YKTHNZ-621850279-23478</Description>
    </_dlc_DocIdUrl>
  </documentManagement>
</p:properties>
</file>

<file path=customXml/itemProps1.xml><?xml version="1.0" encoding="utf-8"?>
<ds:datastoreItem xmlns:ds="http://schemas.openxmlformats.org/officeDocument/2006/customXml" ds:itemID="{7D4C89FC-0236-4BD8-A577-81FD00353996}">
  <ds:schemaRefs>
    <ds:schemaRef ds:uri="84d9e63b-c772-4092-8b0a-87e805c5ce5c"/>
    <ds:schemaRef ds:uri="ff322c05-a114-43cf-a07c-75857023d8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4F10E62-4D4E-4EF8-AEC9-2369D23683D8}">
  <ds:schemaRefs>
    <ds:schemaRef ds:uri="http://schemas.microsoft.com/sharepoint/v3/contenttype/forms"/>
  </ds:schemaRefs>
</ds:datastoreItem>
</file>

<file path=customXml/itemProps3.xml><?xml version="1.0" encoding="utf-8"?>
<ds:datastoreItem xmlns:ds="http://schemas.openxmlformats.org/officeDocument/2006/customXml" ds:itemID="{09A4226B-60F5-4454-9422-28141E3E39A2}">
  <ds:schemaRefs>
    <ds:schemaRef ds:uri="http://schemas.microsoft.com/sharepoint/events"/>
  </ds:schemaRefs>
</ds:datastoreItem>
</file>

<file path=customXml/itemProps4.xml><?xml version="1.0" encoding="utf-8"?>
<ds:datastoreItem xmlns:ds="http://schemas.openxmlformats.org/officeDocument/2006/customXml" ds:itemID="{F1BB0A0E-74F6-47D2-B098-CFB1AD12C28D}">
  <ds:schemaRefs>
    <ds:schemaRef ds:uri="http://purl.org/dc/dcmitype/"/>
    <ds:schemaRef ds:uri="http://purl.org/dc/elements/1.1/"/>
    <ds:schemaRef ds:uri="ff322c05-a114-43cf-a07c-75857023d852"/>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84d9e63b-c772-4092-8b0a-87e805c5ce5c"/>
    <ds:schemaRef ds:uri="http://purl.org/dc/terms/"/>
  </ds:schemaRefs>
</ds:datastoreItem>
</file>

<file path=docMetadata/LabelInfo.xml><?xml version="1.0" encoding="utf-8"?>
<clbl:labelList xmlns:clbl="http://schemas.microsoft.com/office/2020/mipLabelMetadata">
  <clbl:label id="{971f0e31-00d6-4e42-b8e0-47b342bc4455}" enabled="0" method="" siteId="{971f0e31-00d6-4e42-b8e0-47b342bc4455}" removed="1"/>
</clbl:labelList>
</file>

<file path=docProps/app.xml><?xml version="1.0" encoding="utf-8"?>
<Properties xmlns="http://schemas.openxmlformats.org/officeDocument/2006/extended-properties" xmlns:vt="http://schemas.openxmlformats.org/officeDocument/2006/docPropsVTypes">
  <Template>Arial figure master</Template>
  <TotalTime>3</TotalTime>
  <Words>446</Words>
  <Application>Microsoft Macintosh PowerPoint</Application>
  <PresentationFormat>Custom</PresentationFormat>
  <Paragraphs>83</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Helvetica</vt:lpstr>
      <vt:lpstr>Arial figure master</vt:lpstr>
      <vt:lpstr>PowerPoint Presentation</vt:lpstr>
      <vt:lpstr>Reference Architecture for API Management</vt:lpstr>
    </vt:vector>
  </TitlesOfParts>
  <Manager>Bookstaver,Melanie</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2025 16-9</dc:subject>
  <dc:creator>Akansha Garg</dc:creator>
  <cp:keywords/>
  <dc:description/>
  <cp:lastModifiedBy>Mayuri Mukker</cp:lastModifiedBy>
  <cp:revision>3</cp:revision>
  <dcterms:created xsi:type="dcterms:W3CDTF">2025-09-25T08:19:08Z</dcterms:created>
  <dcterms:modified xsi:type="dcterms:W3CDTF">2025-10-29T14:48:44Z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0x010100394B3776E7E53E479473D5DF4700D08F</vt:lpwstr>
  </property>
  <property fmtid="{D5CDD505-2E9C-101B-9397-08002B2CF9AE}" pid="3" name="MediaServiceImageTags">
    <vt:lpwstr/>
  </property>
  <property fmtid="{D5CDD505-2E9C-101B-9397-08002B2CF9AE}" pid="4" name="_dlc_DocIdItemGuid">
    <vt:lpwstr>56fd50f6-05f2-4950-86a8-a64ff2afc9ec</vt:lpwstr>
  </property>
  <property fmtid="{D5CDD505-2E9C-101B-9397-08002B2CF9AE}" pid="5" name="Order">
    <vt:r8>60000</vt:r8>
  </property>
  <property fmtid="{D5CDD505-2E9C-101B-9397-08002B2CF9AE}" pid="6" name="xd_Signature">
    <vt:bool>false</vt:bool>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ies>
</file>